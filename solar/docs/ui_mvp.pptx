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06"/>
          <c:w val="0.91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rgbClr val="9FD3CC"/>
            </a:solidFill>
            <a:ln w="15875" cap="flat">
              <a:solidFill>
                <a:srgbClr val="9FD3CC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9FD3CC"/>
              </a:solidFill>
              <a:ln w="9525" cap="flat">
                <a:solidFill>
                  <a:srgbClr val="9FD3CC"/>
                </a:solidFill>
                <a:prstDash val="solid"/>
                <a:round/>
              </a:ln>
              <a:effectLst/>
            </c:spPr>
          </c:marker>
          <c:xVal>
            <c:numRef>
              <c:f>Sheet1!$A$2:$A$145</c:f>
              <c:numCache>
                <c:formatCode>General</c:formatCode>
                <c:ptCount val="144"/>
                <c:pt idx="0">
                  <c:v>0</c:v>
                </c:pt>
                <c:pt idx="1">
                  <c:v>0.0417</c:v>
                </c:pt>
                <c:pt idx="2">
                  <c:v>0.0833</c:v>
                </c:pt>
                <c:pt idx="3">
                  <c:v>0.125</c:v>
                </c:pt>
                <c:pt idx="4">
                  <c:v>0.1667</c:v>
                </c:pt>
                <c:pt idx="5">
                  <c:v>0.2083</c:v>
                </c:pt>
                <c:pt idx="6">
                  <c:v>0.25</c:v>
                </c:pt>
                <c:pt idx="7">
                  <c:v>0.2917</c:v>
                </c:pt>
                <c:pt idx="8">
                  <c:v>0.3333</c:v>
                </c:pt>
                <c:pt idx="9">
                  <c:v>0.375</c:v>
                </c:pt>
                <c:pt idx="10">
                  <c:v>0.4167</c:v>
                </c:pt>
                <c:pt idx="11">
                  <c:v>0.4583</c:v>
                </c:pt>
                <c:pt idx="12">
                  <c:v>0.5</c:v>
                </c:pt>
                <c:pt idx="13">
                  <c:v>0.5417</c:v>
                </c:pt>
                <c:pt idx="14">
                  <c:v>0.5833</c:v>
                </c:pt>
                <c:pt idx="15">
                  <c:v>0.625</c:v>
                </c:pt>
                <c:pt idx="16">
                  <c:v>0.6667</c:v>
                </c:pt>
                <c:pt idx="17">
                  <c:v>0.7083</c:v>
                </c:pt>
                <c:pt idx="18">
                  <c:v>0.75</c:v>
                </c:pt>
                <c:pt idx="19">
                  <c:v>0.7917</c:v>
                </c:pt>
                <c:pt idx="20">
                  <c:v>0.8333</c:v>
                </c:pt>
                <c:pt idx="21">
                  <c:v>0.875</c:v>
                </c:pt>
                <c:pt idx="22">
                  <c:v>0.9167</c:v>
                </c:pt>
                <c:pt idx="23">
                  <c:v>0.9583</c:v>
                </c:pt>
                <c:pt idx="24">
                  <c:v>1</c:v>
                </c:pt>
                <c:pt idx="25">
                  <c:v>1.0417</c:v>
                </c:pt>
                <c:pt idx="26">
                  <c:v>1.0833</c:v>
                </c:pt>
                <c:pt idx="27">
                  <c:v>1.125</c:v>
                </c:pt>
                <c:pt idx="28">
                  <c:v>1.1667</c:v>
                </c:pt>
                <c:pt idx="29">
                  <c:v>1.2083</c:v>
                </c:pt>
                <c:pt idx="30">
                  <c:v>1.25</c:v>
                </c:pt>
                <c:pt idx="31">
                  <c:v>1.2917</c:v>
                </c:pt>
                <c:pt idx="32">
                  <c:v>1.3333</c:v>
                </c:pt>
                <c:pt idx="33">
                  <c:v>1.375</c:v>
                </c:pt>
                <c:pt idx="34">
                  <c:v>1.4167</c:v>
                </c:pt>
                <c:pt idx="35">
                  <c:v>1.4583</c:v>
                </c:pt>
                <c:pt idx="36">
                  <c:v>1.5</c:v>
                </c:pt>
                <c:pt idx="37">
                  <c:v>1.5417</c:v>
                </c:pt>
                <c:pt idx="38">
                  <c:v>1.5833</c:v>
                </c:pt>
                <c:pt idx="39">
                  <c:v>1.625</c:v>
                </c:pt>
                <c:pt idx="40">
                  <c:v>1.6667</c:v>
                </c:pt>
                <c:pt idx="41">
                  <c:v>1.7083</c:v>
                </c:pt>
                <c:pt idx="42">
                  <c:v>1.75</c:v>
                </c:pt>
                <c:pt idx="43">
                  <c:v>1.7917</c:v>
                </c:pt>
                <c:pt idx="44">
                  <c:v>1.8333</c:v>
                </c:pt>
                <c:pt idx="45">
                  <c:v>1.875</c:v>
                </c:pt>
                <c:pt idx="46">
                  <c:v>1.9167</c:v>
                </c:pt>
                <c:pt idx="47">
                  <c:v>1.9583</c:v>
                </c:pt>
                <c:pt idx="48">
                  <c:v>2</c:v>
                </c:pt>
                <c:pt idx="49">
                  <c:v>2.0417</c:v>
                </c:pt>
                <c:pt idx="50">
                  <c:v>2.0833</c:v>
                </c:pt>
                <c:pt idx="51">
                  <c:v>2.125</c:v>
                </c:pt>
                <c:pt idx="52">
                  <c:v>2.1667</c:v>
                </c:pt>
                <c:pt idx="53">
                  <c:v>2.2083</c:v>
                </c:pt>
                <c:pt idx="54">
                  <c:v>2.25</c:v>
                </c:pt>
                <c:pt idx="55">
                  <c:v>2.2917</c:v>
                </c:pt>
                <c:pt idx="56">
                  <c:v>2.3333</c:v>
                </c:pt>
                <c:pt idx="57">
                  <c:v>2.375</c:v>
                </c:pt>
                <c:pt idx="58">
                  <c:v>2.4167</c:v>
                </c:pt>
                <c:pt idx="59">
                  <c:v>2.4583</c:v>
                </c:pt>
                <c:pt idx="60">
                  <c:v>2.5</c:v>
                </c:pt>
                <c:pt idx="61">
                  <c:v>2.5417</c:v>
                </c:pt>
                <c:pt idx="62">
                  <c:v>2.5833</c:v>
                </c:pt>
                <c:pt idx="63">
                  <c:v>2.625</c:v>
                </c:pt>
                <c:pt idx="64">
                  <c:v>2.6667</c:v>
                </c:pt>
                <c:pt idx="65">
                  <c:v>2.7083</c:v>
                </c:pt>
                <c:pt idx="66">
                  <c:v>2.75</c:v>
                </c:pt>
                <c:pt idx="67">
                  <c:v>2.7917</c:v>
                </c:pt>
                <c:pt idx="68">
                  <c:v>2.8333</c:v>
                </c:pt>
                <c:pt idx="69">
                  <c:v>2.875</c:v>
                </c:pt>
                <c:pt idx="70">
                  <c:v>2.9167</c:v>
                </c:pt>
                <c:pt idx="71">
                  <c:v>2.9583</c:v>
                </c:pt>
                <c:pt idx="72">
                  <c:v>3</c:v>
                </c:pt>
                <c:pt idx="73">
                  <c:v>3.0417</c:v>
                </c:pt>
                <c:pt idx="74">
                  <c:v>3.0833</c:v>
                </c:pt>
                <c:pt idx="75">
                  <c:v>3.125</c:v>
                </c:pt>
                <c:pt idx="76">
                  <c:v>3.1667</c:v>
                </c:pt>
                <c:pt idx="77">
                  <c:v>3.2083</c:v>
                </c:pt>
                <c:pt idx="78">
                  <c:v>3.25</c:v>
                </c:pt>
                <c:pt idx="79">
                  <c:v>3.2917</c:v>
                </c:pt>
                <c:pt idx="80">
                  <c:v>3.3333</c:v>
                </c:pt>
                <c:pt idx="81">
                  <c:v>3.375</c:v>
                </c:pt>
                <c:pt idx="82">
                  <c:v>3.4167</c:v>
                </c:pt>
                <c:pt idx="83">
                  <c:v>3.4583</c:v>
                </c:pt>
                <c:pt idx="84">
                  <c:v>3.5</c:v>
                </c:pt>
                <c:pt idx="85">
                  <c:v>3.5417</c:v>
                </c:pt>
                <c:pt idx="86">
                  <c:v>3.5833</c:v>
                </c:pt>
                <c:pt idx="87">
                  <c:v>3.625</c:v>
                </c:pt>
                <c:pt idx="88">
                  <c:v>3.6667</c:v>
                </c:pt>
                <c:pt idx="89">
                  <c:v>3.7083</c:v>
                </c:pt>
                <c:pt idx="90">
                  <c:v>3.75</c:v>
                </c:pt>
                <c:pt idx="91">
                  <c:v>3.7917</c:v>
                </c:pt>
                <c:pt idx="92">
                  <c:v>3.8333</c:v>
                </c:pt>
                <c:pt idx="93">
                  <c:v>3.875</c:v>
                </c:pt>
                <c:pt idx="94">
                  <c:v>3.9167</c:v>
                </c:pt>
                <c:pt idx="95">
                  <c:v>3.9583</c:v>
                </c:pt>
                <c:pt idx="96">
                  <c:v>4</c:v>
                </c:pt>
                <c:pt idx="97">
                  <c:v>4.0417</c:v>
                </c:pt>
                <c:pt idx="98">
                  <c:v>4.0833</c:v>
                </c:pt>
                <c:pt idx="99">
                  <c:v>4.125</c:v>
                </c:pt>
                <c:pt idx="100">
                  <c:v>4.1667</c:v>
                </c:pt>
                <c:pt idx="101">
                  <c:v>4.2083</c:v>
                </c:pt>
                <c:pt idx="102">
                  <c:v>4.25</c:v>
                </c:pt>
                <c:pt idx="103">
                  <c:v>4.2917</c:v>
                </c:pt>
                <c:pt idx="104">
                  <c:v>4.3333</c:v>
                </c:pt>
                <c:pt idx="105">
                  <c:v>4.375</c:v>
                </c:pt>
                <c:pt idx="106">
                  <c:v>4.4167</c:v>
                </c:pt>
                <c:pt idx="107">
                  <c:v>4.4583</c:v>
                </c:pt>
                <c:pt idx="108">
                  <c:v>4.5</c:v>
                </c:pt>
                <c:pt idx="109">
                  <c:v>4.5417</c:v>
                </c:pt>
                <c:pt idx="110">
                  <c:v>4.5833</c:v>
                </c:pt>
                <c:pt idx="111">
                  <c:v>4.625</c:v>
                </c:pt>
                <c:pt idx="112">
                  <c:v>4.6667</c:v>
                </c:pt>
                <c:pt idx="113">
                  <c:v>4.7083</c:v>
                </c:pt>
                <c:pt idx="114">
                  <c:v>4.75</c:v>
                </c:pt>
                <c:pt idx="115">
                  <c:v>4.7917</c:v>
                </c:pt>
                <c:pt idx="116">
                  <c:v>4.8333</c:v>
                </c:pt>
                <c:pt idx="117">
                  <c:v>4.875</c:v>
                </c:pt>
                <c:pt idx="118">
                  <c:v>4.9167</c:v>
                </c:pt>
                <c:pt idx="119">
                  <c:v>4.9583</c:v>
                </c:pt>
                <c:pt idx="120">
                  <c:v>5</c:v>
                </c:pt>
                <c:pt idx="121">
                  <c:v>5.0417</c:v>
                </c:pt>
                <c:pt idx="122">
                  <c:v>5.0833</c:v>
                </c:pt>
                <c:pt idx="123">
                  <c:v>5.125</c:v>
                </c:pt>
                <c:pt idx="124">
                  <c:v>5.1667</c:v>
                </c:pt>
                <c:pt idx="125">
                  <c:v>5.2083</c:v>
                </c:pt>
                <c:pt idx="126">
                  <c:v>5.25</c:v>
                </c:pt>
                <c:pt idx="127">
                  <c:v>5.2917</c:v>
                </c:pt>
                <c:pt idx="128">
                  <c:v>5.3333</c:v>
                </c:pt>
                <c:pt idx="129">
                  <c:v>5.375</c:v>
                </c:pt>
                <c:pt idx="130">
                  <c:v>5.4167</c:v>
                </c:pt>
                <c:pt idx="131">
                  <c:v>5.4583</c:v>
                </c:pt>
                <c:pt idx="132">
                  <c:v>5.5</c:v>
                </c:pt>
                <c:pt idx="133">
                  <c:v>5.5417</c:v>
                </c:pt>
                <c:pt idx="134">
                  <c:v>5.5833</c:v>
                </c:pt>
                <c:pt idx="135">
                  <c:v>5.625</c:v>
                </c:pt>
                <c:pt idx="136">
                  <c:v>5.6667</c:v>
                </c:pt>
                <c:pt idx="137">
                  <c:v>5.7083</c:v>
                </c:pt>
                <c:pt idx="138">
                  <c:v>5.75</c:v>
                </c:pt>
                <c:pt idx="139">
                  <c:v>5.7917</c:v>
                </c:pt>
                <c:pt idx="140">
                  <c:v>5.8333</c:v>
                </c:pt>
                <c:pt idx="141">
                  <c:v>5.875</c:v>
                </c:pt>
                <c:pt idx="142">
                  <c:v>5.9167</c:v>
                </c:pt>
                <c:pt idx="143">
                  <c:v>5.9583</c:v>
                </c:pt>
              </c:numCache>
            </c:numRef>
          </c:xVal>
          <c:yVal>
            <c:numRef>
              <c:f>Sheet1!$B$2:$B$145</c:f>
              <c:numCache>
                <c:formatCode>General</c:formatCode>
                <c:ptCount val="144"/>
                <c:pt idx="61">
                  <c:v>4.354</c:v>
                </c:pt>
                <c:pt idx="62">
                  <c:v>3.386</c:v>
                </c:pt>
                <c:pt idx="63">
                  <c:v>2.132</c:v>
                </c:pt>
                <c:pt idx="64">
                  <c:v>1.369</c:v>
                </c:pt>
                <c:pt idx="65">
                  <c:v>0.602</c:v>
                </c:pt>
                <c:pt idx="66">
                  <c:v>0.036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0.913</c:v>
                </c:pt>
                <c:pt idx="80">
                  <c:v>1.492</c:v>
                </c:pt>
                <c:pt idx="81">
                  <c:v>1.36</c:v>
                </c:pt>
                <c:pt idx="82">
                  <c:v>1.429</c:v>
                </c:pt>
                <c:pt idx="83">
                  <c:v>1.77</c:v>
                </c:pt>
                <c:pt idx="84">
                  <c:v>1.706</c:v>
                </c:pt>
                <c:pt idx="85">
                  <c:v>1.476</c:v>
                </c:pt>
                <c:pt idx="86">
                  <c:v>1.541</c:v>
                </c:pt>
                <c:pt idx="87">
                  <c:v>1.486</c:v>
                </c:pt>
                <c:pt idx="88">
                  <c:v>0.775</c:v>
                </c:pt>
                <c:pt idx="89">
                  <c:v>0.175</c:v>
                </c:pt>
                <c:pt idx="90">
                  <c:v>0.021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0.344</c:v>
                </c:pt>
                <c:pt idx="104">
                  <c:v>0.996</c:v>
                </c:pt>
                <c:pt idx="105">
                  <c:v>1.315</c:v>
                </c:pt>
                <c:pt idx="106">
                  <c:v>1.096</c:v>
                </c:pt>
                <c:pt idx="107">
                  <c:v>1.189</c:v>
                </c:pt>
                <c:pt idx="108">
                  <c:v>1.27</c:v>
                </c:pt>
                <c:pt idx="109">
                  <c:v>1.587</c:v>
                </c:pt>
                <c:pt idx="110">
                  <c:v>1.735</c:v>
                </c:pt>
                <c:pt idx="111">
                  <c:v>1.431</c:v>
                </c:pt>
                <c:pt idx="112">
                  <c:v>0.948</c:v>
                </c:pt>
                <c:pt idx="113">
                  <c:v>0.283</c:v>
                </c:pt>
                <c:pt idx="114">
                  <c:v>0.028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0.93</c:v>
                </c:pt>
                <c:pt idx="128">
                  <c:v>2.055</c:v>
                </c:pt>
                <c:pt idx="129">
                  <c:v>2.808</c:v>
                </c:pt>
                <c:pt idx="130">
                  <c:v>3.612</c:v>
                </c:pt>
                <c:pt idx="131">
                  <c:v>4.26</c:v>
                </c:pt>
                <c:pt idx="132">
                  <c:v>3.91</c:v>
                </c:pt>
                <c:pt idx="133">
                  <c:v>3.156</c:v>
                </c:pt>
                <c:pt idx="134">
                  <c:v>2.79</c:v>
                </c:pt>
                <c:pt idx="135">
                  <c:v>2.221</c:v>
                </c:pt>
                <c:pt idx="136">
                  <c:v>1.052</c:v>
                </c:pt>
                <c:pt idx="137">
                  <c:v>0.392</c:v>
                </c:pt>
                <c:pt idx="138">
                  <c:v>0.04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P10</c:v>
                </c:pt>
              </c:strCache>
            </c:strRef>
          </c:tx>
          <c:spPr>
            <a:solidFill>
              <a:srgbClr val="9FD3CC"/>
            </a:solidFill>
            <a:ln w="15875" cap="flat">
              <a:solidFill>
                <a:srgbClr val="9FD3CC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9FD3CC"/>
              </a:solidFill>
              <a:ln w="9525" cap="flat">
                <a:solidFill>
                  <a:srgbClr val="9FD3CC"/>
                </a:solidFill>
                <a:prstDash val="solid"/>
                <a:round/>
              </a:ln>
              <a:effectLst/>
            </c:spPr>
          </c:marker>
          <c:xVal>
            <c:numRef>
              <c:f>Sheet1!$A$2:$A$145</c:f>
              <c:numCache>
                <c:formatCode>General</c:formatCode>
                <c:ptCount val="144"/>
                <c:pt idx="0">
                  <c:v>0</c:v>
                </c:pt>
                <c:pt idx="1">
                  <c:v>0.0417</c:v>
                </c:pt>
                <c:pt idx="2">
                  <c:v>0.0833</c:v>
                </c:pt>
                <c:pt idx="3">
                  <c:v>0.125</c:v>
                </c:pt>
                <c:pt idx="4">
                  <c:v>0.1667</c:v>
                </c:pt>
                <c:pt idx="5">
                  <c:v>0.2083</c:v>
                </c:pt>
                <c:pt idx="6">
                  <c:v>0.25</c:v>
                </c:pt>
                <c:pt idx="7">
                  <c:v>0.2917</c:v>
                </c:pt>
                <c:pt idx="8">
                  <c:v>0.3333</c:v>
                </c:pt>
                <c:pt idx="9">
                  <c:v>0.375</c:v>
                </c:pt>
                <c:pt idx="10">
                  <c:v>0.4167</c:v>
                </c:pt>
                <c:pt idx="11">
                  <c:v>0.4583</c:v>
                </c:pt>
                <c:pt idx="12">
                  <c:v>0.5</c:v>
                </c:pt>
                <c:pt idx="13">
                  <c:v>0.5417</c:v>
                </c:pt>
                <c:pt idx="14">
                  <c:v>0.5833</c:v>
                </c:pt>
                <c:pt idx="15">
                  <c:v>0.625</c:v>
                </c:pt>
                <c:pt idx="16">
                  <c:v>0.6667</c:v>
                </c:pt>
                <c:pt idx="17">
                  <c:v>0.7083</c:v>
                </c:pt>
                <c:pt idx="18">
                  <c:v>0.75</c:v>
                </c:pt>
                <c:pt idx="19">
                  <c:v>0.7917</c:v>
                </c:pt>
                <c:pt idx="20">
                  <c:v>0.8333</c:v>
                </c:pt>
                <c:pt idx="21">
                  <c:v>0.875</c:v>
                </c:pt>
                <c:pt idx="22">
                  <c:v>0.9167</c:v>
                </c:pt>
                <c:pt idx="23">
                  <c:v>0.9583</c:v>
                </c:pt>
                <c:pt idx="24">
                  <c:v>1</c:v>
                </c:pt>
                <c:pt idx="25">
                  <c:v>1.0417</c:v>
                </c:pt>
                <c:pt idx="26">
                  <c:v>1.0833</c:v>
                </c:pt>
                <c:pt idx="27">
                  <c:v>1.125</c:v>
                </c:pt>
                <c:pt idx="28">
                  <c:v>1.1667</c:v>
                </c:pt>
                <c:pt idx="29">
                  <c:v>1.2083</c:v>
                </c:pt>
                <c:pt idx="30">
                  <c:v>1.25</c:v>
                </c:pt>
                <c:pt idx="31">
                  <c:v>1.2917</c:v>
                </c:pt>
                <c:pt idx="32">
                  <c:v>1.3333</c:v>
                </c:pt>
                <c:pt idx="33">
                  <c:v>1.375</c:v>
                </c:pt>
                <c:pt idx="34">
                  <c:v>1.4167</c:v>
                </c:pt>
                <c:pt idx="35">
                  <c:v>1.4583</c:v>
                </c:pt>
                <c:pt idx="36">
                  <c:v>1.5</c:v>
                </c:pt>
                <c:pt idx="37">
                  <c:v>1.5417</c:v>
                </c:pt>
                <c:pt idx="38">
                  <c:v>1.5833</c:v>
                </c:pt>
                <c:pt idx="39">
                  <c:v>1.625</c:v>
                </c:pt>
                <c:pt idx="40">
                  <c:v>1.6667</c:v>
                </c:pt>
                <c:pt idx="41">
                  <c:v>1.7083</c:v>
                </c:pt>
                <c:pt idx="42">
                  <c:v>1.75</c:v>
                </c:pt>
                <c:pt idx="43">
                  <c:v>1.7917</c:v>
                </c:pt>
                <c:pt idx="44">
                  <c:v>1.8333</c:v>
                </c:pt>
                <c:pt idx="45">
                  <c:v>1.875</c:v>
                </c:pt>
                <c:pt idx="46">
                  <c:v>1.9167</c:v>
                </c:pt>
                <c:pt idx="47">
                  <c:v>1.9583</c:v>
                </c:pt>
                <c:pt idx="48">
                  <c:v>2</c:v>
                </c:pt>
                <c:pt idx="49">
                  <c:v>2.0417</c:v>
                </c:pt>
                <c:pt idx="50">
                  <c:v>2.0833</c:v>
                </c:pt>
                <c:pt idx="51">
                  <c:v>2.125</c:v>
                </c:pt>
                <c:pt idx="52">
                  <c:v>2.1667</c:v>
                </c:pt>
                <c:pt idx="53">
                  <c:v>2.2083</c:v>
                </c:pt>
                <c:pt idx="54">
                  <c:v>2.25</c:v>
                </c:pt>
                <c:pt idx="55">
                  <c:v>2.2917</c:v>
                </c:pt>
                <c:pt idx="56">
                  <c:v>2.3333</c:v>
                </c:pt>
                <c:pt idx="57">
                  <c:v>2.375</c:v>
                </c:pt>
                <c:pt idx="58">
                  <c:v>2.4167</c:v>
                </c:pt>
                <c:pt idx="59">
                  <c:v>2.4583</c:v>
                </c:pt>
                <c:pt idx="60">
                  <c:v>2.5</c:v>
                </c:pt>
                <c:pt idx="61">
                  <c:v>2.5417</c:v>
                </c:pt>
                <c:pt idx="62">
                  <c:v>2.5833</c:v>
                </c:pt>
                <c:pt idx="63">
                  <c:v>2.625</c:v>
                </c:pt>
                <c:pt idx="64">
                  <c:v>2.6667</c:v>
                </c:pt>
                <c:pt idx="65">
                  <c:v>2.7083</c:v>
                </c:pt>
                <c:pt idx="66">
                  <c:v>2.75</c:v>
                </c:pt>
                <c:pt idx="67">
                  <c:v>2.7917</c:v>
                </c:pt>
                <c:pt idx="68">
                  <c:v>2.8333</c:v>
                </c:pt>
                <c:pt idx="69">
                  <c:v>2.875</c:v>
                </c:pt>
                <c:pt idx="70">
                  <c:v>2.9167</c:v>
                </c:pt>
                <c:pt idx="71">
                  <c:v>2.9583</c:v>
                </c:pt>
                <c:pt idx="72">
                  <c:v>3</c:v>
                </c:pt>
                <c:pt idx="73">
                  <c:v>3.0417</c:v>
                </c:pt>
                <c:pt idx="74">
                  <c:v>3.0833</c:v>
                </c:pt>
                <c:pt idx="75">
                  <c:v>3.125</c:v>
                </c:pt>
                <c:pt idx="76">
                  <c:v>3.1667</c:v>
                </c:pt>
                <c:pt idx="77">
                  <c:v>3.2083</c:v>
                </c:pt>
                <c:pt idx="78">
                  <c:v>3.25</c:v>
                </c:pt>
                <c:pt idx="79">
                  <c:v>3.2917</c:v>
                </c:pt>
                <c:pt idx="80">
                  <c:v>3.3333</c:v>
                </c:pt>
                <c:pt idx="81">
                  <c:v>3.375</c:v>
                </c:pt>
                <c:pt idx="82">
                  <c:v>3.4167</c:v>
                </c:pt>
                <c:pt idx="83">
                  <c:v>3.4583</c:v>
                </c:pt>
                <c:pt idx="84">
                  <c:v>3.5</c:v>
                </c:pt>
                <c:pt idx="85">
                  <c:v>3.5417</c:v>
                </c:pt>
                <c:pt idx="86">
                  <c:v>3.5833</c:v>
                </c:pt>
                <c:pt idx="87">
                  <c:v>3.625</c:v>
                </c:pt>
                <c:pt idx="88">
                  <c:v>3.6667</c:v>
                </c:pt>
                <c:pt idx="89">
                  <c:v>3.7083</c:v>
                </c:pt>
                <c:pt idx="90">
                  <c:v>3.75</c:v>
                </c:pt>
                <c:pt idx="91">
                  <c:v>3.7917</c:v>
                </c:pt>
                <c:pt idx="92">
                  <c:v>3.8333</c:v>
                </c:pt>
                <c:pt idx="93">
                  <c:v>3.875</c:v>
                </c:pt>
                <c:pt idx="94">
                  <c:v>3.9167</c:v>
                </c:pt>
                <c:pt idx="95">
                  <c:v>3.9583</c:v>
                </c:pt>
                <c:pt idx="96">
                  <c:v>4</c:v>
                </c:pt>
                <c:pt idx="97">
                  <c:v>4.0417</c:v>
                </c:pt>
                <c:pt idx="98">
                  <c:v>4.0833</c:v>
                </c:pt>
                <c:pt idx="99">
                  <c:v>4.125</c:v>
                </c:pt>
                <c:pt idx="100">
                  <c:v>4.1667</c:v>
                </c:pt>
                <c:pt idx="101">
                  <c:v>4.2083</c:v>
                </c:pt>
                <c:pt idx="102">
                  <c:v>4.25</c:v>
                </c:pt>
                <c:pt idx="103">
                  <c:v>4.2917</c:v>
                </c:pt>
                <c:pt idx="104">
                  <c:v>4.3333</c:v>
                </c:pt>
                <c:pt idx="105">
                  <c:v>4.375</c:v>
                </c:pt>
                <c:pt idx="106">
                  <c:v>4.4167</c:v>
                </c:pt>
                <c:pt idx="107">
                  <c:v>4.4583</c:v>
                </c:pt>
                <c:pt idx="108">
                  <c:v>4.5</c:v>
                </c:pt>
                <c:pt idx="109">
                  <c:v>4.5417</c:v>
                </c:pt>
                <c:pt idx="110">
                  <c:v>4.5833</c:v>
                </c:pt>
                <c:pt idx="111">
                  <c:v>4.625</c:v>
                </c:pt>
                <c:pt idx="112">
                  <c:v>4.6667</c:v>
                </c:pt>
                <c:pt idx="113">
                  <c:v>4.7083</c:v>
                </c:pt>
                <c:pt idx="114">
                  <c:v>4.75</c:v>
                </c:pt>
                <c:pt idx="115">
                  <c:v>4.7917</c:v>
                </c:pt>
                <c:pt idx="116">
                  <c:v>4.8333</c:v>
                </c:pt>
                <c:pt idx="117">
                  <c:v>4.875</c:v>
                </c:pt>
                <c:pt idx="118">
                  <c:v>4.9167</c:v>
                </c:pt>
                <c:pt idx="119">
                  <c:v>4.9583</c:v>
                </c:pt>
                <c:pt idx="120">
                  <c:v>5</c:v>
                </c:pt>
                <c:pt idx="121">
                  <c:v>5.0417</c:v>
                </c:pt>
                <c:pt idx="122">
                  <c:v>5.0833</c:v>
                </c:pt>
                <c:pt idx="123">
                  <c:v>5.125</c:v>
                </c:pt>
                <c:pt idx="124">
                  <c:v>5.1667</c:v>
                </c:pt>
                <c:pt idx="125">
                  <c:v>5.2083</c:v>
                </c:pt>
                <c:pt idx="126">
                  <c:v>5.25</c:v>
                </c:pt>
                <c:pt idx="127">
                  <c:v>5.2917</c:v>
                </c:pt>
                <c:pt idx="128">
                  <c:v>5.3333</c:v>
                </c:pt>
                <c:pt idx="129">
                  <c:v>5.375</c:v>
                </c:pt>
                <c:pt idx="130">
                  <c:v>5.4167</c:v>
                </c:pt>
                <c:pt idx="131">
                  <c:v>5.4583</c:v>
                </c:pt>
                <c:pt idx="132">
                  <c:v>5.5</c:v>
                </c:pt>
                <c:pt idx="133">
                  <c:v>5.5417</c:v>
                </c:pt>
                <c:pt idx="134">
                  <c:v>5.5833</c:v>
                </c:pt>
                <c:pt idx="135">
                  <c:v>5.625</c:v>
                </c:pt>
                <c:pt idx="136">
                  <c:v>5.6667</c:v>
                </c:pt>
                <c:pt idx="137">
                  <c:v>5.7083</c:v>
                </c:pt>
                <c:pt idx="138">
                  <c:v>5.75</c:v>
                </c:pt>
                <c:pt idx="139">
                  <c:v>5.7917</c:v>
                </c:pt>
                <c:pt idx="140">
                  <c:v>5.8333</c:v>
                </c:pt>
                <c:pt idx="141">
                  <c:v>5.875</c:v>
                </c:pt>
                <c:pt idx="142">
                  <c:v>5.9167</c:v>
                </c:pt>
                <c:pt idx="143">
                  <c:v>5.9583</c:v>
                </c:pt>
              </c:numCache>
            </c:numRef>
          </c:xVal>
          <c:yVal>
            <c:numRef>
              <c:f>Sheet1!$C$2:$C$145</c:f>
              <c:numCache>
                <c:formatCode>General</c:formatCode>
                <c:ptCount val="144"/>
                <c:pt idx="61">
                  <c:v>2.657</c:v>
                </c:pt>
                <c:pt idx="62">
                  <c:v>2.066</c:v>
                </c:pt>
                <c:pt idx="63">
                  <c:v>1.301</c:v>
                </c:pt>
                <c:pt idx="64">
                  <c:v>0.835</c:v>
                </c:pt>
                <c:pt idx="65">
                  <c:v>0.367</c:v>
                </c:pt>
                <c:pt idx="66">
                  <c:v>0.022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0.557</c:v>
                </c:pt>
                <c:pt idx="80">
                  <c:v>0.91</c:v>
                </c:pt>
                <c:pt idx="81">
                  <c:v>0.83</c:v>
                </c:pt>
                <c:pt idx="82">
                  <c:v>0.872</c:v>
                </c:pt>
                <c:pt idx="83">
                  <c:v>1.08</c:v>
                </c:pt>
                <c:pt idx="84">
                  <c:v>1.041</c:v>
                </c:pt>
                <c:pt idx="85">
                  <c:v>0.901</c:v>
                </c:pt>
                <c:pt idx="86">
                  <c:v>0.94</c:v>
                </c:pt>
                <c:pt idx="87">
                  <c:v>0.907</c:v>
                </c:pt>
                <c:pt idx="88">
                  <c:v>0.473</c:v>
                </c:pt>
                <c:pt idx="89">
                  <c:v>0.107</c:v>
                </c:pt>
                <c:pt idx="90">
                  <c:v>0.013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0.21</c:v>
                </c:pt>
                <c:pt idx="104">
                  <c:v>0.608</c:v>
                </c:pt>
                <c:pt idx="105">
                  <c:v>0.802</c:v>
                </c:pt>
                <c:pt idx="106">
                  <c:v>0.669</c:v>
                </c:pt>
                <c:pt idx="107">
                  <c:v>0.726</c:v>
                </c:pt>
                <c:pt idx="108">
                  <c:v>0.775</c:v>
                </c:pt>
                <c:pt idx="109">
                  <c:v>0.968</c:v>
                </c:pt>
                <c:pt idx="110">
                  <c:v>1.059</c:v>
                </c:pt>
                <c:pt idx="111">
                  <c:v>0.873</c:v>
                </c:pt>
                <c:pt idx="112">
                  <c:v>0.579</c:v>
                </c:pt>
                <c:pt idx="113">
                  <c:v>0.173</c:v>
                </c:pt>
                <c:pt idx="114">
                  <c:v>0.017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0.567</c:v>
                </c:pt>
                <c:pt idx="128">
                  <c:v>1.254</c:v>
                </c:pt>
                <c:pt idx="129">
                  <c:v>1.713</c:v>
                </c:pt>
                <c:pt idx="130">
                  <c:v>2.204</c:v>
                </c:pt>
                <c:pt idx="131">
                  <c:v>2.599</c:v>
                </c:pt>
                <c:pt idx="132">
                  <c:v>2.386</c:v>
                </c:pt>
                <c:pt idx="133">
                  <c:v>1.926</c:v>
                </c:pt>
                <c:pt idx="134">
                  <c:v>1.702</c:v>
                </c:pt>
                <c:pt idx="135">
                  <c:v>1.355</c:v>
                </c:pt>
                <c:pt idx="136">
                  <c:v>0.642</c:v>
                </c:pt>
                <c:pt idx="137">
                  <c:v>0.239</c:v>
                </c:pt>
                <c:pt idx="138">
                  <c:v>0.024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Thực tế</c:v>
                </c:pt>
              </c:strCache>
            </c:strRef>
          </c:tx>
          <c:spPr>
            <a:solidFill>
              <a:srgbClr val="E89B0C"/>
            </a:solidFill>
            <a:ln w="15875" cap="flat">
              <a:solidFill>
                <a:srgbClr val="E89B0C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9B0C"/>
              </a:solidFill>
              <a:ln w="9525" cap="flat">
                <a:solidFill>
                  <a:srgbClr val="E89B0C"/>
                </a:solidFill>
                <a:prstDash val="solid"/>
                <a:round/>
              </a:ln>
              <a:effectLst/>
            </c:spPr>
          </c:marker>
          <c:xVal>
            <c:numRef>
              <c:f>Sheet1!$A$2:$A$145</c:f>
              <c:numCache>
                <c:formatCode>General</c:formatCode>
                <c:ptCount val="144"/>
                <c:pt idx="0">
                  <c:v>0</c:v>
                </c:pt>
                <c:pt idx="1">
                  <c:v>0.0417</c:v>
                </c:pt>
                <c:pt idx="2">
                  <c:v>0.0833</c:v>
                </c:pt>
                <c:pt idx="3">
                  <c:v>0.125</c:v>
                </c:pt>
                <c:pt idx="4">
                  <c:v>0.1667</c:v>
                </c:pt>
                <c:pt idx="5">
                  <c:v>0.2083</c:v>
                </c:pt>
                <c:pt idx="6">
                  <c:v>0.25</c:v>
                </c:pt>
                <c:pt idx="7">
                  <c:v>0.2917</c:v>
                </c:pt>
                <c:pt idx="8">
                  <c:v>0.3333</c:v>
                </c:pt>
                <c:pt idx="9">
                  <c:v>0.375</c:v>
                </c:pt>
                <c:pt idx="10">
                  <c:v>0.4167</c:v>
                </c:pt>
                <c:pt idx="11">
                  <c:v>0.4583</c:v>
                </c:pt>
                <c:pt idx="12">
                  <c:v>0.5</c:v>
                </c:pt>
                <c:pt idx="13">
                  <c:v>0.5417</c:v>
                </c:pt>
                <c:pt idx="14">
                  <c:v>0.5833</c:v>
                </c:pt>
                <c:pt idx="15">
                  <c:v>0.625</c:v>
                </c:pt>
                <c:pt idx="16">
                  <c:v>0.6667</c:v>
                </c:pt>
                <c:pt idx="17">
                  <c:v>0.7083</c:v>
                </c:pt>
                <c:pt idx="18">
                  <c:v>0.75</c:v>
                </c:pt>
                <c:pt idx="19">
                  <c:v>0.7917</c:v>
                </c:pt>
                <c:pt idx="20">
                  <c:v>0.8333</c:v>
                </c:pt>
                <c:pt idx="21">
                  <c:v>0.875</c:v>
                </c:pt>
                <c:pt idx="22">
                  <c:v>0.9167</c:v>
                </c:pt>
                <c:pt idx="23">
                  <c:v>0.9583</c:v>
                </c:pt>
                <c:pt idx="24">
                  <c:v>1</c:v>
                </c:pt>
                <c:pt idx="25">
                  <c:v>1.0417</c:v>
                </c:pt>
                <c:pt idx="26">
                  <c:v>1.0833</c:v>
                </c:pt>
                <c:pt idx="27">
                  <c:v>1.125</c:v>
                </c:pt>
                <c:pt idx="28">
                  <c:v>1.1667</c:v>
                </c:pt>
                <c:pt idx="29">
                  <c:v>1.2083</c:v>
                </c:pt>
                <c:pt idx="30">
                  <c:v>1.25</c:v>
                </c:pt>
                <c:pt idx="31">
                  <c:v>1.2917</c:v>
                </c:pt>
                <c:pt idx="32">
                  <c:v>1.3333</c:v>
                </c:pt>
                <c:pt idx="33">
                  <c:v>1.375</c:v>
                </c:pt>
                <c:pt idx="34">
                  <c:v>1.4167</c:v>
                </c:pt>
                <c:pt idx="35">
                  <c:v>1.4583</c:v>
                </c:pt>
                <c:pt idx="36">
                  <c:v>1.5</c:v>
                </c:pt>
                <c:pt idx="37">
                  <c:v>1.5417</c:v>
                </c:pt>
                <c:pt idx="38">
                  <c:v>1.5833</c:v>
                </c:pt>
                <c:pt idx="39">
                  <c:v>1.625</c:v>
                </c:pt>
                <c:pt idx="40">
                  <c:v>1.6667</c:v>
                </c:pt>
                <c:pt idx="41">
                  <c:v>1.7083</c:v>
                </c:pt>
                <c:pt idx="42">
                  <c:v>1.75</c:v>
                </c:pt>
                <c:pt idx="43">
                  <c:v>1.7917</c:v>
                </c:pt>
                <c:pt idx="44">
                  <c:v>1.8333</c:v>
                </c:pt>
                <c:pt idx="45">
                  <c:v>1.875</c:v>
                </c:pt>
                <c:pt idx="46">
                  <c:v>1.9167</c:v>
                </c:pt>
                <c:pt idx="47">
                  <c:v>1.9583</c:v>
                </c:pt>
                <c:pt idx="48">
                  <c:v>2</c:v>
                </c:pt>
                <c:pt idx="49">
                  <c:v>2.0417</c:v>
                </c:pt>
                <c:pt idx="50">
                  <c:v>2.0833</c:v>
                </c:pt>
                <c:pt idx="51">
                  <c:v>2.125</c:v>
                </c:pt>
                <c:pt idx="52">
                  <c:v>2.1667</c:v>
                </c:pt>
                <c:pt idx="53">
                  <c:v>2.2083</c:v>
                </c:pt>
                <c:pt idx="54">
                  <c:v>2.25</c:v>
                </c:pt>
                <c:pt idx="55">
                  <c:v>2.2917</c:v>
                </c:pt>
                <c:pt idx="56">
                  <c:v>2.3333</c:v>
                </c:pt>
                <c:pt idx="57">
                  <c:v>2.375</c:v>
                </c:pt>
                <c:pt idx="58">
                  <c:v>2.4167</c:v>
                </c:pt>
                <c:pt idx="59">
                  <c:v>2.4583</c:v>
                </c:pt>
                <c:pt idx="60">
                  <c:v>2.5</c:v>
                </c:pt>
                <c:pt idx="61">
                  <c:v>2.5417</c:v>
                </c:pt>
                <c:pt idx="62">
                  <c:v>2.5833</c:v>
                </c:pt>
                <c:pt idx="63">
                  <c:v>2.625</c:v>
                </c:pt>
                <c:pt idx="64">
                  <c:v>2.6667</c:v>
                </c:pt>
                <c:pt idx="65">
                  <c:v>2.7083</c:v>
                </c:pt>
                <c:pt idx="66">
                  <c:v>2.75</c:v>
                </c:pt>
                <c:pt idx="67">
                  <c:v>2.7917</c:v>
                </c:pt>
                <c:pt idx="68">
                  <c:v>2.8333</c:v>
                </c:pt>
                <c:pt idx="69">
                  <c:v>2.875</c:v>
                </c:pt>
                <c:pt idx="70">
                  <c:v>2.9167</c:v>
                </c:pt>
                <c:pt idx="71">
                  <c:v>2.9583</c:v>
                </c:pt>
                <c:pt idx="72">
                  <c:v>3</c:v>
                </c:pt>
                <c:pt idx="73">
                  <c:v>3.0417</c:v>
                </c:pt>
                <c:pt idx="74">
                  <c:v>3.0833</c:v>
                </c:pt>
                <c:pt idx="75">
                  <c:v>3.125</c:v>
                </c:pt>
                <c:pt idx="76">
                  <c:v>3.1667</c:v>
                </c:pt>
                <c:pt idx="77">
                  <c:v>3.2083</c:v>
                </c:pt>
                <c:pt idx="78">
                  <c:v>3.25</c:v>
                </c:pt>
                <c:pt idx="79">
                  <c:v>3.2917</c:v>
                </c:pt>
                <c:pt idx="80">
                  <c:v>3.3333</c:v>
                </c:pt>
                <c:pt idx="81">
                  <c:v>3.375</c:v>
                </c:pt>
                <c:pt idx="82">
                  <c:v>3.4167</c:v>
                </c:pt>
                <c:pt idx="83">
                  <c:v>3.4583</c:v>
                </c:pt>
                <c:pt idx="84">
                  <c:v>3.5</c:v>
                </c:pt>
                <c:pt idx="85">
                  <c:v>3.5417</c:v>
                </c:pt>
                <c:pt idx="86">
                  <c:v>3.5833</c:v>
                </c:pt>
                <c:pt idx="87">
                  <c:v>3.625</c:v>
                </c:pt>
                <c:pt idx="88">
                  <c:v>3.6667</c:v>
                </c:pt>
                <c:pt idx="89">
                  <c:v>3.7083</c:v>
                </c:pt>
                <c:pt idx="90">
                  <c:v>3.75</c:v>
                </c:pt>
                <c:pt idx="91">
                  <c:v>3.7917</c:v>
                </c:pt>
                <c:pt idx="92">
                  <c:v>3.8333</c:v>
                </c:pt>
                <c:pt idx="93">
                  <c:v>3.875</c:v>
                </c:pt>
                <c:pt idx="94">
                  <c:v>3.9167</c:v>
                </c:pt>
                <c:pt idx="95">
                  <c:v>3.9583</c:v>
                </c:pt>
                <c:pt idx="96">
                  <c:v>4</c:v>
                </c:pt>
                <c:pt idx="97">
                  <c:v>4.0417</c:v>
                </c:pt>
                <c:pt idx="98">
                  <c:v>4.0833</c:v>
                </c:pt>
                <c:pt idx="99">
                  <c:v>4.125</c:v>
                </c:pt>
                <c:pt idx="100">
                  <c:v>4.1667</c:v>
                </c:pt>
                <c:pt idx="101">
                  <c:v>4.2083</c:v>
                </c:pt>
                <c:pt idx="102">
                  <c:v>4.25</c:v>
                </c:pt>
                <c:pt idx="103">
                  <c:v>4.2917</c:v>
                </c:pt>
                <c:pt idx="104">
                  <c:v>4.3333</c:v>
                </c:pt>
                <c:pt idx="105">
                  <c:v>4.375</c:v>
                </c:pt>
                <c:pt idx="106">
                  <c:v>4.4167</c:v>
                </c:pt>
                <c:pt idx="107">
                  <c:v>4.4583</c:v>
                </c:pt>
                <c:pt idx="108">
                  <c:v>4.5</c:v>
                </c:pt>
                <c:pt idx="109">
                  <c:v>4.5417</c:v>
                </c:pt>
                <c:pt idx="110">
                  <c:v>4.5833</c:v>
                </c:pt>
                <c:pt idx="111">
                  <c:v>4.625</c:v>
                </c:pt>
                <c:pt idx="112">
                  <c:v>4.6667</c:v>
                </c:pt>
                <c:pt idx="113">
                  <c:v>4.7083</c:v>
                </c:pt>
                <c:pt idx="114">
                  <c:v>4.75</c:v>
                </c:pt>
                <c:pt idx="115">
                  <c:v>4.7917</c:v>
                </c:pt>
                <c:pt idx="116">
                  <c:v>4.8333</c:v>
                </c:pt>
                <c:pt idx="117">
                  <c:v>4.875</c:v>
                </c:pt>
                <c:pt idx="118">
                  <c:v>4.9167</c:v>
                </c:pt>
                <c:pt idx="119">
                  <c:v>4.9583</c:v>
                </c:pt>
                <c:pt idx="120">
                  <c:v>5</c:v>
                </c:pt>
                <c:pt idx="121">
                  <c:v>5.0417</c:v>
                </c:pt>
                <c:pt idx="122">
                  <c:v>5.0833</c:v>
                </c:pt>
                <c:pt idx="123">
                  <c:v>5.125</c:v>
                </c:pt>
                <c:pt idx="124">
                  <c:v>5.1667</c:v>
                </c:pt>
                <c:pt idx="125">
                  <c:v>5.2083</c:v>
                </c:pt>
                <c:pt idx="126">
                  <c:v>5.25</c:v>
                </c:pt>
                <c:pt idx="127">
                  <c:v>5.2917</c:v>
                </c:pt>
                <c:pt idx="128">
                  <c:v>5.3333</c:v>
                </c:pt>
                <c:pt idx="129">
                  <c:v>5.375</c:v>
                </c:pt>
                <c:pt idx="130">
                  <c:v>5.4167</c:v>
                </c:pt>
                <c:pt idx="131">
                  <c:v>5.4583</c:v>
                </c:pt>
                <c:pt idx="132">
                  <c:v>5.5</c:v>
                </c:pt>
                <c:pt idx="133">
                  <c:v>5.5417</c:v>
                </c:pt>
                <c:pt idx="134">
                  <c:v>5.5833</c:v>
                </c:pt>
                <c:pt idx="135">
                  <c:v>5.625</c:v>
                </c:pt>
                <c:pt idx="136">
                  <c:v>5.6667</c:v>
                </c:pt>
                <c:pt idx="137">
                  <c:v>5.7083</c:v>
                </c:pt>
                <c:pt idx="138">
                  <c:v>5.75</c:v>
                </c:pt>
                <c:pt idx="139">
                  <c:v>5.7917</c:v>
                </c:pt>
                <c:pt idx="140">
                  <c:v>5.8333</c:v>
                </c:pt>
                <c:pt idx="141">
                  <c:v>5.875</c:v>
                </c:pt>
                <c:pt idx="142">
                  <c:v>5.9167</c:v>
                </c:pt>
                <c:pt idx="143">
                  <c:v>5.9583</c:v>
                </c:pt>
              </c:numCache>
            </c:numRef>
          </c:xVal>
          <c:yVal>
            <c:numRef>
              <c:f>Sheet1!$D$2:$D$145</c:f>
              <c:numCache>
                <c:formatCode>General</c:formatCode>
                <c:ptCount val="14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0.7637</c:v>
                </c:pt>
                <c:pt idx="8">
                  <c:v>1.8379</c:v>
                </c:pt>
                <c:pt idx="9">
                  <c:v>2.7739</c:v>
                </c:pt>
                <c:pt idx="10">
                  <c:v>3.539</c:v>
                </c:pt>
                <c:pt idx="11">
                  <c:v>3.9412</c:v>
                </c:pt>
                <c:pt idx="12">
                  <c:v>3.9859</c:v>
                </c:pt>
                <c:pt idx="13">
                  <c:v>3.8548</c:v>
                </c:pt>
                <c:pt idx="14">
                  <c:v>3.4091</c:v>
                </c:pt>
                <c:pt idx="15">
                  <c:v>2.6437</c:v>
                </c:pt>
                <c:pt idx="16">
                  <c:v>1.6257</c:v>
                </c:pt>
                <c:pt idx="17">
                  <c:v>0.5703</c:v>
                </c:pt>
                <c:pt idx="18">
                  <c:v>0.0351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0.7967</c:v>
                </c:pt>
                <c:pt idx="32">
                  <c:v>1.8377</c:v>
                </c:pt>
                <c:pt idx="33">
                  <c:v>2.8151</c:v>
                </c:pt>
                <c:pt idx="34">
                  <c:v>3.4949</c:v>
                </c:pt>
                <c:pt idx="35">
                  <c:v>3.8882</c:v>
                </c:pt>
                <c:pt idx="36">
                  <c:v>3.9087</c:v>
                </c:pt>
                <c:pt idx="37">
                  <c:v>3.5834</c:v>
                </c:pt>
                <c:pt idx="38">
                  <c:v>2.9981</c:v>
                </c:pt>
                <c:pt idx="39">
                  <c:v>2.1451</c:v>
                </c:pt>
                <c:pt idx="40">
                  <c:v>1.1393</c:v>
                </c:pt>
                <c:pt idx="41">
                  <c:v>0.4535</c:v>
                </c:pt>
                <c:pt idx="42">
                  <c:v>0.0289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0.8002</c:v>
                </c:pt>
                <c:pt idx="56">
                  <c:v>1.6993</c:v>
                </c:pt>
                <c:pt idx="57">
                  <c:v>2.5664</c:v>
                </c:pt>
                <c:pt idx="58">
                  <c:v>3.4067</c:v>
                </c:pt>
                <c:pt idx="59">
                  <c:v>3.7745</c:v>
                </c:pt>
                <c:pt idx="60">
                  <c:v>3.7697</c:v>
                </c:pt>
                <c:pt idx="61">
                  <c:v>3.6896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P50</c:v>
                </c:pt>
              </c:strCache>
            </c:strRef>
          </c:tx>
          <c:spPr>
            <a:solidFill>
              <a:srgbClr val="2A9D8F"/>
            </a:solidFill>
            <a:ln w="15875" cap="flat">
              <a:solidFill>
                <a:srgbClr val="2A9D8F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xVal>
            <c:numRef>
              <c:f>Sheet1!$A$2:$A$145</c:f>
              <c:numCache>
                <c:formatCode>General</c:formatCode>
                <c:ptCount val="144"/>
                <c:pt idx="0">
                  <c:v>0</c:v>
                </c:pt>
                <c:pt idx="1">
                  <c:v>0.0417</c:v>
                </c:pt>
                <c:pt idx="2">
                  <c:v>0.0833</c:v>
                </c:pt>
                <c:pt idx="3">
                  <c:v>0.125</c:v>
                </c:pt>
                <c:pt idx="4">
                  <c:v>0.1667</c:v>
                </c:pt>
                <c:pt idx="5">
                  <c:v>0.2083</c:v>
                </c:pt>
                <c:pt idx="6">
                  <c:v>0.25</c:v>
                </c:pt>
                <c:pt idx="7">
                  <c:v>0.2917</c:v>
                </c:pt>
                <c:pt idx="8">
                  <c:v>0.3333</c:v>
                </c:pt>
                <c:pt idx="9">
                  <c:v>0.375</c:v>
                </c:pt>
                <c:pt idx="10">
                  <c:v>0.4167</c:v>
                </c:pt>
                <c:pt idx="11">
                  <c:v>0.4583</c:v>
                </c:pt>
                <c:pt idx="12">
                  <c:v>0.5</c:v>
                </c:pt>
                <c:pt idx="13">
                  <c:v>0.5417</c:v>
                </c:pt>
                <c:pt idx="14">
                  <c:v>0.5833</c:v>
                </c:pt>
                <c:pt idx="15">
                  <c:v>0.625</c:v>
                </c:pt>
                <c:pt idx="16">
                  <c:v>0.6667</c:v>
                </c:pt>
                <c:pt idx="17">
                  <c:v>0.7083</c:v>
                </c:pt>
                <c:pt idx="18">
                  <c:v>0.75</c:v>
                </c:pt>
                <c:pt idx="19">
                  <c:v>0.7917</c:v>
                </c:pt>
                <c:pt idx="20">
                  <c:v>0.8333</c:v>
                </c:pt>
                <c:pt idx="21">
                  <c:v>0.875</c:v>
                </c:pt>
                <c:pt idx="22">
                  <c:v>0.9167</c:v>
                </c:pt>
                <c:pt idx="23">
                  <c:v>0.9583</c:v>
                </c:pt>
                <c:pt idx="24">
                  <c:v>1</c:v>
                </c:pt>
                <c:pt idx="25">
                  <c:v>1.0417</c:v>
                </c:pt>
                <c:pt idx="26">
                  <c:v>1.0833</c:v>
                </c:pt>
                <c:pt idx="27">
                  <c:v>1.125</c:v>
                </c:pt>
                <c:pt idx="28">
                  <c:v>1.1667</c:v>
                </c:pt>
                <c:pt idx="29">
                  <c:v>1.2083</c:v>
                </c:pt>
                <c:pt idx="30">
                  <c:v>1.25</c:v>
                </c:pt>
                <c:pt idx="31">
                  <c:v>1.2917</c:v>
                </c:pt>
                <c:pt idx="32">
                  <c:v>1.3333</c:v>
                </c:pt>
                <c:pt idx="33">
                  <c:v>1.375</c:v>
                </c:pt>
                <c:pt idx="34">
                  <c:v>1.4167</c:v>
                </c:pt>
                <c:pt idx="35">
                  <c:v>1.4583</c:v>
                </c:pt>
                <c:pt idx="36">
                  <c:v>1.5</c:v>
                </c:pt>
                <c:pt idx="37">
                  <c:v>1.5417</c:v>
                </c:pt>
                <c:pt idx="38">
                  <c:v>1.5833</c:v>
                </c:pt>
                <c:pt idx="39">
                  <c:v>1.625</c:v>
                </c:pt>
                <c:pt idx="40">
                  <c:v>1.6667</c:v>
                </c:pt>
                <c:pt idx="41">
                  <c:v>1.7083</c:v>
                </c:pt>
                <c:pt idx="42">
                  <c:v>1.75</c:v>
                </c:pt>
                <c:pt idx="43">
                  <c:v>1.7917</c:v>
                </c:pt>
                <c:pt idx="44">
                  <c:v>1.8333</c:v>
                </c:pt>
                <c:pt idx="45">
                  <c:v>1.875</c:v>
                </c:pt>
                <c:pt idx="46">
                  <c:v>1.9167</c:v>
                </c:pt>
                <c:pt idx="47">
                  <c:v>1.9583</c:v>
                </c:pt>
                <c:pt idx="48">
                  <c:v>2</c:v>
                </c:pt>
                <c:pt idx="49">
                  <c:v>2.0417</c:v>
                </c:pt>
                <c:pt idx="50">
                  <c:v>2.0833</c:v>
                </c:pt>
                <c:pt idx="51">
                  <c:v>2.125</c:v>
                </c:pt>
                <c:pt idx="52">
                  <c:v>2.1667</c:v>
                </c:pt>
                <c:pt idx="53">
                  <c:v>2.2083</c:v>
                </c:pt>
                <c:pt idx="54">
                  <c:v>2.25</c:v>
                </c:pt>
                <c:pt idx="55">
                  <c:v>2.2917</c:v>
                </c:pt>
                <c:pt idx="56">
                  <c:v>2.3333</c:v>
                </c:pt>
                <c:pt idx="57">
                  <c:v>2.375</c:v>
                </c:pt>
                <c:pt idx="58">
                  <c:v>2.4167</c:v>
                </c:pt>
                <c:pt idx="59">
                  <c:v>2.4583</c:v>
                </c:pt>
                <c:pt idx="60">
                  <c:v>2.5</c:v>
                </c:pt>
                <c:pt idx="61">
                  <c:v>2.5417</c:v>
                </c:pt>
                <c:pt idx="62">
                  <c:v>2.5833</c:v>
                </c:pt>
                <c:pt idx="63">
                  <c:v>2.625</c:v>
                </c:pt>
                <c:pt idx="64">
                  <c:v>2.6667</c:v>
                </c:pt>
                <c:pt idx="65">
                  <c:v>2.7083</c:v>
                </c:pt>
                <c:pt idx="66">
                  <c:v>2.75</c:v>
                </c:pt>
                <c:pt idx="67">
                  <c:v>2.7917</c:v>
                </c:pt>
                <c:pt idx="68">
                  <c:v>2.8333</c:v>
                </c:pt>
                <c:pt idx="69">
                  <c:v>2.875</c:v>
                </c:pt>
                <c:pt idx="70">
                  <c:v>2.9167</c:v>
                </c:pt>
                <c:pt idx="71">
                  <c:v>2.9583</c:v>
                </c:pt>
                <c:pt idx="72">
                  <c:v>3</c:v>
                </c:pt>
                <c:pt idx="73">
                  <c:v>3.0417</c:v>
                </c:pt>
                <c:pt idx="74">
                  <c:v>3.0833</c:v>
                </c:pt>
                <c:pt idx="75">
                  <c:v>3.125</c:v>
                </c:pt>
                <c:pt idx="76">
                  <c:v>3.1667</c:v>
                </c:pt>
                <c:pt idx="77">
                  <c:v>3.2083</c:v>
                </c:pt>
                <c:pt idx="78">
                  <c:v>3.25</c:v>
                </c:pt>
                <c:pt idx="79">
                  <c:v>3.2917</c:v>
                </c:pt>
                <c:pt idx="80">
                  <c:v>3.3333</c:v>
                </c:pt>
                <c:pt idx="81">
                  <c:v>3.375</c:v>
                </c:pt>
                <c:pt idx="82">
                  <c:v>3.4167</c:v>
                </c:pt>
                <c:pt idx="83">
                  <c:v>3.4583</c:v>
                </c:pt>
                <c:pt idx="84">
                  <c:v>3.5</c:v>
                </c:pt>
                <c:pt idx="85">
                  <c:v>3.5417</c:v>
                </c:pt>
                <c:pt idx="86">
                  <c:v>3.5833</c:v>
                </c:pt>
                <c:pt idx="87">
                  <c:v>3.625</c:v>
                </c:pt>
                <c:pt idx="88">
                  <c:v>3.6667</c:v>
                </c:pt>
                <c:pt idx="89">
                  <c:v>3.7083</c:v>
                </c:pt>
                <c:pt idx="90">
                  <c:v>3.75</c:v>
                </c:pt>
                <c:pt idx="91">
                  <c:v>3.7917</c:v>
                </c:pt>
                <c:pt idx="92">
                  <c:v>3.8333</c:v>
                </c:pt>
                <c:pt idx="93">
                  <c:v>3.875</c:v>
                </c:pt>
                <c:pt idx="94">
                  <c:v>3.9167</c:v>
                </c:pt>
                <c:pt idx="95">
                  <c:v>3.9583</c:v>
                </c:pt>
                <c:pt idx="96">
                  <c:v>4</c:v>
                </c:pt>
                <c:pt idx="97">
                  <c:v>4.0417</c:v>
                </c:pt>
                <c:pt idx="98">
                  <c:v>4.0833</c:v>
                </c:pt>
                <c:pt idx="99">
                  <c:v>4.125</c:v>
                </c:pt>
                <c:pt idx="100">
                  <c:v>4.1667</c:v>
                </c:pt>
                <c:pt idx="101">
                  <c:v>4.2083</c:v>
                </c:pt>
                <c:pt idx="102">
                  <c:v>4.25</c:v>
                </c:pt>
                <c:pt idx="103">
                  <c:v>4.2917</c:v>
                </c:pt>
                <c:pt idx="104">
                  <c:v>4.3333</c:v>
                </c:pt>
                <c:pt idx="105">
                  <c:v>4.375</c:v>
                </c:pt>
                <c:pt idx="106">
                  <c:v>4.4167</c:v>
                </c:pt>
                <c:pt idx="107">
                  <c:v>4.4583</c:v>
                </c:pt>
                <c:pt idx="108">
                  <c:v>4.5</c:v>
                </c:pt>
                <c:pt idx="109">
                  <c:v>4.5417</c:v>
                </c:pt>
                <c:pt idx="110">
                  <c:v>4.5833</c:v>
                </c:pt>
                <c:pt idx="111">
                  <c:v>4.625</c:v>
                </c:pt>
                <c:pt idx="112">
                  <c:v>4.6667</c:v>
                </c:pt>
                <c:pt idx="113">
                  <c:v>4.7083</c:v>
                </c:pt>
                <c:pt idx="114">
                  <c:v>4.75</c:v>
                </c:pt>
                <c:pt idx="115">
                  <c:v>4.7917</c:v>
                </c:pt>
                <c:pt idx="116">
                  <c:v>4.8333</c:v>
                </c:pt>
                <c:pt idx="117">
                  <c:v>4.875</c:v>
                </c:pt>
                <c:pt idx="118">
                  <c:v>4.9167</c:v>
                </c:pt>
                <c:pt idx="119">
                  <c:v>4.9583</c:v>
                </c:pt>
                <c:pt idx="120">
                  <c:v>5</c:v>
                </c:pt>
                <c:pt idx="121">
                  <c:v>5.0417</c:v>
                </c:pt>
                <c:pt idx="122">
                  <c:v>5.0833</c:v>
                </c:pt>
                <c:pt idx="123">
                  <c:v>5.125</c:v>
                </c:pt>
                <c:pt idx="124">
                  <c:v>5.1667</c:v>
                </c:pt>
                <c:pt idx="125">
                  <c:v>5.2083</c:v>
                </c:pt>
                <c:pt idx="126">
                  <c:v>5.25</c:v>
                </c:pt>
                <c:pt idx="127">
                  <c:v>5.2917</c:v>
                </c:pt>
                <c:pt idx="128">
                  <c:v>5.3333</c:v>
                </c:pt>
                <c:pt idx="129">
                  <c:v>5.375</c:v>
                </c:pt>
                <c:pt idx="130">
                  <c:v>5.4167</c:v>
                </c:pt>
                <c:pt idx="131">
                  <c:v>5.4583</c:v>
                </c:pt>
                <c:pt idx="132">
                  <c:v>5.5</c:v>
                </c:pt>
                <c:pt idx="133">
                  <c:v>5.5417</c:v>
                </c:pt>
                <c:pt idx="134">
                  <c:v>5.5833</c:v>
                </c:pt>
                <c:pt idx="135">
                  <c:v>5.625</c:v>
                </c:pt>
                <c:pt idx="136">
                  <c:v>5.6667</c:v>
                </c:pt>
                <c:pt idx="137">
                  <c:v>5.7083</c:v>
                </c:pt>
                <c:pt idx="138">
                  <c:v>5.75</c:v>
                </c:pt>
                <c:pt idx="139">
                  <c:v>5.7917</c:v>
                </c:pt>
                <c:pt idx="140">
                  <c:v>5.8333</c:v>
                </c:pt>
                <c:pt idx="141">
                  <c:v>5.875</c:v>
                </c:pt>
                <c:pt idx="142">
                  <c:v>5.9167</c:v>
                </c:pt>
                <c:pt idx="143">
                  <c:v>5.9583</c:v>
                </c:pt>
              </c:numCache>
            </c:numRef>
          </c:xVal>
          <c:yVal>
            <c:numRef>
              <c:f>Sheet1!$E$2:$E$145</c:f>
              <c:numCache>
                <c:formatCode>General</c:formatCode>
                <c:ptCount val="144"/>
                <c:pt idx="61">
                  <c:v>3.6896</c:v>
                </c:pt>
                <c:pt idx="62">
                  <c:v>2.8697</c:v>
                </c:pt>
                <c:pt idx="63">
                  <c:v>1.8069</c:v>
                </c:pt>
                <c:pt idx="64">
                  <c:v>1.16</c:v>
                </c:pt>
                <c:pt idx="65">
                  <c:v>0.51</c:v>
                </c:pt>
                <c:pt idx="66">
                  <c:v>0.0307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0.7739</c:v>
                </c:pt>
                <c:pt idx="80">
                  <c:v>1.2643</c:v>
                </c:pt>
                <c:pt idx="81">
                  <c:v>1.1527</c:v>
                </c:pt>
                <c:pt idx="82">
                  <c:v>1.2109</c:v>
                </c:pt>
                <c:pt idx="83">
                  <c:v>1.5001</c:v>
                </c:pt>
                <c:pt idx="84">
                  <c:v>1.4455</c:v>
                </c:pt>
                <c:pt idx="85">
                  <c:v>1.251</c:v>
                </c:pt>
                <c:pt idx="86">
                  <c:v>1.306</c:v>
                </c:pt>
                <c:pt idx="87">
                  <c:v>1.2595</c:v>
                </c:pt>
                <c:pt idx="88">
                  <c:v>0.657</c:v>
                </c:pt>
                <c:pt idx="89">
                  <c:v>0.1486</c:v>
                </c:pt>
                <c:pt idx="90">
                  <c:v>0.0177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0.2915</c:v>
                </c:pt>
                <c:pt idx="104">
                  <c:v>0.8441</c:v>
                </c:pt>
                <c:pt idx="105">
                  <c:v>1.1144</c:v>
                </c:pt>
                <c:pt idx="106">
                  <c:v>0.9288</c:v>
                </c:pt>
                <c:pt idx="107">
                  <c:v>1.008</c:v>
                </c:pt>
                <c:pt idx="108">
                  <c:v>1.0761</c:v>
                </c:pt>
                <c:pt idx="109">
                  <c:v>1.3447</c:v>
                </c:pt>
                <c:pt idx="110">
                  <c:v>1.4706</c:v>
                </c:pt>
                <c:pt idx="111">
                  <c:v>1.2129</c:v>
                </c:pt>
                <c:pt idx="112">
                  <c:v>0.8037</c:v>
                </c:pt>
                <c:pt idx="113">
                  <c:v>0.2398</c:v>
                </c:pt>
                <c:pt idx="114">
                  <c:v>0.0234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0.788</c:v>
                </c:pt>
                <c:pt idx="128">
                  <c:v>1.7419</c:v>
                </c:pt>
                <c:pt idx="129">
                  <c:v>2.3795</c:v>
                </c:pt>
                <c:pt idx="130">
                  <c:v>3.0606</c:v>
                </c:pt>
                <c:pt idx="131">
                  <c:v>3.6099</c:v>
                </c:pt>
                <c:pt idx="132">
                  <c:v>3.3132</c:v>
                </c:pt>
                <c:pt idx="133">
                  <c:v>2.6749</c:v>
                </c:pt>
                <c:pt idx="134">
                  <c:v>2.3645</c:v>
                </c:pt>
                <c:pt idx="135">
                  <c:v>1.8818</c:v>
                </c:pt>
                <c:pt idx="136">
                  <c:v>0.8918</c:v>
                </c:pt>
                <c:pt idx="137">
                  <c:v>0.3323</c:v>
                </c:pt>
                <c:pt idx="138">
                  <c:v>0.0337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1"/>
        <c:axPos val="b"/>
        <c:numFmt formatCode="0" sourceLinked="1"/>
        <c:majorTickMark val="none"/>
        <c:minorTickMark val="none"/>
        <c:tickLblPos val="nextTo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"/>
      </c:val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718096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718096"/>
                    </a:solidFill>
                    <a:latin typeface="Calibri"/>
                  </a:rPr>
                  <a:t>kWh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180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8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5</c:v>
                  </c:pt>
                  <c:pt idx="1">
                    <c:v>6</c:v>
                  </c:pt>
                  <c:pt idx="2">
                    <c:v>7</c:v>
                  </c:pt>
                  <c:pt idx="3">
                    <c:v>8</c:v>
                  </c:pt>
                  <c:pt idx="4">
                    <c:v>9</c:v>
                  </c:pt>
                  <c:pt idx="5">
                    <c:v>10</c:v>
                  </c:pt>
                  <c:pt idx="6">
                    <c:v>11</c:v>
                  </c:pt>
                  <c:pt idx="7">
                    <c:v>12</c:v>
                  </c:pt>
                  <c:pt idx="8">
                    <c:v>13</c:v>
                  </c:pt>
                  <c:pt idx="9">
                    <c:v>14</c:v>
                  </c:pt>
                  <c:pt idx="10">
                    <c:v>15</c:v>
                  </c:pt>
                  <c:pt idx="11">
                    <c:v>16</c:v>
                  </c:pt>
                  <c:pt idx="12">
                    <c:v>17</c:v>
                  </c:pt>
                  <c:pt idx="13">
                    <c:v>18</c:v>
                  </c:pt>
                  <c:pt idx="14">
                    <c:v>19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0.7739</c:v>
                </c:pt>
                <c:pt idx="3">
                  <c:v>1.2643</c:v>
                </c:pt>
                <c:pt idx="4">
                  <c:v>1.1527</c:v>
                </c:pt>
                <c:pt idx="5">
                  <c:v>1.2109</c:v>
                </c:pt>
                <c:pt idx="6">
                  <c:v>1.5001</c:v>
                </c:pt>
                <c:pt idx="7">
                  <c:v>1.4455</c:v>
                </c:pt>
                <c:pt idx="8">
                  <c:v>1.251</c:v>
                </c:pt>
                <c:pt idx="9">
                  <c:v>1.306</c:v>
                </c:pt>
                <c:pt idx="10">
                  <c:v>1.2595</c:v>
                </c:pt>
                <c:pt idx="11">
                  <c:v>0.657</c:v>
                </c:pt>
                <c:pt idx="12">
                  <c:v>0.1486</c:v>
                </c:pt>
                <c:pt idx="13">
                  <c:v>0.0177</c:v>
                </c:pt>
                <c:pt idx="1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1809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180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MVP: dashboard web 1 trang cho chủ hệ điện mặt trời áp mái. Các khối và nguồn tham khảo:
1. Thanh điều hướng trái – Solentra – Solar SaaS Dashboard (Figma) (dashboard 1 trang, sidebar): https://www.figma.com/community/file/1633736467361773655/solar-energy-saas-dashboard-solentra
2. Trạng thái + thời tiết – Enphase app – tab Status (thời tiết, trạng thái ở đầu trang): https://support.enphase.com/s/article/how-to-monitor-energy-data-in-the-enphase-app
3. Thẻ KPI – Huawei FusionSolar – Plant overview (yield hôm nay/tháng, KPI ở trên): https://support.huawei.com/enterprise/en/doc/EDOC1100096889/dcc45511/plant-overview
4. Biểu đồ quá khứ / dự báo – Solcast – rooftop site (vạch 'bây giờ', dải P10–P90): https://www.solarquotes.com.au/blog/solcast-update-2023/
5. Dự báo theo giờ – pv-forecast-card (Home Assistant) (thẻ dự báo kiểu thẻ thời tiết): https://github.com/dropqube/pv-forecast-card
6. Khai báo hệ thống – Solcast – thêm rooftop site (vị trí, kWp, góc nghiêng, hướng): https://www.solarquotes.com.au/blog/solcast-update-2023/
7. Cảnh báo màu – mySolarEdge + FusionSolar alarms (cảnh báo mã màu theo mức độ): https://www.solaredge.com/us/products/software-tools/mysolaredge
Khác: Soola – Solar Monitoring App UI kit (Figma) https://www.figma.com/community/file/1351099676254002625 cho phiên bản mobile sau MVP.
Số liệu trên wireframe lấy từ bộ dữ liệu mock; dự báo P50 là giá trị mock tương lai, P10/P90 = 0,72× / 1,18× P50.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community/file/1633736467361773655/solar-energy-saas-dashboard-solentra" TargetMode="External"/><Relationship Id="rId4" Type="http://schemas.openxmlformats.org/officeDocument/2006/relationships/hyperlink" Target="https://support.enphase.com/s/article/how-to-monitor-energy-data-in-the-enphase-app" TargetMode="External"/><Relationship Id="rId5" Type="http://schemas.openxmlformats.org/officeDocument/2006/relationships/hyperlink" Target="https://support.huawei.com/enterprise/en/doc/EDOC1100096889/dcc45511/plant-overview" TargetMode="External"/><Relationship Id="rId6" Type="http://schemas.openxmlformats.org/officeDocument/2006/relationships/hyperlink" Target="https://www.solarquotes.com.au/blog/solcast-update-2023/" TargetMode="External"/><Relationship Id="rId7" Type="http://schemas.openxmlformats.org/officeDocument/2006/relationships/hyperlink" Target="https://github.com/dropqube/pv-forecast-card" TargetMode="External"/><Relationship Id="rId8" Type="http://schemas.openxmlformats.org/officeDocument/2006/relationships/hyperlink" Target="https://www.solarquotes.com.au/blog/solcast-update-2023/" TargetMode="External"/><Relationship Id="rId9" Type="http://schemas.openxmlformats.org/officeDocument/2006/relationships/hyperlink" Target="https://www.solaredge.com/us/products/software-tools/mysolaredge" TargetMode="External"/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137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 – MVP dự báo điện mặt trời</a:t>
            </a:r>
            <a:endParaRPr lang="en-US" sz="2000" dirty="0"/>
          </a:p>
        </p:txBody>
      </p:sp>
      <p:sp>
        <p:nvSpPr>
          <p:cNvPr id="3" name="Slide subtitle"/>
          <p:cNvSpPr txBox="1"/>
          <p:nvPr/>
        </p:nvSpPr>
        <p:spPr>
          <a:xfrm>
            <a:off x="274320" y="4389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dashboard web. Mỗi khối dựng lại từ một mẫu tham khảo (số đỏ ↔ cột bên phải). Số liệu: dữ liệu mock.</a:t>
            </a:r>
            <a:endParaRPr lang="en-US" sz="900" dirty="0"/>
          </a:p>
        </p:txBody>
      </p:sp>
      <p:sp>
        <p:nvSpPr>
          <p:cNvPr id="4" name="Browser frame"/>
          <p:cNvSpPr/>
          <p:nvPr/>
        </p:nvSpPr>
        <p:spPr>
          <a:xfrm>
            <a:off x="274320" y="685800"/>
            <a:ext cx="6355080" cy="4297680"/>
          </a:xfrm>
          <a:prstGeom prst="roundRect">
            <a:avLst>
              <a:gd name="adj" fmla="val 1702"/>
            </a:avLst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Browser bar"/>
          <p:cNvSpPr/>
          <p:nvPr/>
        </p:nvSpPr>
        <p:spPr>
          <a:xfrm>
            <a:off x="292608" y="704088"/>
            <a:ext cx="6318504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Browser dot 0"/>
          <p:cNvSpPr/>
          <p:nvPr/>
        </p:nvSpPr>
        <p:spPr>
          <a:xfrm>
            <a:off x="365760" y="749808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Browser dot 1"/>
          <p:cNvSpPr/>
          <p:nvPr/>
        </p:nvSpPr>
        <p:spPr>
          <a:xfrm>
            <a:off x="484632" y="749808"/>
            <a:ext cx="82296" cy="8229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Browser dot 2"/>
          <p:cNvSpPr/>
          <p:nvPr/>
        </p:nvSpPr>
        <p:spPr>
          <a:xfrm>
            <a:off x="603504" y="749808"/>
            <a:ext cx="82296" cy="82296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9" name="Browser url"/>
          <p:cNvSpPr txBox="1"/>
          <p:nvPr/>
        </p:nvSpPr>
        <p:spPr>
          <a:xfrm>
            <a:off x="822960" y="72237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app.solarcast.vn/tong-quan</a:t>
            </a:r>
            <a:endParaRPr lang="en-US" sz="800" dirty="0"/>
          </a:p>
        </p:txBody>
      </p:sp>
      <p:sp>
        <p:nvSpPr>
          <p:cNvPr id="10" name="Sidebar"/>
          <p:cNvSpPr/>
          <p:nvPr/>
        </p:nvSpPr>
        <p:spPr>
          <a:xfrm>
            <a:off x="292608" y="886968"/>
            <a:ext cx="1051560" cy="4078224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11" name="Logo"/>
          <p:cNvSpPr txBox="1"/>
          <p:nvPr/>
        </p:nvSpPr>
        <p:spPr>
          <a:xfrm>
            <a:off x="429768" y="996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pPr indent="0" marL="0">
              <a:buNone/>
            </a:pPr>
            <a:r>
              <a:rPr lang="en-US" sz="1300" b="1" dirty="0">
                <a:solidFill>
                  <a:srgbClr val="E89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300" dirty="0"/>
          </a:p>
        </p:txBody>
      </p:sp>
      <p:sp>
        <p:nvSpPr>
          <p:cNvPr id="12" name="Nav active"/>
          <p:cNvSpPr/>
          <p:nvPr/>
        </p:nvSpPr>
        <p:spPr>
          <a:xfrm>
            <a:off x="365760" y="1307592"/>
            <a:ext cx="905256" cy="237744"/>
          </a:xfrm>
          <a:prstGeom prst="roundRect">
            <a:avLst>
              <a:gd name="adj" fmla="val 19231"/>
            </a:avLst>
          </a:prstGeom>
          <a:solidFill>
            <a:srgbClr val="E89B0C"/>
          </a:solidFill>
          <a:ln/>
        </p:spPr>
      </p:sp>
      <p:sp>
        <p:nvSpPr>
          <p:cNvPr id="13" name="Nav Tổng quan"/>
          <p:cNvSpPr txBox="1"/>
          <p:nvPr/>
        </p:nvSpPr>
        <p:spPr>
          <a:xfrm>
            <a:off x="457200" y="13441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000" dirty="0"/>
          </a:p>
        </p:txBody>
      </p:sp>
      <p:sp>
        <p:nvSpPr>
          <p:cNvPr id="14" name="Nav Dự báo"/>
          <p:cNvSpPr txBox="1"/>
          <p:nvPr/>
        </p:nvSpPr>
        <p:spPr>
          <a:xfrm>
            <a:off x="457200" y="16367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</a:t>
            </a:r>
            <a:endParaRPr lang="en-US" sz="1000" dirty="0"/>
          </a:p>
        </p:txBody>
      </p:sp>
      <p:sp>
        <p:nvSpPr>
          <p:cNvPr id="15" name="Nav Lịch sử"/>
          <p:cNvSpPr txBox="1"/>
          <p:nvPr/>
        </p:nvSpPr>
        <p:spPr>
          <a:xfrm>
            <a:off x="457200" y="1929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</a:t>
            </a:r>
            <a:endParaRPr lang="en-US" sz="1000" dirty="0"/>
          </a:p>
        </p:txBody>
      </p:sp>
      <p:sp>
        <p:nvSpPr>
          <p:cNvPr id="16" name="Nav Cảnh báo"/>
          <p:cNvSpPr txBox="1"/>
          <p:nvPr/>
        </p:nvSpPr>
        <p:spPr>
          <a:xfrm>
            <a:off x="457200" y="22219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1000" dirty="0"/>
          </a:p>
        </p:txBody>
      </p:sp>
      <p:sp>
        <p:nvSpPr>
          <p:cNvPr id="17" name="Nav Hệ thống"/>
          <p:cNvSpPr txBox="1"/>
          <p:nvPr/>
        </p:nvSpPr>
        <p:spPr>
          <a:xfrm>
            <a:off x="457200" y="25146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1000" dirty="0"/>
          </a:p>
        </p:txBody>
      </p:sp>
      <p:sp>
        <p:nvSpPr>
          <p:cNvPr id="18" name="System card"/>
          <p:cNvSpPr/>
          <p:nvPr/>
        </p:nvSpPr>
        <p:spPr>
          <a:xfrm>
            <a:off x="365760" y="4050792"/>
            <a:ext cx="905256" cy="822960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ystem card text"/>
          <p:cNvSpPr txBox="1"/>
          <p:nvPr/>
        </p:nvSpPr>
        <p:spPr>
          <a:xfrm>
            <a:off x="429768" y="4114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của bạn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kWp · 10° · Nam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TP.HCM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89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inverter ›</a:t>
            </a:r>
            <a:endParaRPr lang="en-US" sz="800" dirty="0"/>
          </a:p>
        </p:txBody>
      </p:sp>
      <p:sp>
        <p:nvSpPr>
          <p:cNvPr id="20" name="Ref badge 1 sidebar"/>
          <p:cNvSpPr/>
          <p:nvPr/>
        </p:nvSpPr>
        <p:spPr>
          <a:xfrm>
            <a:off x="1216152" y="96012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Ref badge 1 num sidebar"/>
          <p:cNvSpPr txBox="1"/>
          <p:nvPr/>
        </p:nvSpPr>
        <p:spPr>
          <a:xfrm>
            <a:off x="1216152" y="960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Ref badge 6 system"/>
          <p:cNvSpPr/>
          <p:nvPr/>
        </p:nvSpPr>
        <p:spPr>
          <a:xfrm>
            <a:off x="1216152" y="399592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Ref badge 6 num system"/>
          <p:cNvSpPr txBox="1"/>
          <p:nvPr/>
        </p:nvSpPr>
        <p:spPr>
          <a:xfrm>
            <a:off x="1216152" y="3995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Header site"/>
          <p:cNvSpPr txBox="1"/>
          <p:nvPr/>
        </p:nvSpPr>
        <p:spPr>
          <a:xfrm>
            <a:off x="1453896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mẫu · 5 kWp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Sáu 17/03 · 13:00 · cập nhật 5 phút trước</a:t>
            </a:r>
            <a:endParaRPr lang="en-US" sz="1000" dirty="0"/>
          </a:p>
        </p:txBody>
      </p:sp>
      <p:sp>
        <p:nvSpPr>
          <p:cNvPr id="25" name="Status pill"/>
          <p:cNvSpPr/>
          <p:nvPr/>
        </p:nvSpPr>
        <p:spPr>
          <a:xfrm>
            <a:off x="4187952" y="996696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26" name="Status text"/>
          <p:cNvSpPr txBox="1"/>
          <p:nvPr/>
        </p:nvSpPr>
        <p:spPr>
          <a:xfrm>
            <a:off x="4187952" y="996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phát 3,7 kW</a:t>
            </a:r>
            <a:endParaRPr lang="en-US" sz="900" dirty="0"/>
          </a:p>
        </p:txBody>
      </p:sp>
      <p:sp>
        <p:nvSpPr>
          <p:cNvPr id="27" name="Weather pill"/>
          <p:cNvSpPr/>
          <p:nvPr/>
        </p:nvSpPr>
        <p:spPr>
          <a:xfrm>
            <a:off x="5422392" y="99669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/>
        </p:spPr>
      </p:sp>
      <p:sp>
        <p:nvSpPr>
          <p:cNvPr id="28" name="Weather text"/>
          <p:cNvSpPr txBox="1"/>
          <p:nvPr/>
        </p:nvSpPr>
        <p:spPr>
          <a:xfrm>
            <a:off x="5422392" y="996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22°C · mây 60%</a:t>
            </a:r>
            <a:endParaRPr lang="en-US" sz="900" dirty="0"/>
          </a:p>
        </p:txBody>
      </p:sp>
      <p:sp>
        <p:nvSpPr>
          <p:cNvPr id="29" name="Ref badge 2 header"/>
          <p:cNvSpPr/>
          <p:nvPr/>
        </p:nvSpPr>
        <p:spPr>
          <a:xfrm>
            <a:off x="4096512" y="923544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Ref badge 2 num header"/>
          <p:cNvSpPr txBox="1"/>
          <p:nvPr/>
        </p:nvSpPr>
        <p:spPr>
          <a:xfrm>
            <a:off x="4096512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KPI 0 card"/>
          <p:cNvSpPr/>
          <p:nvPr/>
        </p:nvSpPr>
        <p:spPr>
          <a:xfrm>
            <a:off x="1453896" y="1389888"/>
            <a:ext cx="1197864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KPI 0 label"/>
          <p:cNvSpPr txBox="1"/>
          <p:nvPr/>
        </p:nvSpPr>
        <p:spPr>
          <a:xfrm>
            <a:off x="1545336" y="1453896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phát hôm nay</a:t>
            </a:r>
            <a:endParaRPr lang="en-US" sz="800" dirty="0"/>
          </a:p>
        </p:txBody>
      </p:sp>
      <p:sp>
        <p:nvSpPr>
          <p:cNvPr id="33" name="KPI 0 value"/>
          <p:cNvSpPr txBox="1"/>
          <p:nvPr/>
        </p:nvSpPr>
        <p:spPr>
          <a:xfrm>
            <a:off x="1545336" y="16002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 kWh</a:t>
            </a:r>
            <a:endParaRPr lang="en-US" sz="1500" dirty="0"/>
          </a:p>
        </p:txBody>
      </p:sp>
      <p:sp>
        <p:nvSpPr>
          <p:cNvPr id="34" name="KPI 0 sub"/>
          <p:cNvSpPr txBox="1"/>
          <p:nvPr/>
        </p:nvSpPr>
        <p:spPr>
          <a:xfrm>
            <a:off x="1545336" y="182880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đến 13:00</a:t>
            </a:r>
            <a:endParaRPr lang="en-US" sz="750" dirty="0"/>
          </a:p>
        </p:txBody>
      </p:sp>
      <p:sp>
        <p:nvSpPr>
          <p:cNvPr id="35" name="KPI 1 card"/>
          <p:cNvSpPr/>
          <p:nvPr/>
        </p:nvSpPr>
        <p:spPr>
          <a:xfrm>
            <a:off x="2743200" y="1389888"/>
            <a:ext cx="1197864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KPI 1 label"/>
          <p:cNvSpPr txBox="1"/>
          <p:nvPr/>
        </p:nvSpPr>
        <p:spPr>
          <a:xfrm>
            <a:off x="2834640" y="1453896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cả ngày</a:t>
            </a:r>
            <a:endParaRPr lang="en-US" sz="800" dirty="0"/>
          </a:p>
        </p:txBody>
      </p:sp>
      <p:sp>
        <p:nvSpPr>
          <p:cNvPr id="37" name="KPI 1 value"/>
          <p:cNvSpPr txBox="1"/>
          <p:nvPr/>
        </p:nvSpPr>
        <p:spPr>
          <a:xfrm>
            <a:off x="2834640" y="16002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26,1 kWh</a:t>
            </a:r>
            <a:endParaRPr lang="en-US" sz="1500" dirty="0"/>
          </a:p>
        </p:txBody>
      </p:sp>
      <p:sp>
        <p:nvSpPr>
          <p:cNvPr id="38" name="KPI 1 sub"/>
          <p:cNvSpPr txBox="1"/>
          <p:nvPr/>
        </p:nvSpPr>
        <p:spPr>
          <a:xfrm>
            <a:off x="2834640" y="182880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P10–P90: 21–28 kWh</a:t>
            </a:r>
            <a:endParaRPr lang="en-US" sz="750" dirty="0"/>
          </a:p>
        </p:txBody>
      </p:sp>
      <p:sp>
        <p:nvSpPr>
          <p:cNvPr id="39" name="KPI 2 card"/>
          <p:cNvSpPr/>
          <p:nvPr/>
        </p:nvSpPr>
        <p:spPr>
          <a:xfrm>
            <a:off x="4032504" y="1389888"/>
            <a:ext cx="1197864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KPI 2 label"/>
          <p:cNvSpPr txBox="1"/>
          <p:nvPr/>
        </p:nvSpPr>
        <p:spPr>
          <a:xfrm>
            <a:off x="4123944" y="1453896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mai 18/03</a:t>
            </a:r>
            <a:endParaRPr lang="en-US" sz="800" dirty="0"/>
          </a:p>
        </p:txBody>
      </p:sp>
      <p:sp>
        <p:nvSpPr>
          <p:cNvPr id="41" name="KPI 2 value"/>
          <p:cNvSpPr txBox="1"/>
          <p:nvPr/>
        </p:nvSpPr>
        <p:spPr>
          <a:xfrm>
            <a:off x="4123944" y="16002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 kWh</a:t>
            </a:r>
            <a:endParaRPr lang="en-US" sz="1500" dirty="0"/>
          </a:p>
        </p:txBody>
      </p:sp>
      <p:sp>
        <p:nvSpPr>
          <p:cNvPr id="42" name="KPI 2 sub"/>
          <p:cNvSpPr txBox="1"/>
          <p:nvPr/>
        </p:nvSpPr>
        <p:spPr>
          <a:xfrm>
            <a:off x="4123944" y="182880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-49% so với TB 7 ngày</a:t>
            </a:r>
            <a:endParaRPr lang="en-US" sz="750" dirty="0"/>
          </a:p>
        </p:txBody>
      </p:sp>
      <p:sp>
        <p:nvSpPr>
          <p:cNvPr id="43" name="KPI 3 card"/>
          <p:cNvSpPr/>
          <p:nvPr/>
        </p:nvSpPr>
        <p:spPr>
          <a:xfrm>
            <a:off x="5321808" y="1389888"/>
            <a:ext cx="1197864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KPI 3 label"/>
          <p:cNvSpPr txBox="1"/>
          <p:nvPr/>
        </p:nvSpPr>
        <p:spPr>
          <a:xfrm>
            <a:off x="5413248" y="1453896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7 ngày (MAE)</a:t>
            </a:r>
            <a:endParaRPr lang="en-US" sz="800" dirty="0"/>
          </a:p>
        </p:txBody>
      </p:sp>
      <p:sp>
        <p:nvSpPr>
          <p:cNvPr id="45" name="KPI 3 value"/>
          <p:cNvSpPr txBox="1"/>
          <p:nvPr/>
        </p:nvSpPr>
        <p:spPr>
          <a:xfrm>
            <a:off x="5413248" y="16002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 kWh</a:t>
            </a:r>
            <a:endParaRPr lang="en-US" sz="1500" dirty="0"/>
          </a:p>
        </p:txBody>
      </p:sp>
      <p:sp>
        <p:nvSpPr>
          <p:cNvPr id="46" name="KPI 3 sub"/>
          <p:cNvSpPr txBox="1"/>
          <p:nvPr/>
        </p:nvSpPr>
        <p:spPr>
          <a:xfrm>
            <a:off x="5413248" y="182880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mỗi giờ</a:t>
            </a:r>
            <a:endParaRPr lang="en-US" sz="750" dirty="0"/>
          </a:p>
        </p:txBody>
      </p:sp>
      <p:sp>
        <p:nvSpPr>
          <p:cNvPr id="47" name="Ref badge 3 kpi"/>
          <p:cNvSpPr/>
          <p:nvPr/>
        </p:nvSpPr>
        <p:spPr>
          <a:xfrm>
            <a:off x="1380744" y="1316736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Ref badge 3 num kpi"/>
          <p:cNvSpPr txBox="1"/>
          <p:nvPr/>
        </p:nvSpPr>
        <p:spPr>
          <a:xfrm>
            <a:off x="1380744" y="13167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Chart card"/>
          <p:cNvSpPr/>
          <p:nvPr/>
        </p:nvSpPr>
        <p:spPr>
          <a:xfrm>
            <a:off x="1453896" y="2084832"/>
            <a:ext cx="506577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Chart title"/>
          <p:cNvSpPr txBox="1"/>
          <p:nvPr/>
        </p:nvSpPr>
        <p:spPr>
          <a:xfrm>
            <a:off x="1563624" y="2157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lượng theo giờ: 3 ngày qua &amp; 3 ngày tới</a:t>
            </a:r>
            <a:endParaRPr lang="en-US" sz="1000" dirty="0"/>
          </a:p>
        </p:txBody>
      </p:sp>
      <p:sp>
        <p:nvSpPr>
          <p:cNvPr id="51" name="Legend actual line"/>
          <p:cNvSpPr/>
          <p:nvPr/>
        </p:nvSpPr>
        <p:spPr>
          <a:xfrm>
            <a:off x="4005072" y="2231136"/>
            <a:ext cx="182880" cy="0"/>
          </a:xfrm>
          <a:prstGeom prst="line">
            <a:avLst/>
          </a:prstGeom>
          <a:noFill/>
          <a:ln w="25400">
            <a:solidFill>
              <a:srgbClr val="E89B0C"/>
            </a:solidFill>
            <a:prstDash val="solid"/>
          </a:ln>
        </p:spPr>
      </p:sp>
      <p:sp>
        <p:nvSpPr>
          <p:cNvPr id="52" name="Legend actual text"/>
          <p:cNvSpPr txBox="1"/>
          <p:nvPr/>
        </p:nvSpPr>
        <p:spPr>
          <a:xfrm>
            <a:off x="422452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</a:t>
            </a:r>
            <a:endParaRPr lang="en-US" sz="800" dirty="0"/>
          </a:p>
        </p:txBody>
      </p:sp>
      <p:sp>
        <p:nvSpPr>
          <p:cNvPr id="53" name="Legend p50 line"/>
          <p:cNvSpPr/>
          <p:nvPr/>
        </p:nvSpPr>
        <p:spPr>
          <a:xfrm>
            <a:off x="4736592" y="2231136"/>
            <a:ext cx="18288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</p:sp>
      <p:sp>
        <p:nvSpPr>
          <p:cNvPr id="54" name="Legend p50 text"/>
          <p:cNvSpPr txBox="1"/>
          <p:nvPr/>
        </p:nvSpPr>
        <p:spPr>
          <a:xfrm>
            <a:off x="4956048" y="21579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P50</a:t>
            </a:r>
            <a:endParaRPr lang="en-US" sz="800" dirty="0"/>
          </a:p>
        </p:txBody>
      </p:sp>
      <p:sp>
        <p:nvSpPr>
          <p:cNvPr id="55" name="Legend band line"/>
          <p:cNvSpPr/>
          <p:nvPr/>
        </p:nvSpPr>
        <p:spPr>
          <a:xfrm>
            <a:off x="5623560" y="2231136"/>
            <a:ext cx="182880" cy="0"/>
          </a:xfrm>
          <a:prstGeom prst="line">
            <a:avLst/>
          </a:prstGeom>
          <a:noFill/>
          <a:ln w="25400">
            <a:solidFill>
              <a:srgbClr val="9FD3CC"/>
            </a:solidFill>
            <a:prstDash val="solid"/>
          </a:ln>
        </p:spPr>
      </p:sp>
      <p:sp>
        <p:nvSpPr>
          <p:cNvPr id="56" name="Legend band text"/>
          <p:cNvSpPr txBox="1"/>
          <p:nvPr/>
        </p:nvSpPr>
        <p:spPr>
          <a:xfrm>
            <a:off x="5843016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P10–P90</a:t>
            </a:r>
            <a:endParaRPr lang="en-US" sz="800" dirty="0"/>
          </a:p>
        </p:txBody>
      </p:sp>
      <p:graphicFrame>
        <p:nvGraphicFramePr>
          <p:cNvPr id="57" name="Forecast chart" descr=""/>
          <p:cNvGraphicFramePr/>
          <p:nvPr/>
        </p:nvGraphicFramePr>
        <p:xfrm>
          <a:off x="1499616" y="2359152"/>
          <a:ext cx="4974336" cy="12252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8" name="Day label 0"/>
          <p:cNvSpPr txBox="1"/>
          <p:nvPr/>
        </p:nvSpPr>
        <p:spPr>
          <a:xfrm>
            <a:off x="1847820" y="3391327"/>
            <a:ext cx="75444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15/03</a:t>
            </a:r>
            <a:endParaRPr lang="en-US" sz="800" dirty="0"/>
          </a:p>
        </p:txBody>
      </p:sp>
      <p:sp>
        <p:nvSpPr>
          <p:cNvPr id="59" name="Day label 1"/>
          <p:cNvSpPr txBox="1"/>
          <p:nvPr/>
        </p:nvSpPr>
        <p:spPr>
          <a:xfrm>
            <a:off x="2602260" y="3391327"/>
            <a:ext cx="75444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16/03</a:t>
            </a:r>
            <a:endParaRPr lang="en-US" sz="800" dirty="0"/>
          </a:p>
        </p:txBody>
      </p:sp>
      <p:sp>
        <p:nvSpPr>
          <p:cNvPr id="60" name="Day label 2"/>
          <p:cNvSpPr txBox="1"/>
          <p:nvPr/>
        </p:nvSpPr>
        <p:spPr>
          <a:xfrm>
            <a:off x="3356701" y="3391327"/>
            <a:ext cx="75444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17/03 (hôm nay)</a:t>
            </a:r>
            <a:endParaRPr lang="en-US" sz="800" dirty="0"/>
          </a:p>
        </p:txBody>
      </p:sp>
      <p:sp>
        <p:nvSpPr>
          <p:cNvPr id="61" name="Day label 3"/>
          <p:cNvSpPr txBox="1"/>
          <p:nvPr/>
        </p:nvSpPr>
        <p:spPr>
          <a:xfrm>
            <a:off x="4111142" y="3391327"/>
            <a:ext cx="75444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18/03</a:t>
            </a:r>
            <a:endParaRPr lang="en-US" sz="800" dirty="0"/>
          </a:p>
        </p:txBody>
      </p:sp>
      <p:sp>
        <p:nvSpPr>
          <p:cNvPr id="62" name="Day label 4"/>
          <p:cNvSpPr txBox="1"/>
          <p:nvPr/>
        </p:nvSpPr>
        <p:spPr>
          <a:xfrm>
            <a:off x="4865583" y="3391327"/>
            <a:ext cx="75444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19/03</a:t>
            </a:r>
            <a:endParaRPr lang="en-US" sz="800" dirty="0"/>
          </a:p>
        </p:txBody>
      </p:sp>
      <p:sp>
        <p:nvSpPr>
          <p:cNvPr id="63" name="Day label 5"/>
          <p:cNvSpPr txBox="1"/>
          <p:nvPr/>
        </p:nvSpPr>
        <p:spPr>
          <a:xfrm>
            <a:off x="5620024" y="3391327"/>
            <a:ext cx="75444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20/03</a:t>
            </a:r>
            <a:endParaRPr lang="en-US" sz="800" dirty="0"/>
          </a:p>
        </p:txBody>
      </p:sp>
      <p:sp>
        <p:nvSpPr>
          <p:cNvPr id="64" name="Now line"/>
          <p:cNvSpPr/>
          <p:nvPr/>
        </p:nvSpPr>
        <p:spPr>
          <a:xfrm>
            <a:off x="3765357" y="2432670"/>
            <a:ext cx="0" cy="931225"/>
          </a:xfrm>
          <a:prstGeom prst="line">
            <a:avLst/>
          </a:prstGeom>
          <a:noFill/>
          <a:ln w="12700">
            <a:solidFill>
              <a:srgbClr val="1B2433"/>
            </a:solidFill>
            <a:prstDash val="sysDot"/>
          </a:ln>
        </p:spPr>
      </p:sp>
      <p:sp>
        <p:nvSpPr>
          <p:cNvPr id="65" name="Now label"/>
          <p:cNvSpPr txBox="1"/>
          <p:nvPr/>
        </p:nvSpPr>
        <p:spPr>
          <a:xfrm>
            <a:off x="3801933" y="243267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Bây giờ</a:t>
            </a:r>
            <a:endParaRPr lang="en-US" sz="750" dirty="0"/>
          </a:p>
        </p:txBody>
      </p:sp>
      <p:sp>
        <p:nvSpPr>
          <p:cNvPr id="66" name="Ref badge 4 chart"/>
          <p:cNvSpPr/>
          <p:nvPr/>
        </p:nvSpPr>
        <p:spPr>
          <a:xfrm>
            <a:off x="1380744" y="201168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Ref badge 4 num chart"/>
          <p:cNvSpPr txBox="1"/>
          <p:nvPr/>
        </p:nvSpPr>
        <p:spPr>
          <a:xfrm>
            <a:off x="1380744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Tomorrow card"/>
          <p:cNvSpPr/>
          <p:nvPr/>
        </p:nvSpPr>
        <p:spPr>
          <a:xfrm>
            <a:off x="1453896" y="3749040"/>
            <a:ext cx="27889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Tomorrow title"/>
          <p:cNvSpPr txBox="1"/>
          <p:nvPr/>
        </p:nvSpPr>
        <p:spPr>
          <a:xfrm>
            <a:off x="1563624" y="38130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mai 18/03 theo giờ  </a:t>
            </a:r>
            <a:pPr indent="0" marL="0">
              <a:buNone/>
            </a:pPr>
            <a:r>
              <a:rPr lang="en-US" sz="8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mây 90–100% từ 9h</a:t>
            </a:r>
            <a:endParaRPr lang="en-US" sz="1000" dirty="0"/>
          </a:p>
        </p:txBody>
      </p:sp>
      <p:graphicFrame>
        <p:nvGraphicFramePr>
          <p:cNvPr id="70" name="Tomorrow chart" descr=""/>
          <p:cNvGraphicFramePr/>
          <p:nvPr/>
        </p:nvGraphicFramePr>
        <p:xfrm>
          <a:off x="1499616" y="3995928"/>
          <a:ext cx="2697480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1" name="Cloud cell 0"/>
          <p:cNvSpPr/>
          <p:nvPr/>
        </p:nvSpPr>
        <p:spPr>
          <a:xfrm>
            <a:off x="1773936" y="4709160"/>
            <a:ext cx="149108" cy="91440"/>
          </a:xfrm>
          <a:prstGeom prst="rect">
            <a:avLst/>
          </a:prstGeom>
          <a:solidFill>
            <a:srgbClr val="4A5568">
              <a:alpha val="16000"/>
            </a:srgbClr>
          </a:solidFill>
          <a:ln/>
        </p:spPr>
      </p:sp>
      <p:sp>
        <p:nvSpPr>
          <p:cNvPr id="72" name="Cloud cell 1"/>
          <p:cNvSpPr/>
          <p:nvPr/>
        </p:nvSpPr>
        <p:spPr>
          <a:xfrm>
            <a:off x="1932188" y="4709160"/>
            <a:ext cx="149108" cy="91440"/>
          </a:xfrm>
          <a:prstGeom prst="rect">
            <a:avLst/>
          </a:prstGeom>
          <a:solidFill>
            <a:srgbClr val="4A5568">
              <a:alpha val="16000"/>
            </a:srgbClr>
          </a:solidFill>
          <a:ln/>
        </p:spPr>
      </p:sp>
      <p:sp>
        <p:nvSpPr>
          <p:cNvPr id="73" name="Cloud cell 2"/>
          <p:cNvSpPr/>
          <p:nvPr/>
        </p:nvSpPr>
        <p:spPr>
          <a:xfrm>
            <a:off x="2090440" y="4709160"/>
            <a:ext cx="149108" cy="91440"/>
          </a:xfrm>
          <a:prstGeom prst="rect">
            <a:avLst/>
          </a:prstGeom>
          <a:solidFill>
            <a:srgbClr val="4A5568">
              <a:alpha val="56000"/>
            </a:srgbClr>
          </a:solidFill>
          <a:ln/>
        </p:spPr>
      </p:sp>
      <p:sp>
        <p:nvSpPr>
          <p:cNvPr id="74" name="Cloud cell 3"/>
          <p:cNvSpPr/>
          <p:nvPr/>
        </p:nvSpPr>
        <p:spPr>
          <a:xfrm>
            <a:off x="2248692" y="4709160"/>
            <a:ext cx="149108" cy="91440"/>
          </a:xfrm>
          <a:prstGeom prst="rect">
            <a:avLst/>
          </a:prstGeom>
          <a:solidFill>
            <a:srgbClr val="4A5568">
              <a:alpha val="16000"/>
            </a:srgbClr>
          </a:solidFill>
          <a:ln/>
        </p:spPr>
      </p:sp>
      <p:sp>
        <p:nvSpPr>
          <p:cNvPr id="75" name="Cloud cell 4"/>
          <p:cNvSpPr/>
          <p:nvPr/>
        </p:nvSpPr>
        <p:spPr>
          <a:xfrm>
            <a:off x="2406945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76" name="Cloud cell 5"/>
          <p:cNvSpPr/>
          <p:nvPr/>
        </p:nvSpPr>
        <p:spPr>
          <a:xfrm>
            <a:off x="2565197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77" name="Cloud cell 6"/>
          <p:cNvSpPr/>
          <p:nvPr/>
        </p:nvSpPr>
        <p:spPr>
          <a:xfrm>
            <a:off x="2723449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78" name="Cloud cell 7"/>
          <p:cNvSpPr/>
          <p:nvPr/>
        </p:nvSpPr>
        <p:spPr>
          <a:xfrm>
            <a:off x="2881701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79" name="Cloud cell 8"/>
          <p:cNvSpPr/>
          <p:nvPr/>
        </p:nvSpPr>
        <p:spPr>
          <a:xfrm>
            <a:off x="3039953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80" name="Cloud cell 9"/>
          <p:cNvSpPr/>
          <p:nvPr/>
        </p:nvSpPr>
        <p:spPr>
          <a:xfrm>
            <a:off x="3198205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81" name="Cloud cell 10"/>
          <p:cNvSpPr/>
          <p:nvPr/>
        </p:nvSpPr>
        <p:spPr>
          <a:xfrm>
            <a:off x="3356458" y="4709160"/>
            <a:ext cx="149108" cy="91440"/>
          </a:xfrm>
          <a:prstGeom prst="rect">
            <a:avLst/>
          </a:prstGeom>
          <a:solidFill>
            <a:srgbClr val="4A5568">
              <a:alpha val="72000"/>
            </a:srgbClr>
          </a:solidFill>
          <a:ln/>
        </p:spPr>
      </p:sp>
      <p:sp>
        <p:nvSpPr>
          <p:cNvPr id="82" name="Cloud cell 11"/>
          <p:cNvSpPr/>
          <p:nvPr/>
        </p:nvSpPr>
        <p:spPr>
          <a:xfrm>
            <a:off x="3514710" y="4709160"/>
            <a:ext cx="149108" cy="91440"/>
          </a:xfrm>
          <a:prstGeom prst="rect">
            <a:avLst/>
          </a:prstGeom>
          <a:solidFill>
            <a:srgbClr val="4A5568">
              <a:alpha val="72000"/>
            </a:srgbClr>
          </a:solidFill>
          <a:ln/>
        </p:spPr>
      </p:sp>
      <p:sp>
        <p:nvSpPr>
          <p:cNvPr id="83" name="Cloud cell 12"/>
          <p:cNvSpPr/>
          <p:nvPr/>
        </p:nvSpPr>
        <p:spPr>
          <a:xfrm>
            <a:off x="3672962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84" name="Cloud cell 13"/>
          <p:cNvSpPr/>
          <p:nvPr/>
        </p:nvSpPr>
        <p:spPr>
          <a:xfrm>
            <a:off x="3831214" y="4709160"/>
            <a:ext cx="149108" cy="91440"/>
          </a:xfrm>
          <a:prstGeom prst="rect">
            <a:avLst/>
          </a:prstGeom>
          <a:solidFill>
            <a:srgbClr val="4A5568">
              <a:alpha val="40000"/>
            </a:srgbClr>
          </a:solidFill>
          <a:ln/>
        </p:spPr>
      </p:sp>
      <p:sp>
        <p:nvSpPr>
          <p:cNvPr id="85" name="Cloud cell 14"/>
          <p:cNvSpPr/>
          <p:nvPr/>
        </p:nvSpPr>
        <p:spPr>
          <a:xfrm>
            <a:off x="3989466" y="4709160"/>
            <a:ext cx="149108" cy="91440"/>
          </a:xfrm>
          <a:prstGeom prst="rect">
            <a:avLst/>
          </a:prstGeom>
          <a:solidFill>
            <a:srgbClr val="4A5568">
              <a:alpha val="80000"/>
            </a:srgbClr>
          </a:solidFill>
          <a:ln/>
        </p:spPr>
      </p:sp>
      <p:sp>
        <p:nvSpPr>
          <p:cNvPr id="86" name="Cloud label"/>
          <p:cNvSpPr txBox="1"/>
          <p:nvPr/>
        </p:nvSpPr>
        <p:spPr>
          <a:xfrm>
            <a:off x="1527048" y="469087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mây</a:t>
            </a:r>
            <a:endParaRPr lang="en-US" sz="700" dirty="0"/>
          </a:p>
        </p:txBody>
      </p:sp>
      <p:sp>
        <p:nvSpPr>
          <p:cNvPr id="87" name="Ref badge 5 tomorrow"/>
          <p:cNvSpPr/>
          <p:nvPr/>
        </p:nvSpPr>
        <p:spPr>
          <a:xfrm>
            <a:off x="1380744" y="367588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Ref badge 5 num tomorrow"/>
          <p:cNvSpPr txBox="1"/>
          <p:nvPr/>
        </p:nvSpPr>
        <p:spPr>
          <a:xfrm>
            <a:off x="1380744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9" name="Alerts card"/>
          <p:cNvSpPr/>
          <p:nvPr/>
        </p:nvSpPr>
        <p:spPr>
          <a:xfrm>
            <a:off x="4334256" y="3749040"/>
            <a:ext cx="2185416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0" name="Alerts title"/>
          <p:cNvSpPr txBox="1"/>
          <p:nvPr/>
        </p:nvSpPr>
        <p:spPr>
          <a:xfrm>
            <a:off x="4443984" y="381304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&amp; gợi ý</a:t>
            </a:r>
            <a:endParaRPr lang="en-US" sz="1000" dirty="0"/>
          </a:p>
        </p:txBody>
      </p:sp>
      <p:sp>
        <p:nvSpPr>
          <p:cNvPr id="91" name="Alert 0 bg"/>
          <p:cNvSpPr/>
          <p:nvPr/>
        </p:nvSpPr>
        <p:spPr>
          <a:xfrm>
            <a:off x="4407408" y="4014216"/>
            <a:ext cx="2039112" cy="234696"/>
          </a:xfrm>
          <a:prstGeom prst="roundRect">
            <a:avLst>
              <a:gd name="adj" fmla="val 15584"/>
            </a:avLst>
          </a:prstGeom>
          <a:solidFill>
            <a:srgbClr val="FCE9E4"/>
          </a:solidFill>
          <a:ln/>
        </p:spPr>
      </p:sp>
      <p:sp>
        <p:nvSpPr>
          <p:cNvPr id="92" name="Alert 0 dot"/>
          <p:cNvSpPr/>
          <p:nvPr/>
        </p:nvSpPr>
        <p:spPr>
          <a:xfrm>
            <a:off x="4471416" y="4090416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3" name="Alert 0 text"/>
          <p:cNvSpPr txBox="1"/>
          <p:nvPr/>
        </p:nvSpPr>
        <p:spPr>
          <a:xfrm>
            <a:off x="4608576" y="4041648"/>
            <a:ext cx="1801368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mai nhiều mây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12 kWh, thấp hơn TB 7 ngày 49%</a:t>
            </a:r>
            <a:endParaRPr lang="en-US" sz="850" dirty="0"/>
          </a:p>
        </p:txBody>
      </p:sp>
      <p:sp>
        <p:nvSpPr>
          <p:cNvPr id="94" name="Alert 1 bg"/>
          <p:cNvSpPr/>
          <p:nvPr/>
        </p:nvSpPr>
        <p:spPr>
          <a:xfrm>
            <a:off x="4407408" y="4294632"/>
            <a:ext cx="2039112" cy="234696"/>
          </a:xfrm>
          <a:prstGeom prst="roundRect">
            <a:avLst>
              <a:gd name="adj" fmla="val 15584"/>
            </a:avLst>
          </a:prstGeom>
          <a:solidFill>
            <a:srgbClr val="FDF3DC"/>
          </a:solidFill>
          <a:ln/>
        </p:spPr>
      </p:sp>
      <p:sp>
        <p:nvSpPr>
          <p:cNvPr id="95" name="Alert 1 dot"/>
          <p:cNvSpPr/>
          <p:nvPr/>
        </p:nvSpPr>
        <p:spPr>
          <a:xfrm>
            <a:off x="4471416" y="4370832"/>
            <a:ext cx="82296" cy="82296"/>
          </a:xfrm>
          <a:prstGeom prst="ellipse">
            <a:avLst/>
          </a:prstGeom>
          <a:solidFill>
            <a:srgbClr val="E89B0C"/>
          </a:solidFill>
          <a:ln/>
        </p:spPr>
      </p:sp>
      <p:sp>
        <p:nvSpPr>
          <p:cNvPr id="96" name="Alert 1 text"/>
          <p:cNvSpPr txBox="1"/>
          <p:nvPr/>
        </p:nvSpPr>
        <p:spPr>
          <a:xfrm>
            <a:off x="4608576" y="4322064"/>
            <a:ext cx="1801368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 hơn dự báo 15%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10–12h hôm qua · kiểm tra bụi, bóng che</a:t>
            </a:r>
            <a:endParaRPr lang="en-US" sz="850" dirty="0"/>
          </a:p>
        </p:txBody>
      </p:sp>
      <p:sp>
        <p:nvSpPr>
          <p:cNvPr id="97" name="Alert 2 bg"/>
          <p:cNvSpPr/>
          <p:nvPr/>
        </p:nvSpPr>
        <p:spPr>
          <a:xfrm>
            <a:off x="4407408" y="4575048"/>
            <a:ext cx="2039112" cy="234696"/>
          </a:xfrm>
          <a:prstGeom prst="roundRect">
            <a:avLst>
              <a:gd name="adj" fmla="val 15584"/>
            </a:avLst>
          </a:prstGeom>
          <a:solidFill>
            <a:srgbClr val="E6F4F2"/>
          </a:solidFill>
          <a:ln/>
        </p:spPr>
      </p:sp>
      <p:sp>
        <p:nvSpPr>
          <p:cNvPr id="98" name="Alert 2 dot"/>
          <p:cNvSpPr/>
          <p:nvPr/>
        </p:nvSpPr>
        <p:spPr>
          <a:xfrm>
            <a:off x="4471416" y="4651248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9" name="Alert 2 text"/>
          <p:cNvSpPr txBox="1"/>
          <p:nvPr/>
        </p:nvSpPr>
        <p:spPr>
          <a:xfrm>
            <a:off x="4608576" y="4602480"/>
            <a:ext cx="1801368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dùng điện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máy giặt, bơm nước 11–13h hôm nay</a:t>
            </a:r>
            <a:endParaRPr lang="en-US" sz="850" dirty="0"/>
          </a:p>
        </p:txBody>
      </p:sp>
      <p:sp>
        <p:nvSpPr>
          <p:cNvPr id="100" name="Ref badge 7 alerts"/>
          <p:cNvSpPr/>
          <p:nvPr/>
        </p:nvSpPr>
        <p:spPr>
          <a:xfrm>
            <a:off x="4261104" y="367588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Ref badge 7 num alerts"/>
          <p:cNvSpPr txBox="1"/>
          <p:nvPr/>
        </p:nvSpPr>
        <p:spPr>
          <a:xfrm>
            <a:off x="4261104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2" name="Refs title"/>
          <p:cNvSpPr txBox="1"/>
          <p:nvPr/>
        </p:nvSpPr>
        <p:spPr>
          <a:xfrm>
            <a:off x="6812280" y="685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khảo</a:t>
            </a:r>
            <a:endParaRPr lang="en-US" sz="1200" dirty="0"/>
          </a:p>
        </p:txBody>
      </p:sp>
      <p:sp>
        <p:nvSpPr>
          <p:cNvPr id="103" name="Ref badge 1 ref list"/>
          <p:cNvSpPr/>
          <p:nvPr/>
        </p:nvSpPr>
        <p:spPr>
          <a:xfrm>
            <a:off x="6812280" y="941832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Ref badge 1 num ref list"/>
          <p:cNvSpPr txBox="1"/>
          <p:nvPr/>
        </p:nvSpPr>
        <p:spPr>
          <a:xfrm>
            <a:off x="6812280" y="941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5" name="Ref 1 text"/>
          <p:cNvSpPr txBox="1"/>
          <p:nvPr/>
        </p:nvSpPr>
        <p:spPr>
          <a:xfrm>
            <a:off x="7068312" y="93268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điều hướng trái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www.figma.com/community/file/1633736467361773655/solar-energy-saas-dashboard-solentr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Solentra – Solar SaaS Dashboard (Figma)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trang, sidebar</a:t>
            </a:r>
            <a:endParaRPr lang="en-US" sz="850" dirty="0"/>
          </a:p>
        </p:txBody>
      </p:sp>
      <p:sp>
        <p:nvSpPr>
          <p:cNvPr id="106" name="Ref badge 2 ref list"/>
          <p:cNvSpPr/>
          <p:nvPr/>
        </p:nvSpPr>
        <p:spPr>
          <a:xfrm>
            <a:off x="6812280" y="152704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Ref badge 2 num ref list"/>
          <p:cNvSpPr txBox="1"/>
          <p:nvPr/>
        </p:nvSpPr>
        <p:spPr>
          <a:xfrm>
            <a:off x="6812280" y="1527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8" name="Ref 2 text"/>
          <p:cNvSpPr txBox="1"/>
          <p:nvPr/>
        </p:nvSpPr>
        <p:spPr>
          <a:xfrm>
            <a:off x="7068312" y="151790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+ thời tiết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support.enphase.com/s/article/how-to-monitor-energy-data-in-the-enphase-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Enphase app – tab 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tiết, trạng thái ở đầu trang</a:t>
            </a:r>
            <a:endParaRPr lang="en-US" sz="850" dirty="0"/>
          </a:p>
        </p:txBody>
      </p:sp>
      <p:sp>
        <p:nvSpPr>
          <p:cNvPr id="109" name="Ref badge 3 ref list"/>
          <p:cNvSpPr/>
          <p:nvPr/>
        </p:nvSpPr>
        <p:spPr>
          <a:xfrm>
            <a:off x="6812280" y="2112264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Ref badge 3 num ref list"/>
          <p:cNvSpPr txBox="1"/>
          <p:nvPr/>
        </p:nvSpPr>
        <p:spPr>
          <a:xfrm>
            <a:off x="6812280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1" name="Ref 3 text"/>
          <p:cNvSpPr txBox="1"/>
          <p:nvPr/>
        </p:nvSpPr>
        <p:spPr>
          <a:xfrm>
            <a:off x="7068312" y="2103120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KPI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support.huawei.com/enterprise/en/doc/EDOC1100096889/dcc45511/plant-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Huawei FusionSolar – Plant overview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hôm nay/tháng, KPI ở trên</a:t>
            </a:r>
            <a:endParaRPr lang="en-US" sz="850" dirty="0"/>
          </a:p>
        </p:txBody>
      </p:sp>
      <p:sp>
        <p:nvSpPr>
          <p:cNvPr id="112" name="Ref badge 4 ref list"/>
          <p:cNvSpPr/>
          <p:nvPr/>
        </p:nvSpPr>
        <p:spPr>
          <a:xfrm>
            <a:off x="6812280" y="269748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Ref badge 4 num ref list"/>
          <p:cNvSpPr txBox="1"/>
          <p:nvPr/>
        </p:nvSpPr>
        <p:spPr>
          <a:xfrm>
            <a:off x="681228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4" name="Ref 4 text"/>
          <p:cNvSpPr txBox="1"/>
          <p:nvPr/>
        </p:nvSpPr>
        <p:spPr>
          <a:xfrm>
            <a:off x="7068312" y="268833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quá khứ / dự báo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www.solarquotes.com.au/blog/solcast-update-2023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Solcast – rooftop site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vạch 'bây giờ', dải P10–P90</a:t>
            </a:r>
            <a:endParaRPr lang="en-US" sz="850" dirty="0"/>
          </a:p>
        </p:txBody>
      </p:sp>
      <p:sp>
        <p:nvSpPr>
          <p:cNvPr id="115" name="Ref badge 5 ref list"/>
          <p:cNvSpPr/>
          <p:nvPr/>
        </p:nvSpPr>
        <p:spPr>
          <a:xfrm>
            <a:off x="6812280" y="3282696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Ref badge 5 num ref list"/>
          <p:cNvSpPr txBox="1"/>
          <p:nvPr/>
        </p:nvSpPr>
        <p:spPr>
          <a:xfrm>
            <a:off x="681228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7" name="Ref 5 text"/>
          <p:cNvSpPr txBox="1"/>
          <p:nvPr/>
        </p:nvSpPr>
        <p:spPr>
          <a:xfrm>
            <a:off x="7068312" y="327355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theo giờ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github.com/dropqube/pv-forecast-c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pv-forecast-card (Home Assistant)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dự báo kiểu thẻ thời tiết</a:t>
            </a:r>
            <a:endParaRPr lang="en-US" sz="850" dirty="0"/>
          </a:p>
        </p:txBody>
      </p:sp>
      <p:sp>
        <p:nvSpPr>
          <p:cNvPr id="118" name="Ref badge 6 ref list"/>
          <p:cNvSpPr/>
          <p:nvPr/>
        </p:nvSpPr>
        <p:spPr>
          <a:xfrm>
            <a:off x="6812280" y="3867912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Ref badge 6 num ref list"/>
          <p:cNvSpPr txBox="1"/>
          <p:nvPr/>
        </p:nvSpPr>
        <p:spPr>
          <a:xfrm>
            <a:off x="6812280" y="3867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0" name="Ref 6 text"/>
          <p:cNvSpPr txBox="1"/>
          <p:nvPr/>
        </p:nvSpPr>
        <p:spPr>
          <a:xfrm>
            <a:off x="7068312" y="385876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hệ thống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www.solarquotes.com.au/blog/solcast-update-2023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Solcast – thêm rooftop site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trí, kWp, góc nghiêng, hướng</a:t>
            </a:r>
            <a:endParaRPr lang="en-US" sz="850" dirty="0"/>
          </a:p>
        </p:txBody>
      </p:sp>
      <p:sp>
        <p:nvSpPr>
          <p:cNvPr id="121" name="Ref badge 7 ref list"/>
          <p:cNvSpPr/>
          <p:nvPr/>
        </p:nvSpPr>
        <p:spPr>
          <a:xfrm>
            <a:off x="6812280" y="445312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Ref badge 7 num ref list"/>
          <p:cNvSpPr txBox="1"/>
          <p:nvPr/>
        </p:nvSpPr>
        <p:spPr>
          <a:xfrm>
            <a:off x="6812280" y="4453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3" name="Ref 7 text"/>
          <p:cNvSpPr txBox="1"/>
          <p:nvPr/>
        </p:nvSpPr>
        <p:spPr>
          <a:xfrm>
            <a:off x="7068312" y="444398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www.solaredge.com/us/products/software-tools/mysolared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mySolarEdge + FusionSolar alarms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mã màu theo mức độ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UI – MVP dự báo điện mặt trời</dc:title>
  <dc:subject>PptxGenJS Presentation</dc:subject>
  <dc:creator>PptxGenJS</dc:creator>
  <cp:lastModifiedBy>PptxGenJS</cp:lastModifiedBy>
  <cp:revision>1</cp:revision>
  <dcterms:created xsi:type="dcterms:W3CDTF">2026-10-03T03:57:32Z</dcterms:created>
  <dcterms:modified xsi:type="dcterms:W3CDTF">2026-10-03T03:57:32Z</dcterms:modified>
</cp:coreProperties>
</file>
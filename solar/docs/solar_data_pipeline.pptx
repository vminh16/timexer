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uồng dữ liệu" id="{3d2e9f5e-ad69-e44c-855b-f1f2f968b58e}">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76F51"/>
            </a:solidFill>
            <a:ln w="1270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Sheet1!$A$2:$A$865</c:f>
              <c:multiLvlStrCache>
                <c:ptCount val="8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pt idx="201">
                    <c:v>201</c:v>
                  </c:pt>
                  <c:pt idx="202">
                    <c:v>202</c:v>
                  </c:pt>
                  <c:pt idx="203">
                    <c:v>203</c:v>
                  </c:pt>
                  <c:pt idx="204">
                    <c:v>204</c:v>
                  </c:pt>
                  <c:pt idx="205">
                    <c:v>205</c:v>
                  </c:pt>
                  <c:pt idx="206">
                    <c:v>206</c:v>
                  </c:pt>
                  <c:pt idx="207">
                    <c:v>207</c:v>
                  </c:pt>
                  <c:pt idx="208">
                    <c:v>208</c:v>
                  </c:pt>
                  <c:pt idx="209">
                    <c:v>209</c:v>
                  </c:pt>
                  <c:pt idx="210">
                    <c:v>210</c:v>
                  </c:pt>
                  <c:pt idx="211">
                    <c:v>211</c:v>
                  </c:pt>
                  <c:pt idx="212">
                    <c:v>212</c:v>
                  </c:pt>
                  <c:pt idx="213">
                    <c:v>213</c:v>
                  </c:pt>
                  <c:pt idx="214">
                    <c:v>214</c:v>
                  </c:pt>
                  <c:pt idx="215">
                    <c:v>215</c:v>
                  </c:pt>
                  <c:pt idx="216">
                    <c:v>216</c:v>
                  </c:pt>
                  <c:pt idx="217">
                    <c:v>217</c:v>
                  </c:pt>
                  <c:pt idx="218">
                    <c:v>218</c:v>
                  </c:pt>
                  <c:pt idx="219">
                    <c:v>219</c:v>
                  </c:pt>
                  <c:pt idx="220">
                    <c:v>220</c:v>
                  </c:pt>
                  <c:pt idx="221">
                    <c:v>221</c:v>
                  </c:pt>
                  <c:pt idx="222">
                    <c:v>222</c:v>
                  </c:pt>
                  <c:pt idx="223">
                    <c:v>223</c:v>
                  </c:pt>
                  <c:pt idx="224">
                    <c:v>224</c:v>
                  </c:pt>
                  <c:pt idx="225">
                    <c:v>225</c:v>
                  </c:pt>
                  <c:pt idx="226">
                    <c:v>226</c:v>
                  </c:pt>
                  <c:pt idx="227">
                    <c:v>227</c:v>
                  </c:pt>
                  <c:pt idx="228">
                    <c:v>228</c:v>
                  </c:pt>
                  <c:pt idx="229">
                    <c:v>229</c:v>
                  </c:pt>
                  <c:pt idx="230">
                    <c:v>230</c:v>
                  </c:pt>
                  <c:pt idx="231">
                    <c:v>231</c:v>
                  </c:pt>
                  <c:pt idx="232">
                    <c:v>232</c:v>
                  </c:pt>
                  <c:pt idx="233">
                    <c:v>233</c:v>
                  </c:pt>
                  <c:pt idx="234">
                    <c:v>234</c:v>
                  </c:pt>
                  <c:pt idx="235">
                    <c:v>235</c:v>
                  </c:pt>
                  <c:pt idx="236">
                    <c:v>236</c:v>
                  </c:pt>
                  <c:pt idx="237">
                    <c:v>237</c:v>
                  </c:pt>
                  <c:pt idx="238">
                    <c:v>238</c:v>
                  </c:pt>
                  <c:pt idx="239">
                    <c:v>239</c:v>
                  </c:pt>
                  <c:pt idx="240">
                    <c:v>240</c:v>
                  </c:pt>
                  <c:pt idx="241">
                    <c:v>241</c:v>
                  </c:pt>
                  <c:pt idx="242">
                    <c:v>242</c:v>
                  </c:pt>
                  <c:pt idx="243">
                    <c:v>243</c:v>
                  </c:pt>
                  <c:pt idx="244">
                    <c:v>244</c:v>
                  </c:pt>
                  <c:pt idx="245">
                    <c:v>245</c:v>
                  </c:pt>
                  <c:pt idx="246">
                    <c:v>246</c:v>
                  </c:pt>
                  <c:pt idx="247">
                    <c:v>247</c:v>
                  </c:pt>
                  <c:pt idx="248">
                    <c:v>248</c:v>
                  </c:pt>
                  <c:pt idx="249">
                    <c:v>249</c:v>
                  </c:pt>
                  <c:pt idx="250">
                    <c:v>250</c:v>
                  </c:pt>
                  <c:pt idx="251">
                    <c:v>251</c:v>
                  </c:pt>
                  <c:pt idx="252">
                    <c:v>252</c:v>
                  </c:pt>
                  <c:pt idx="253">
                    <c:v>253</c:v>
                  </c:pt>
                  <c:pt idx="254">
                    <c:v>254</c:v>
                  </c:pt>
                  <c:pt idx="255">
                    <c:v>255</c:v>
                  </c:pt>
                  <c:pt idx="256">
                    <c:v>256</c:v>
                  </c:pt>
                  <c:pt idx="257">
                    <c:v>257</c:v>
                  </c:pt>
                  <c:pt idx="258">
                    <c:v>258</c:v>
                  </c:pt>
                  <c:pt idx="259">
                    <c:v>259</c:v>
                  </c:pt>
                  <c:pt idx="260">
                    <c:v>260</c:v>
                  </c:pt>
                  <c:pt idx="261">
                    <c:v>261</c:v>
                  </c:pt>
                  <c:pt idx="262">
                    <c:v>262</c:v>
                  </c:pt>
                  <c:pt idx="263">
                    <c:v>263</c:v>
                  </c:pt>
                  <c:pt idx="264">
                    <c:v>264</c:v>
                  </c:pt>
                  <c:pt idx="265">
                    <c:v>265</c:v>
                  </c:pt>
                  <c:pt idx="266">
                    <c:v>266</c:v>
                  </c:pt>
                  <c:pt idx="267">
                    <c:v>267</c:v>
                  </c:pt>
                  <c:pt idx="268">
                    <c:v>268</c:v>
                  </c:pt>
                  <c:pt idx="269">
                    <c:v>269</c:v>
                  </c:pt>
                  <c:pt idx="270">
                    <c:v>270</c:v>
                  </c:pt>
                  <c:pt idx="271">
                    <c:v>271</c:v>
                  </c:pt>
                  <c:pt idx="272">
                    <c:v>272</c:v>
                  </c:pt>
                  <c:pt idx="273">
                    <c:v>273</c:v>
                  </c:pt>
                  <c:pt idx="274">
                    <c:v>274</c:v>
                  </c:pt>
                  <c:pt idx="275">
                    <c:v>275</c:v>
                  </c:pt>
                  <c:pt idx="276">
                    <c:v>276</c:v>
                  </c:pt>
                  <c:pt idx="277">
                    <c:v>277</c:v>
                  </c:pt>
                  <c:pt idx="278">
                    <c:v>278</c:v>
                  </c:pt>
                  <c:pt idx="279">
                    <c:v>279</c:v>
                  </c:pt>
                  <c:pt idx="280">
                    <c:v>280</c:v>
                  </c:pt>
                  <c:pt idx="281">
                    <c:v>281</c:v>
                  </c:pt>
                  <c:pt idx="282">
                    <c:v>282</c:v>
                  </c:pt>
                  <c:pt idx="283">
                    <c:v>283</c:v>
                  </c:pt>
                  <c:pt idx="284">
                    <c:v>284</c:v>
                  </c:pt>
                  <c:pt idx="285">
                    <c:v>285</c:v>
                  </c:pt>
                  <c:pt idx="286">
                    <c:v>286</c:v>
                  </c:pt>
                  <c:pt idx="287">
                    <c:v>287</c:v>
                  </c:pt>
                  <c:pt idx="288">
                    <c:v>288</c:v>
                  </c:pt>
                  <c:pt idx="289">
                    <c:v>289</c:v>
                  </c:pt>
                  <c:pt idx="290">
                    <c:v>290</c:v>
                  </c:pt>
                  <c:pt idx="291">
                    <c:v>291</c:v>
                  </c:pt>
                  <c:pt idx="292">
                    <c:v>292</c:v>
                  </c:pt>
                  <c:pt idx="293">
                    <c:v>293</c:v>
                  </c:pt>
                  <c:pt idx="294">
                    <c:v>294</c:v>
                  </c:pt>
                  <c:pt idx="295">
                    <c:v>295</c:v>
                  </c:pt>
                  <c:pt idx="296">
                    <c:v>296</c:v>
                  </c:pt>
                  <c:pt idx="297">
                    <c:v>297</c:v>
                  </c:pt>
                  <c:pt idx="298">
                    <c:v>298</c:v>
                  </c:pt>
                  <c:pt idx="299">
                    <c:v>299</c:v>
                  </c:pt>
                  <c:pt idx="300">
                    <c:v>300</c:v>
                  </c:pt>
                  <c:pt idx="301">
                    <c:v>301</c:v>
                  </c:pt>
                  <c:pt idx="302">
                    <c:v>302</c:v>
                  </c:pt>
                  <c:pt idx="303">
                    <c:v>303</c:v>
                  </c:pt>
                  <c:pt idx="304">
                    <c:v>304</c:v>
                  </c:pt>
                  <c:pt idx="305">
                    <c:v>305</c:v>
                  </c:pt>
                  <c:pt idx="306">
                    <c:v>306</c:v>
                  </c:pt>
                  <c:pt idx="307">
                    <c:v>307</c:v>
                  </c:pt>
                  <c:pt idx="308">
                    <c:v>308</c:v>
                  </c:pt>
                  <c:pt idx="309">
                    <c:v>309</c:v>
                  </c:pt>
                  <c:pt idx="310">
                    <c:v>310</c:v>
                  </c:pt>
                  <c:pt idx="311">
                    <c:v>311</c:v>
                  </c:pt>
                  <c:pt idx="312">
                    <c:v>312</c:v>
                  </c:pt>
                  <c:pt idx="313">
                    <c:v>313</c:v>
                  </c:pt>
                  <c:pt idx="314">
                    <c:v>314</c:v>
                  </c:pt>
                  <c:pt idx="315">
                    <c:v>315</c:v>
                  </c:pt>
                  <c:pt idx="316">
                    <c:v>316</c:v>
                  </c:pt>
                  <c:pt idx="317">
                    <c:v>317</c:v>
                  </c:pt>
                  <c:pt idx="318">
                    <c:v>318</c:v>
                  </c:pt>
                  <c:pt idx="319">
                    <c:v>319</c:v>
                  </c:pt>
                  <c:pt idx="320">
                    <c:v>320</c:v>
                  </c:pt>
                  <c:pt idx="321">
                    <c:v>321</c:v>
                  </c:pt>
                  <c:pt idx="322">
                    <c:v>322</c:v>
                  </c:pt>
                  <c:pt idx="323">
                    <c:v>323</c:v>
                  </c:pt>
                  <c:pt idx="324">
                    <c:v>324</c:v>
                  </c:pt>
                  <c:pt idx="325">
                    <c:v>325</c:v>
                  </c:pt>
                  <c:pt idx="326">
                    <c:v>326</c:v>
                  </c:pt>
                  <c:pt idx="327">
                    <c:v>327</c:v>
                  </c:pt>
                  <c:pt idx="328">
                    <c:v>328</c:v>
                  </c:pt>
                  <c:pt idx="329">
                    <c:v>329</c:v>
                  </c:pt>
                  <c:pt idx="330">
                    <c:v>330</c:v>
                  </c:pt>
                  <c:pt idx="331">
                    <c:v>331</c:v>
                  </c:pt>
                  <c:pt idx="332">
                    <c:v>332</c:v>
                  </c:pt>
                  <c:pt idx="333">
                    <c:v>333</c:v>
                  </c:pt>
                  <c:pt idx="334">
                    <c:v>334</c:v>
                  </c:pt>
                  <c:pt idx="335">
                    <c:v>335</c:v>
                  </c:pt>
                  <c:pt idx="336">
                    <c:v>336</c:v>
                  </c:pt>
                  <c:pt idx="337">
                    <c:v>337</c:v>
                  </c:pt>
                  <c:pt idx="338">
                    <c:v>338</c:v>
                  </c:pt>
                  <c:pt idx="339">
                    <c:v>339</c:v>
                  </c:pt>
                  <c:pt idx="340">
                    <c:v>340</c:v>
                  </c:pt>
                  <c:pt idx="341">
                    <c:v>341</c:v>
                  </c:pt>
                  <c:pt idx="342">
                    <c:v>342</c:v>
                  </c:pt>
                  <c:pt idx="343">
                    <c:v>343</c:v>
                  </c:pt>
                  <c:pt idx="344">
                    <c:v>344</c:v>
                  </c:pt>
                  <c:pt idx="345">
                    <c:v>345</c:v>
                  </c:pt>
                  <c:pt idx="346">
                    <c:v>346</c:v>
                  </c:pt>
                  <c:pt idx="347">
                    <c:v>347</c:v>
                  </c:pt>
                  <c:pt idx="348">
                    <c:v>348</c:v>
                  </c:pt>
                  <c:pt idx="349">
                    <c:v>349</c:v>
                  </c:pt>
                  <c:pt idx="350">
                    <c:v>350</c:v>
                  </c:pt>
                  <c:pt idx="351">
                    <c:v>351</c:v>
                  </c:pt>
                  <c:pt idx="352">
                    <c:v>352</c:v>
                  </c:pt>
                  <c:pt idx="353">
                    <c:v>353</c:v>
                  </c:pt>
                  <c:pt idx="354">
                    <c:v>354</c:v>
                  </c:pt>
                  <c:pt idx="355">
                    <c:v>355</c:v>
                  </c:pt>
                  <c:pt idx="356">
                    <c:v>356</c:v>
                  </c:pt>
                  <c:pt idx="357">
                    <c:v>357</c:v>
                  </c:pt>
                  <c:pt idx="358">
                    <c:v>358</c:v>
                  </c:pt>
                  <c:pt idx="359">
                    <c:v>359</c:v>
                  </c:pt>
                  <c:pt idx="360">
                    <c:v>360</c:v>
                  </c:pt>
                  <c:pt idx="361">
                    <c:v>361</c:v>
                  </c:pt>
                  <c:pt idx="362">
                    <c:v>362</c:v>
                  </c:pt>
                  <c:pt idx="363">
                    <c:v>363</c:v>
                  </c:pt>
                  <c:pt idx="364">
                    <c:v>364</c:v>
                  </c:pt>
                  <c:pt idx="365">
                    <c:v>365</c:v>
                  </c:pt>
                  <c:pt idx="366">
                    <c:v>366</c:v>
                  </c:pt>
                  <c:pt idx="367">
                    <c:v>367</c:v>
                  </c:pt>
                  <c:pt idx="368">
                    <c:v>368</c:v>
                  </c:pt>
                  <c:pt idx="369">
                    <c:v>369</c:v>
                  </c:pt>
                  <c:pt idx="370">
                    <c:v>370</c:v>
                  </c:pt>
                  <c:pt idx="371">
                    <c:v>371</c:v>
                  </c:pt>
                  <c:pt idx="372">
                    <c:v>372</c:v>
                  </c:pt>
                  <c:pt idx="373">
                    <c:v>373</c:v>
                  </c:pt>
                  <c:pt idx="374">
                    <c:v>374</c:v>
                  </c:pt>
                  <c:pt idx="375">
                    <c:v>375</c:v>
                  </c:pt>
                  <c:pt idx="376">
                    <c:v>376</c:v>
                  </c:pt>
                  <c:pt idx="377">
                    <c:v>377</c:v>
                  </c:pt>
                  <c:pt idx="378">
                    <c:v>378</c:v>
                  </c:pt>
                  <c:pt idx="379">
                    <c:v>379</c:v>
                  </c:pt>
                  <c:pt idx="380">
                    <c:v>380</c:v>
                  </c:pt>
                  <c:pt idx="381">
                    <c:v>381</c:v>
                  </c:pt>
                  <c:pt idx="382">
                    <c:v>382</c:v>
                  </c:pt>
                  <c:pt idx="383">
                    <c:v>383</c:v>
                  </c:pt>
                  <c:pt idx="384">
                    <c:v>384</c:v>
                  </c:pt>
                  <c:pt idx="385">
                    <c:v>385</c:v>
                  </c:pt>
                  <c:pt idx="386">
                    <c:v>386</c:v>
                  </c:pt>
                  <c:pt idx="387">
                    <c:v>387</c:v>
                  </c:pt>
                  <c:pt idx="388">
                    <c:v>388</c:v>
                  </c:pt>
                  <c:pt idx="389">
                    <c:v>389</c:v>
                  </c:pt>
                  <c:pt idx="390">
                    <c:v>390</c:v>
                  </c:pt>
                  <c:pt idx="391">
                    <c:v>391</c:v>
                  </c:pt>
                  <c:pt idx="392">
                    <c:v>392</c:v>
                  </c:pt>
                  <c:pt idx="393">
                    <c:v>393</c:v>
                  </c:pt>
                  <c:pt idx="394">
                    <c:v>394</c:v>
                  </c:pt>
                  <c:pt idx="395">
                    <c:v>395</c:v>
                  </c:pt>
                  <c:pt idx="396">
                    <c:v>396</c:v>
                  </c:pt>
                  <c:pt idx="397">
                    <c:v>397</c:v>
                  </c:pt>
                  <c:pt idx="398">
                    <c:v>398</c:v>
                  </c:pt>
                  <c:pt idx="399">
                    <c:v>399</c:v>
                  </c:pt>
                  <c:pt idx="400">
                    <c:v>400</c:v>
                  </c:pt>
                  <c:pt idx="401">
                    <c:v>401</c:v>
                  </c:pt>
                  <c:pt idx="402">
                    <c:v>402</c:v>
                  </c:pt>
                  <c:pt idx="403">
                    <c:v>403</c:v>
                  </c:pt>
                  <c:pt idx="404">
                    <c:v>404</c:v>
                  </c:pt>
                  <c:pt idx="405">
                    <c:v>405</c:v>
                  </c:pt>
                  <c:pt idx="406">
                    <c:v>406</c:v>
                  </c:pt>
                  <c:pt idx="407">
                    <c:v>407</c:v>
                  </c:pt>
                  <c:pt idx="408">
                    <c:v>408</c:v>
                  </c:pt>
                  <c:pt idx="409">
                    <c:v>409</c:v>
                  </c:pt>
                  <c:pt idx="410">
                    <c:v>410</c:v>
                  </c:pt>
                  <c:pt idx="411">
                    <c:v>411</c:v>
                  </c:pt>
                  <c:pt idx="412">
                    <c:v>412</c:v>
                  </c:pt>
                  <c:pt idx="413">
                    <c:v>413</c:v>
                  </c:pt>
                  <c:pt idx="414">
                    <c:v>414</c:v>
                  </c:pt>
                  <c:pt idx="415">
                    <c:v>415</c:v>
                  </c:pt>
                  <c:pt idx="416">
                    <c:v>416</c:v>
                  </c:pt>
                  <c:pt idx="417">
                    <c:v>417</c:v>
                  </c:pt>
                  <c:pt idx="418">
                    <c:v>418</c:v>
                  </c:pt>
                  <c:pt idx="419">
                    <c:v>419</c:v>
                  </c:pt>
                  <c:pt idx="420">
                    <c:v>420</c:v>
                  </c:pt>
                  <c:pt idx="421">
                    <c:v>421</c:v>
                  </c:pt>
                  <c:pt idx="422">
                    <c:v>422</c:v>
                  </c:pt>
                  <c:pt idx="423">
                    <c:v>423</c:v>
                  </c:pt>
                  <c:pt idx="424">
                    <c:v>424</c:v>
                  </c:pt>
                  <c:pt idx="425">
                    <c:v>425</c:v>
                  </c:pt>
                  <c:pt idx="426">
                    <c:v>426</c:v>
                  </c:pt>
                  <c:pt idx="427">
                    <c:v>427</c:v>
                  </c:pt>
                  <c:pt idx="428">
                    <c:v>428</c:v>
                  </c:pt>
                  <c:pt idx="429">
                    <c:v>429</c:v>
                  </c:pt>
                  <c:pt idx="430">
                    <c:v>430</c:v>
                  </c:pt>
                  <c:pt idx="431">
                    <c:v>431</c:v>
                  </c:pt>
                  <c:pt idx="432">
                    <c:v>432</c:v>
                  </c:pt>
                  <c:pt idx="433">
                    <c:v>433</c:v>
                  </c:pt>
                  <c:pt idx="434">
                    <c:v>434</c:v>
                  </c:pt>
                  <c:pt idx="435">
                    <c:v>435</c:v>
                  </c:pt>
                  <c:pt idx="436">
                    <c:v>436</c:v>
                  </c:pt>
                  <c:pt idx="437">
                    <c:v>437</c:v>
                  </c:pt>
                  <c:pt idx="438">
                    <c:v>438</c:v>
                  </c:pt>
                  <c:pt idx="439">
                    <c:v>439</c:v>
                  </c:pt>
                  <c:pt idx="440">
                    <c:v>440</c:v>
                  </c:pt>
                  <c:pt idx="441">
                    <c:v>441</c:v>
                  </c:pt>
                  <c:pt idx="442">
                    <c:v>442</c:v>
                  </c:pt>
                  <c:pt idx="443">
                    <c:v>443</c:v>
                  </c:pt>
                  <c:pt idx="444">
                    <c:v>444</c:v>
                  </c:pt>
                  <c:pt idx="445">
                    <c:v>445</c:v>
                  </c:pt>
                  <c:pt idx="446">
                    <c:v>446</c:v>
                  </c:pt>
                  <c:pt idx="447">
                    <c:v>447</c:v>
                  </c:pt>
                  <c:pt idx="448">
                    <c:v>448</c:v>
                  </c:pt>
                  <c:pt idx="449">
                    <c:v>449</c:v>
                  </c:pt>
                  <c:pt idx="450">
                    <c:v>450</c:v>
                  </c:pt>
                  <c:pt idx="451">
                    <c:v>451</c:v>
                  </c:pt>
                  <c:pt idx="452">
                    <c:v>452</c:v>
                  </c:pt>
                  <c:pt idx="453">
                    <c:v>453</c:v>
                  </c:pt>
                  <c:pt idx="454">
                    <c:v>454</c:v>
                  </c:pt>
                  <c:pt idx="455">
                    <c:v>455</c:v>
                  </c:pt>
                  <c:pt idx="456">
                    <c:v>456</c:v>
                  </c:pt>
                  <c:pt idx="457">
                    <c:v>457</c:v>
                  </c:pt>
                  <c:pt idx="458">
                    <c:v>458</c:v>
                  </c:pt>
                  <c:pt idx="459">
                    <c:v>459</c:v>
                  </c:pt>
                  <c:pt idx="460">
                    <c:v>460</c:v>
                  </c:pt>
                  <c:pt idx="461">
                    <c:v>461</c:v>
                  </c:pt>
                  <c:pt idx="462">
                    <c:v>462</c:v>
                  </c:pt>
                  <c:pt idx="463">
                    <c:v>463</c:v>
                  </c:pt>
                  <c:pt idx="464">
                    <c:v>464</c:v>
                  </c:pt>
                  <c:pt idx="465">
                    <c:v>465</c:v>
                  </c:pt>
                  <c:pt idx="466">
                    <c:v>466</c:v>
                  </c:pt>
                  <c:pt idx="467">
                    <c:v>467</c:v>
                  </c:pt>
                  <c:pt idx="468">
                    <c:v>468</c:v>
                  </c:pt>
                  <c:pt idx="469">
                    <c:v>469</c:v>
                  </c:pt>
                  <c:pt idx="470">
                    <c:v>470</c:v>
                  </c:pt>
                  <c:pt idx="471">
                    <c:v>471</c:v>
                  </c:pt>
                  <c:pt idx="472">
                    <c:v>472</c:v>
                  </c:pt>
                  <c:pt idx="473">
                    <c:v>473</c:v>
                  </c:pt>
                  <c:pt idx="474">
                    <c:v>474</c:v>
                  </c:pt>
                  <c:pt idx="475">
                    <c:v>475</c:v>
                  </c:pt>
                  <c:pt idx="476">
                    <c:v>476</c:v>
                  </c:pt>
                  <c:pt idx="477">
                    <c:v>477</c:v>
                  </c:pt>
                  <c:pt idx="478">
                    <c:v>478</c:v>
                  </c:pt>
                  <c:pt idx="479">
                    <c:v>479</c:v>
                  </c:pt>
                  <c:pt idx="480">
                    <c:v>480</c:v>
                  </c:pt>
                  <c:pt idx="481">
                    <c:v>481</c:v>
                  </c:pt>
                  <c:pt idx="482">
                    <c:v>482</c:v>
                  </c:pt>
                  <c:pt idx="483">
                    <c:v>483</c:v>
                  </c:pt>
                  <c:pt idx="484">
                    <c:v>484</c:v>
                  </c:pt>
                  <c:pt idx="485">
                    <c:v>485</c:v>
                  </c:pt>
                  <c:pt idx="486">
                    <c:v>486</c:v>
                  </c:pt>
                  <c:pt idx="487">
                    <c:v>487</c:v>
                  </c:pt>
                  <c:pt idx="488">
                    <c:v>488</c:v>
                  </c:pt>
                  <c:pt idx="489">
                    <c:v>489</c:v>
                  </c:pt>
                  <c:pt idx="490">
                    <c:v>490</c:v>
                  </c:pt>
                  <c:pt idx="491">
                    <c:v>491</c:v>
                  </c:pt>
                  <c:pt idx="492">
                    <c:v>492</c:v>
                  </c:pt>
                  <c:pt idx="493">
                    <c:v>493</c:v>
                  </c:pt>
                  <c:pt idx="494">
                    <c:v>494</c:v>
                  </c:pt>
                  <c:pt idx="495">
                    <c:v>495</c:v>
                  </c:pt>
                  <c:pt idx="496">
                    <c:v>496</c:v>
                  </c:pt>
                  <c:pt idx="497">
                    <c:v>497</c:v>
                  </c:pt>
                  <c:pt idx="498">
                    <c:v>498</c:v>
                  </c:pt>
                  <c:pt idx="499">
                    <c:v>499</c:v>
                  </c:pt>
                  <c:pt idx="500">
                    <c:v>500</c:v>
                  </c:pt>
                  <c:pt idx="501">
                    <c:v>501</c:v>
                  </c:pt>
                  <c:pt idx="502">
                    <c:v>502</c:v>
                  </c:pt>
                  <c:pt idx="503">
                    <c:v>503</c:v>
                  </c:pt>
                  <c:pt idx="504">
                    <c:v>504</c:v>
                  </c:pt>
                  <c:pt idx="505">
                    <c:v>505</c:v>
                  </c:pt>
                  <c:pt idx="506">
                    <c:v>506</c:v>
                  </c:pt>
                  <c:pt idx="507">
                    <c:v>507</c:v>
                  </c:pt>
                  <c:pt idx="508">
                    <c:v>508</c:v>
                  </c:pt>
                  <c:pt idx="509">
                    <c:v>509</c:v>
                  </c:pt>
                  <c:pt idx="510">
                    <c:v>510</c:v>
                  </c:pt>
                  <c:pt idx="511">
                    <c:v>511</c:v>
                  </c:pt>
                  <c:pt idx="512">
                    <c:v>512</c:v>
                  </c:pt>
                  <c:pt idx="513">
                    <c:v>513</c:v>
                  </c:pt>
                  <c:pt idx="514">
                    <c:v>514</c:v>
                  </c:pt>
                  <c:pt idx="515">
                    <c:v>515</c:v>
                  </c:pt>
                  <c:pt idx="516">
                    <c:v>516</c:v>
                  </c:pt>
                  <c:pt idx="517">
                    <c:v>517</c:v>
                  </c:pt>
                  <c:pt idx="518">
                    <c:v>518</c:v>
                  </c:pt>
                  <c:pt idx="519">
                    <c:v>519</c:v>
                  </c:pt>
                  <c:pt idx="520">
                    <c:v>520</c:v>
                  </c:pt>
                  <c:pt idx="521">
                    <c:v>521</c:v>
                  </c:pt>
                  <c:pt idx="522">
                    <c:v>522</c:v>
                  </c:pt>
                  <c:pt idx="523">
                    <c:v>523</c:v>
                  </c:pt>
                  <c:pt idx="524">
                    <c:v>524</c:v>
                  </c:pt>
                  <c:pt idx="525">
                    <c:v>525</c:v>
                  </c:pt>
                  <c:pt idx="526">
                    <c:v>526</c:v>
                  </c:pt>
                  <c:pt idx="527">
                    <c:v>527</c:v>
                  </c:pt>
                  <c:pt idx="528">
                    <c:v>528</c:v>
                  </c:pt>
                  <c:pt idx="529">
                    <c:v>529</c:v>
                  </c:pt>
                  <c:pt idx="530">
                    <c:v>530</c:v>
                  </c:pt>
                  <c:pt idx="531">
                    <c:v>531</c:v>
                  </c:pt>
                  <c:pt idx="532">
                    <c:v>532</c:v>
                  </c:pt>
                  <c:pt idx="533">
                    <c:v>533</c:v>
                  </c:pt>
                  <c:pt idx="534">
                    <c:v>534</c:v>
                  </c:pt>
                  <c:pt idx="535">
                    <c:v>535</c:v>
                  </c:pt>
                  <c:pt idx="536">
                    <c:v>536</c:v>
                  </c:pt>
                  <c:pt idx="537">
                    <c:v>537</c:v>
                  </c:pt>
                  <c:pt idx="538">
                    <c:v>538</c:v>
                  </c:pt>
                  <c:pt idx="539">
                    <c:v>539</c:v>
                  </c:pt>
                  <c:pt idx="540">
                    <c:v>540</c:v>
                  </c:pt>
                  <c:pt idx="541">
                    <c:v>541</c:v>
                  </c:pt>
                  <c:pt idx="542">
                    <c:v>542</c:v>
                  </c:pt>
                  <c:pt idx="543">
                    <c:v>543</c:v>
                  </c:pt>
                  <c:pt idx="544">
                    <c:v>544</c:v>
                  </c:pt>
                  <c:pt idx="545">
                    <c:v>545</c:v>
                  </c:pt>
                  <c:pt idx="546">
                    <c:v>546</c:v>
                  </c:pt>
                  <c:pt idx="547">
                    <c:v>547</c:v>
                  </c:pt>
                  <c:pt idx="548">
                    <c:v>548</c:v>
                  </c:pt>
                  <c:pt idx="549">
                    <c:v>549</c:v>
                  </c:pt>
                  <c:pt idx="550">
                    <c:v>550</c:v>
                  </c:pt>
                  <c:pt idx="551">
                    <c:v>551</c:v>
                  </c:pt>
                  <c:pt idx="552">
                    <c:v>552</c:v>
                  </c:pt>
                  <c:pt idx="553">
                    <c:v>553</c:v>
                  </c:pt>
                  <c:pt idx="554">
                    <c:v>554</c:v>
                  </c:pt>
                  <c:pt idx="555">
                    <c:v>555</c:v>
                  </c:pt>
                  <c:pt idx="556">
                    <c:v>556</c:v>
                  </c:pt>
                  <c:pt idx="557">
                    <c:v>557</c:v>
                  </c:pt>
                  <c:pt idx="558">
                    <c:v>558</c:v>
                  </c:pt>
                  <c:pt idx="559">
                    <c:v>559</c:v>
                  </c:pt>
                  <c:pt idx="560">
                    <c:v>560</c:v>
                  </c:pt>
                  <c:pt idx="561">
                    <c:v>561</c:v>
                  </c:pt>
                  <c:pt idx="562">
                    <c:v>562</c:v>
                  </c:pt>
                  <c:pt idx="563">
                    <c:v>563</c:v>
                  </c:pt>
                  <c:pt idx="564">
                    <c:v>564</c:v>
                  </c:pt>
                  <c:pt idx="565">
                    <c:v>565</c:v>
                  </c:pt>
                  <c:pt idx="566">
                    <c:v>566</c:v>
                  </c:pt>
                  <c:pt idx="567">
                    <c:v>567</c:v>
                  </c:pt>
                  <c:pt idx="568">
                    <c:v>568</c:v>
                  </c:pt>
                  <c:pt idx="569">
                    <c:v>569</c:v>
                  </c:pt>
                  <c:pt idx="570">
                    <c:v>570</c:v>
                  </c:pt>
                  <c:pt idx="571">
                    <c:v>571</c:v>
                  </c:pt>
                  <c:pt idx="572">
                    <c:v>572</c:v>
                  </c:pt>
                  <c:pt idx="573">
                    <c:v>573</c:v>
                  </c:pt>
                  <c:pt idx="574">
                    <c:v>574</c:v>
                  </c:pt>
                  <c:pt idx="575">
                    <c:v>575</c:v>
                  </c:pt>
                  <c:pt idx="576">
                    <c:v>576</c:v>
                  </c:pt>
                  <c:pt idx="577">
                    <c:v>577</c:v>
                  </c:pt>
                  <c:pt idx="578">
                    <c:v>578</c:v>
                  </c:pt>
                  <c:pt idx="579">
                    <c:v>579</c:v>
                  </c:pt>
                  <c:pt idx="580">
                    <c:v>580</c:v>
                  </c:pt>
                  <c:pt idx="581">
                    <c:v>581</c:v>
                  </c:pt>
                  <c:pt idx="582">
                    <c:v>582</c:v>
                  </c:pt>
                  <c:pt idx="583">
                    <c:v>583</c:v>
                  </c:pt>
                  <c:pt idx="584">
                    <c:v>584</c:v>
                  </c:pt>
                  <c:pt idx="585">
                    <c:v>585</c:v>
                  </c:pt>
                  <c:pt idx="586">
                    <c:v>586</c:v>
                  </c:pt>
                  <c:pt idx="587">
                    <c:v>587</c:v>
                  </c:pt>
                  <c:pt idx="588">
                    <c:v>588</c:v>
                  </c:pt>
                  <c:pt idx="589">
                    <c:v>589</c:v>
                  </c:pt>
                  <c:pt idx="590">
                    <c:v>590</c:v>
                  </c:pt>
                  <c:pt idx="591">
                    <c:v>591</c:v>
                  </c:pt>
                  <c:pt idx="592">
                    <c:v>592</c:v>
                  </c:pt>
                  <c:pt idx="593">
                    <c:v>593</c:v>
                  </c:pt>
                  <c:pt idx="594">
                    <c:v>594</c:v>
                  </c:pt>
                  <c:pt idx="595">
                    <c:v>595</c:v>
                  </c:pt>
                  <c:pt idx="596">
                    <c:v>596</c:v>
                  </c:pt>
                  <c:pt idx="597">
                    <c:v>597</c:v>
                  </c:pt>
                  <c:pt idx="598">
                    <c:v>598</c:v>
                  </c:pt>
                  <c:pt idx="599">
                    <c:v>599</c:v>
                  </c:pt>
                  <c:pt idx="600">
                    <c:v>600</c:v>
                  </c:pt>
                  <c:pt idx="601">
                    <c:v>601</c:v>
                  </c:pt>
                  <c:pt idx="602">
                    <c:v>602</c:v>
                  </c:pt>
                  <c:pt idx="603">
                    <c:v>603</c:v>
                  </c:pt>
                  <c:pt idx="604">
                    <c:v>604</c:v>
                  </c:pt>
                  <c:pt idx="605">
                    <c:v>605</c:v>
                  </c:pt>
                  <c:pt idx="606">
                    <c:v>606</c:v>
                  </c:pt>
                  <c:pt idx="607">
                    <c:v>607</c:v>
                  </c:pt>
                  <c:pt idx="608">
                    <c:v>608</c:v>
                  </c:pt>
                  <c:pt idx="609">
                    <c:v>609</c:v>
                  </c:pt>
                  <c:pt idx="610">
                    <c:v>610</c:v>
                  </c:pt>
                  <c:pt idx="611">
                    <c:v>611</c:v>
                  </c:pt>
                  <c:pt idx="612">
                    <c:v>612</c:v>
                  </c:pt>
                  <c:pt idx="613">
                    <c:v>613</c:v>
                  </c:pt>
                  <c:pt idx="614">
                    <c:v>614</c:v>
                  </c:pt>
                  <c:pt idx="615">
                    <c:v>615</c:v>
                  </c:pt>
                  <c:pt idx="616">
                    <c:v>616</c:v>
                  </c:pt>
                  <c:pt idx="617">
                    <c:v>617</c:v>
                  </c:pt>
                  <c:pt idx="618">
                    <c:v>618</c:v>
                  </c:pt>
                  <c:pt idx="619">
                    <c:v>619</c:v>
                  </c:pt>
                  <c:pt idx="620">
                    <c:v>620</c:v>
                  </c:pt>
                  <c:pt idx="621">
                    <c:v>621</c:v>
                  </c:pt>
                  <c:pt idx="622">
                    <c:v>622</c:v>
                  </c:pt>
                  <c:pt idx="623">
                    <c:v>623</c:v>
                  </c:pt>
                  <c:pt idx="624">
                    <c:v>624</c:v>
                  </c:pt>
                  <c:pt idx="625">
                    <c:v>625</c:v>
                  </c:pt>
                  <c:pt idx="626">
                    <c:v>626</c:v>
                  </c:pt>
                  <c:pt idx="627">
                    <c:v>627</c:v>
                  </c:pt>
                  <c:pt idx="628">
                    <c:v>628</c:v>
                  </c:pt>
                  <c:pt idx="629">
                    <c:v>629</c:v>
                  </c:pt>
                  <c:pt idx="630">
                    <c:v>630</c:v>
                  </c:pt>
                  <c:pt idx="631">
                    <c:v>631</c:v>
                  </c:pt>
                  <c:pt idx="632">
                    <c:v>632</c:v>
                  </c:pt>
                  <c:pt idx="633">
                    <c:v>633</c:v>
                  </c:pt>
                  <c:pt idx="634">
                    <c:v>634</c:v>
                  </c:pt>
                  <c:pt idx="635">
                    <c:v>635</c:v>
                  </c:pt>
                  <c:pt idx="636">
                    <c:v>636</c:v>
                  </c:pt>
                  <c:pt idx="637">
                    <c:v>637</c:v>
                  </c:pt>
                  <c:pt idx="638">
                    <c:v>638</c:v>
                  </c:pt>
                  <c:pt idx="639">
                    <c:v>639</c:v>
                  </c:pt>
                  <c:pt idx="640">
                    <c:v>640</c:v>
                  </c:pt>
                  <c:pt idx="641">
                    <c:v>641</c:v>
                  </c:pt>
                  <c:pt idx="642">
                    <c:v>642</c:v>
                  </c:pt>
                  <c:pt idx="643">
                    <c:v>643</c:v>
                  </c:pt>
                  <c:pt idx="644">
                    <c:v>644</c:v>
                  </c:pt>
                  <c:pt idx="645">
                    <c:v>645</c:v>
                  </c:pt>
                  <c:pt idx="646">
                    <c:v>646</c:v>
                  </c:pt>
                  <c:pt idx="647">
                    <c:v>647</c:v>
                  </c:pt>
                  <c:pt idx="648">
                    <c:v>648</c:v>
                  </c:pt>
                  <c:pt idx="649">
                    <c:v>649</c:v>
                  </c:pt>
                  <c:pt idx="650">
                    <c:v>650</c:v>
                  </c:pt>
                  <c:pt idx="651">
                    <c:v>651</c:v>
                  </c:pt>
                  <c:pt idx="652">
                    <c:v>652</c:v>
                  </c:pt>
                  <c:pt idx="653">
                    <c:v>653</c:v>
                  </c:pt>
                  <c:pt idx="654">
                    <c:v>654</c:v>
                  </c:pt>
                  <c:pt idx="655">
                    <c:v>655</c:v>
                  </c:pt>
                  <c:pt idx="656">
                    <c:v>656</c:v>
                  </c:pt>
                  <c:pt idx="657">
                    <c:v>657</c:v>
                  </c:pt>
                  <c:pt idx="658">
                    <c:v>658</c:v>
                  </c:pt>
                  <c:pt idx="659">
                    <c:v>659</c:v>
                  </c:pt>
                  <c:pt idx="660">
                    <c:v>660</c:v>
                  </c:pt>
                  <c:pt idx="661">
                    <c:v>661</c:v>
                  </c:pt>
                  <c:pt idx="662">
                    <c:v>662</c:v>
                  </c:pt>
                  <c:pt idx="663">
                    <c:v>663</c:v>
                  </c:pt>
                  <c:pt idx="664">
                    <c:v>664</c:v>
                  </c:pt>
                  <c:pt idx="665">
                    <c:v>665</c:v>
                  </c:pt>
                  <c:pt idx="666">
                    <c:v>666</c:v>
                  </c:pt>
                  <c:pt idx="667">
                    <c:v>667</c:v>
                  </c:pt>
                  <c:pt idx="668">
                    <c:v>668</c:v>
                  </c:pt>
                  <c:pt idx="669">
                    <c:v>669</c:v>
                  </c:pt>
                  <c:pt idx="670">
                    <c:v>670</c:v>
                  </c:pt>
                  <c:pt idx="671">
                    <c:v>671</c:v>
                  </c:pt>
                  <c:pt idx="672">
                    <c:v>672</c:v>
                  </c:pt>
                  <c:pt idx="673">
                    <c:v>673</c:v>
                  </c:pt>
                  <c:pt idx="674">
                    <c:v>674</c:v>
                  </c:pt>
                  <c:pt idx="675">
                    <c:v>675</c:v>
                  </c:pt>
                  <c:pt idx="676">
                    <c:v>676</c:v>
                  </c:pt>
                  <c:pt idx="677">
                    <c:v>677</c:v>
                  </c:pt>
                  <c:pt idx="678">
                    <c:v>678</c:v>
                  </c:pt>
                  <c:pt idx="679">
                    <c:v>679</c:v>
                  </c:pt>
                  <c:pt idx="680">
                    <c:v>680</c:v>
                  </c:pt>
                  <c:pt idx="681">
                    <c:v>681</c:v>
                  </c:pt>
                  <c:pt idx="682">
                    <c:v>682</c:v>
                  </c:pt>
                  <c:pt idx="683">
                    <c:v>683</c:v>
                  </c:pt>
                  <c:pt idx="684">
                    <c:v>684</c:v>
                  </c:pt>
                  <c:pt idx="685">
                    <c:v>685</c:v>
                  </c:pt>
                  <c:pt idx="686">
                    <c:v>686</c:v>
                  </c:pt>
                  <c:pt idx="687">
                    <c:v>687</c:v>
                  </c:pt>
                  <c:pt idx="688">
                    <c:v>688</c:v>
                  </c:pt>
                  <c:pt idx="689">
                    <c:v>689</c:v>
                  </c:pt>
                  <c:pt idx="690">
                    <c:v>690</c:v>
                  </c:pt>
                  <c:pt idx="691">
                    <c:v>691</c:v>
                  </c:pt>
                  <c:pt idx="692">
                    <c:v>692</c:v>
                  </c:pt>
                  <c:pt idx="693">
                    <c:v>693</c:v>
                  </c:pt>
                  <c:pt idx="694">
                    <c:v>694</c:v>
                  </c:pt>
                  <c:pt idx="695">
                    <c:v>695</c:v>
                  </c:pt>
                  <c:pt idx="696">
                    <c:v>696</c:v>
                  </c:pt>
                  <c:pt idx="697">
                    <c:v>697</c:v>
                  </c:pt>
                  <c:pt idx="698">
                    <c:v>698</c:v>
                  </c:pt>
                  <c:pt idx="699">
                    <c:v>699</c:v>
                  </c:pt>
                  <c:pt idx="700">
                    <c:v>700</c:v>
                  </c:pt>
                  <c:pt idx="701">
                    <c:v>701</c:v>
                  </c:pt>
                  <c:pt idx="702">
                    <c:v>702</c:v>
                  </c:pt>
                  <c:pt idx="703">
                    <c:v>703</c:v>
                  </c:pt>
                  <c:pt idx="704">
                    <c:v>704</c:v>
                  </c:pt>
                  <c:pt idx="705">
                    <c:v>705</c:v>
                  </c:pt>
                  <c:pt idx="706">
                    <c:v>706</c:v>
                  </c:pt>
                  <c:pt idx="707">
                    <c:v>707</c:v>
                  </c:pt>
                  <c:pt idx="708">
                    <c:v>708</c:v>
                  </c:pt>
                  <c:pt idx="709">
                    <c:v>709</c:v>
                  </c:pt>
                  <c:pt idx="710">
                    <c:v>710</c:v>
                  </c:pt>
                  <c:pt idx="711">
                    <c:v>711</c:v>
                  </c:pt>
                  <c:pt idx="712">
                    <c:v>712</c:v>
                  </c:pt>
                  <c:pt idx="713">
                    <c:v>713</c:v>
                  </c:pt>
                  <c:pt idx="714">
                    <c:v>714</c:v>
                  </c:pt>
                  <c:pt idx="715">
                    <c:v>715</c:v>
                  </c:pt>
                  <c:pt idx="716">
                    <c:v>716</c:v>
                  </c:pt>
                  <c:pt idx="717">
                    <c:v>717</c:v>
                  </c:pt>
                  <c:pt idx="718">
                    <c:v>718</c:v>
                  </c:pt>
                  <c:pt idx="719">
                    <c:v>719</c:v>
                  </c:pt>
                  <c:pt idx="720">
                    <c:v>720</c:v>
                  </c:pt>
                  <c:pt idx="721">
                    <c:v>721</c:v>
                  </c:pt>
                  <c:pt idx="722">
                    <c:v>722</c:v>
                  </c:pt>
                  <c:pt idx="723">
                    <c:v>723</c:v>
                  </c:pt>
                  <c:pt idx="724">
                    <c:v>724</c:v>
                  </c:pt>
                  <c:pt idx="725">
                    <c:v>725</c:v>
                  </c:pt>
                  <c:pt idx="726">
                    <c:v>726</c:v>
                  </c:pt>
                  <c:pt idx="727">
                    <c:v>727</c:v>
                  </c:pt>
                  <c:pt idx="728">
                    <c:v>728</c:v>
                  </c:pt>
                  <c:pt idx="729">
                    <c:v>729</c:v>
                  </c:pt>
                  <c:pt idx="730">
                    <c:v>730</c:v>
                  </c:pt>
                  <c:pt idx="731">
                    <c:v>731</c:v>
                  </c:pt>
                  <c:pt idx="732">
                    <c:v>732</c:v>
                  </c:pt>
                  <c:pt idx="733">
                    <c:v>733</c:v>
                  </c:pt>
                  <c:pt idx="734">
                    <c:v>734</c:v>
                  </c:pt>
                  <c:pt idx="735">
                    <c:v>735</c:v>
                  </c:pt>
                  <c:pt idx="736">
                    <c:v>736</c:v>
                  </c:pt>
                  <c:pt idx="737">
                    <c:v>737</c:v>
                  </c:pt>
                  <c:pt idx="738">
                    <c:v>738</c:v>
                  </c:pt>
                  <c:pt idx="739">
                    <c:v>739</c:v>
                  </c:pt>
                  <c:pt idx="740">
                    <c:v>740</c:v>
                  </c:pt>
                  <c:pt idx="741">
                    <c:v>741</c:v>
                  </c:pt>
                  <c:pt idx="742">
                    <c:v>742</c:v>
                  </c:pt>
                  <c:pt idx="743">
                    <c:v>743</c:v>
                  </c:pt>
                  <c:pt idx="744">
                    <c:v>744</c:v>
                  </c:pt>
                  <c:pt idx="745">
                    <c:v>745</c:v>
                  </c:pt>
                  <c:pt idx="746">
                    <c:v>746</c:v>
                  </c:pt>
                  <c:pt idx="747">
                    <c:v>747</c:v>
                  </c:pt>
                  <c:pt idx="748">
                    <c:v>748</c:v>
                  </c:pt>
                  <c:pt idx="749">
                    <c:v>749</c:v>
                  </c:pt>
                  <c:pt idx="750">
                    <c:v>750</c:v>
                  </c:pt>
                  <c:pt idx="751">
                    <c:v>751</c:v>
                  </c:pt>
                  <c:pt idx="752">
                    <c:v>752</c:v>
                  </c:pt>
                  <c:pt idx="753">
                    <c:v>753</c:v>
                  </c:pt>
                  <c:pt idx="754">
                    <c:v>754</c:v>
                  </c:pt>
                  <c:pt idx="755">
                    <c:v>755</c:v>
                  </c:pt>
                  <c:pt idx="756">
                    <c:v>756</c:v>
                  </c:pt>
                  <c:pt idx="757">
                    <c:v>757</c:v>
                  </c:pt>
                  <c:pt idx="758">
                    <c:v>758</c:v>
                  </c:pt>
                  <c:pt idx="759">
                    <c:v>759</c:v>
                  </c:pt>
                  <c:pt idx="760">
                    <c:v>760</c:v>
                  </c:pt>
                  <c:pt idx="761">
                    <c:v>761</c:v>
                  </c:pt>
                  <c:pt idx="762">
                    <c:v>762</c:v>
                  </c:pt>
                  <c:pt idx="763">
                    <c:v>763</c:v>
                  </c:pt>
                  <c:pt idx="764">
                    <c:v>764</c:v>
                  </c:pt>
                  <c:pt idx="765">
                    <c:v>765</c:v>
                  </c:pt>
                  <c:pt idx="766">
                    <c:v>766</c:v>
                  </c:pt>
                  <c:pt idx="767">
                    <c:v>767</c:v>
                  </c:pt>
                  <c:pt idx="768">
                    <c:v>768</c:v>
                  </c:pt>
                  <c:pt idx="769">
                    <c:v>769</c:v>
                  </c:pt>
                  <c:pt idx="770">
                    <c:v>770</c:v>
                  </c:pt>
                  <c:pt idx="771">
                    <c:v>771</c:v>
                  </c:pt>
                  <c:pt idx="772">
                    <c:v>772</c:v>
                  </c:pt>
                  <c:pt idx="773">
                    <c:v>773</c:v>
                  </c:pt>
                  <c:pt idx="774">
                    <c:v>774</c:v>
                  </c:pt>
                  <c:pt idx="775">
                    <c:v>775</c:v>
                  </c:pt>
                  <c:pt idx="776">
                    <c:v>776</c:v>
                  </c:pt>
                  <c:pt idx="777">
                    <c:v>777</c:v>
                  </c:pt>
                  <c:pt idx="778">
                    <c:v>778</c:v>
                  </c:pt>
                  <c:pt idx="779">
                    <c:v>779</c:v>
                  </c:pt>
                  <c:pt idx="780">
                    <c:v>780</c:v>
                  </c:pt>
                  <c:pt idx="781">
                    <c:v>781</c:v>
                  </c:pt>
                  <c:pt idx="782">
                    <c:v>782</c:v>
                  </c:pt>
                  <c:pt idx="783">
                    <c:v>783</c:v>
                  </c:pt>
                  <c:pt idx="784">
                    <c:v>784</c:v>
                  </c:pt>
                  <c:pt idx="785">
                    <c:v>785</c:v>
                  </c:pt>
                  <c:pt idx="786">
                    <c:v>786</c:v>
                  </c:pt>
                  <c:pt idx="787">
                    <c:v>787</c:v>
                  </c:pt>
                  <c:pt idx="788">
                    <c:v>788</c:v>
                  </c:pt>
                  <c:pt idx="789">
                    <c:v>789</c:v>
                  </c:pt>
                  <c:pt idx="790">
                    <c:v>790</c:v>
                  </c:pt>
                  <c:pt idx="791">
                    <c:v>791</c:v>
                  </c:pt>
                  <c:pt idx="792">
                    <c:v>792</c:v>
                  </c:pt>
                  <c:pt idx="793">
                    <c:v>793</c:v>
                  </c:pt>
                  <c:pt idx="794">
                    <c:v>794</c:v>
                  </c:pt>
                  <c:pt idx="795">
                    <c:v>795</c:v>
                  </c:pt>
                  <c:pt idx="796">
                    <c:v>796</c:v>
                  </c:pt>
                  <c:pt idx="797">
                    <c:v>797</c:v>
                  </c:pt>
                  <c:pt idx="798">
                    <c:v>798</c:v>
                  </c:pt>
                  <c:pt idx="799">
                    <c:v>799</c:v>
                  </c:pt>
                  <c:pt idx="800">
                    <c:v>800</c:v>
                  </c:pt>
                  <c:pt idx="801">
                    <c:v>801</c:v>
                  </c:pt>
                  <c:pt idx="802">
                    <c:v>802</c:v>
                  </c:pt>
                  <c:pt idx="803">
                    <c:v>803</c:v>
                  </c:pt>
                  <c:pt idx="804">
                    <c:v>804</c:v>
                  </c:pt>
                  <c:pt idx="805">
                    <c:v>805</c:v>
                  </c:pt>
                  <c:pt idx="806">
                    <c:v>806</c:v>
                  </c:pt>
                  <c:pt idx="807">
                    <c:v>807</c:v>
                  </c:pt>
                  <c:pt idx="808">
                    <c:v>808</c:v>
                  </c:pt>
                  <c:pt idx="809">
                    <c:v>809</c:v>
                  </c:pt>
                  <c:pt idx="810">
                    <c:v>810</c:v>
                  </c:pt>
                  <c:pt idx="811">
                    <c:v>811</c:v>
                  </c:pt>
                  <c:pt idx="812">
                    <c:v>812</c:v>
                  </c:pt>
                  <c:pt idx="813">
                    <c:v>813</c:v>
                  </c:pt>
                  <c:pt idx="814">
                    <c:v>814</c:v>
                  </c:pt>
                  <c:pt idx="815">
                    <c:v>815</c:v>
                  </c:pt>
                  <c:pt idx="816">
                    <c:v>816</c:v>
                  </c:pt>
                  <c:pt idx="817">
                    <c:v>817</c:v>
                  </c:pt>
                  <c:pt idx="818">
                    <c:v>818</c:v>
                  </c:pt>
                  <c:pt idx="819">
                    <c:v>819</c:v>
                  </c:pt>
                  <c:pt idx="820">
                    <c:v>820</c:v>
                  </c:pt>
                  <c:pt idx="821">
                    <c:v>821</c:v>
                  </c:pt>
                  <c:pt idx="822">
                    <c:v>822</c:v>
                  </c:pt>
                  <c:pt idx="823">
                    <c:v>823</c:v>
                  </c:pt>
                  <c:pt idx="824">
                    <c:v>824</c:v>
                  </c:pt>
                  <c:pt idx="825">
                    <c:v>825</c:v>
                  </c:pt>
                  <c:pt idx="826">
                    <c:v>826</c:v>
                  </c:pt>
                  <c:pt idx="827">
                    <c:v>827</c:v>
                  </c:pt>
                  <c:pt idx="828">
                    <c:v>828</c:v>
                  </c:pt>
                  <c:pt idx="829">
                    <c:v>829</c:v>
                  </c:pt>
                  <c:pt idx="830">
                    <c:v>830</c:v>
                  </c:pt>
                  <c:pt idx="831">
                    <c:v>831</c:v>
                  </c:pt>
                  <c:pt idx="832">
                    <c:v>832</c:v>
                  </c:pt>
                  <c:pt idx="833">
                    <c:v>833</c:v>
                  </c:pt>
                  <c:pt idx="834">
                    <c:v>834</c:v>
                  </c:pt>
                  <c:pt idx="835">
                    <c:v>835</c:v>
                  </c:pt>
                  <c:pt idx="836">
                    <c:v>836</c:v>
                  </c:pt>
                  <c:pt idx="837">
                    <c:v>837</c:v>
                  </c:pt>
                  <c:pt idx="838">
                    <c:v>838</c:v>
                  </c:pt>
                  <c:pt idx="839">
                    <c:v>839</c:v>
                  </c:pt>
                  <c:pt idx="840">
                    <c:v>840</c:v>
                  </c:pt>
                  <c:pt idx="841">
                    <c:v>841</c:v>
                  </c:pt>
                  <c:pt idx="842">
                    <c:v>842</c:v>
                  </c:pt>
                  <c:pt idx="843">
                    <c:v>843</c:v>
                  </c:pt>
                  <c:pt idx="844">
                    <c:v>844</c:v>
                  </c:pt>
                  <c:pt idx="845">
                    <c:v>845</c:v>
                  </c:pt>
                  <c:pt idx="846">
                    <c:v>846</c:v>
                  </c:pt>
                  <c:pt idx="847">
                    <c:v>847</c:v>
                  </c:pt>
                  <c:pt idx="848">
                    <c:v>848</c:v>
                  </c:pt>
                  <c:pt idx="849">
                    <c:v>849</c:v>
                  </c:pt>
                  <c:pt idx="850">
                    <c:v>850</c:v>
                  </c:pt>
                  <c:pt idx="851">
                    <c:v>851</c:v>
                  </c:pt>
                  <c:pt idx="852">
                    <c:v>852</c:v>
                  </c:pt>
                  <c:pt idx="853">
                    <c:v>853</c:v>
                  </c:pt>
                  <c:pt idx="854">
                    <c:v>854</c:v>
                  </c:pt>
                  <c:pt idx="855">
                    <c:v>855</c:v>
                  </c:pt>
                  <c:pt idx="856">
                    <c:v>856</c:v>
                  </c:pt>
                  <c:pt idx="857">
                    <c:v>857</c:v>
                  </c:pt>
                  <c:pt idx="858">
                    <c:v>858</c:v>
                  </c:pt>
                  <c:pt idx="859">
                    <c:v>859</c:v>
                  </c:pt>
                  <c:pt idx="860">
                    <c:v>860</c:v>
                  </c:pt>
                  <c:pt idx="861">
                    <c:v>861</c:v>
                  </c:pt>
                  <c:pt idx="862">
                    <c:v>862</c:v>
                  </c:pt>
                  <c:pt idx="863">
                    <c:v>863</c:v>
                  </c:pt>
                </c:lvl>
              </c:multiLvlStrCache>
            </c:multiLvlStrRef>
          </c:cat>
          <c:val>
            <c:numRef>
              <c:f>Sheet1!$B$2:$B$865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21.528</c:v>
                </c:pt>
                <c:pt idx="859">
                  <c:v>0</c:v>
                </c:pt>
                <c:pt idx="860">
                  <c:v>0</c:v>
                </c:pt>
                <c:pt idx="861">
                  <c:v>0</c:v>
                </c:pt>
                <c:pt idx="862">
                  <c:v>0</c:v>
                </c:pt>
                <c:pt idx="86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12700"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Sheet1!$A$2:$A$865</c:f>
              <c:multiLvlStrCache>
                <c:ptCount val="86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pt idx="201">
                    <c:v>201</c:v>
                  </c:pt>
                  <c:pt idx="202">
                    <c:v>202</c:v>
                  </c:pt>
                  <c:pt idx="203">
                    <c:v>203</c:v>
                  </c:pt>
                  <c:pt idx="204">
                    <c:v>204</c:v>
                  </c:pt>
                  <c:pt idx="205">
                    <c:v>205</c:v>
                  </c:pt>
                  <c:pt idx="206">
                    <c:v>206</c:v>
                  </c:pt>
                  <c:pt idx="207">
                    <c:v>207</c:v>
                  </c:pt>
                  <c:pt idx="208">
                    <c:v>208</c:v>
                  </c:pt>
                  <c:pt idx="209">
                    <c:v>209</c:v>
                  </c:pt>
                  <c:pt idx="210">
                    <c:v>210</c:v>
                  </c:pt>
                  <c:pt idx="211">
                    <c:v>211</c:v>
                  </c:pt>
                  <c:pt idx="212">
                    <c:v>212</c:v>
                  </c:pt>
                  <c:pt idx="213">
                    <c:v>213</c:v>
                  </c:pt>
                  <c:pt idx="214">
                    <c:v>214</c:v>
                  </c:pt>
                  <c:pt idx="215">
                    <c:v>215</c:v>
                  </c:pt>
                  <c:pt idx="216">
                    <c:v>216</c:v>
                  </c:pt>
                  <c:pt idx="217">
                    <c:v>217</c:v>
                  </c:pt>
                  <c:pt idx="218">
                    <c:v>218</c:v>
                  </c:pt>
                  <c:pt idx="219">
                    <c:v>219</c:v>
                  </c:pt>
                  <c:pt idx="220">
                    <c:v>220</c:v>
                  </c:pt>
                  <c:pt idx="221">
                    <c:v>221</c:v>
                  </c:pt>
                  <c:pt idx="222">
                    <c:v>222</c:v>
                  </c:pt>
                  <c:pt idx="223">
                    <c:v>223</c:v>
                  </c:pt>
                  <c:pt idx="224">
                    <c:v>224</c:v>
                  </c:pt>
                  <c:pt idx="225">
                    <c:v>225</c:v>
                  </c:pt>
                  <c:pt idx="226">
                    <c:v>226</c:v>
                  </c:pt>
                  <c:pt idx="227">
                    <c:v>227</c:v>
                  </c:pt>
                  <c:pt idx="228">
                    <c:v>228</c:v>
                  </c:pt>
                  <c:pt idx="229">
                    <c:v>229</c:v>
                  </c:pt>
                  <c:pt idx="230">
                    <c:v>230</c:v>
                  </c:pt>
                  <c:pt idx="231">
                    <c:v>231</c:v>
                  </c:pt>
                  <c:pt idx="232">
                    <c:v>232</c:v>
                  </c:pt>
                  <c:pt idx="233">
                    <c:v>233</c:v>
                  </c:pt>
                  <c:pt idx="234">
                    <c:v>234</c:v>
                  </c:pt>
                  <c:pt idx="235">
                    <c:v>235</c:v>
                  </c:pt>
                  <c:pt idx="236">
                    <c:v>236</c:v>
                  </c:pt>
                  <c:pt idx="237">
                    <c:v>237</c:v>
                  </c:pt>
                  <c:pt idx="238">
                    <c:v>238</c:v>
                  </c:pt>
                  <c:pt idx="239">
                    <c:v>239</c:v>
                  </c:pt>
                  <c:pt idx="240">
                    <c:v>240</c:v>
                  </c:pt>
                  <c:pt idx="241">
                    <c:v>241</c:v>
                  </c:pt>
                  <c:pt idx="242">
                    <c:v>242</c:v>
                  </c:pt>
                  <c:pt idx="243">
                    <c:v>243</c:v>
                  </c:pt>
                  <c:pt idx="244">
                    <c:v>244</c:v>
                  </c:pt>
                  <c:pt idx="245">
                    <c:v>245</c:v>
                  </c:pt>
                  <c:pt idx="246">
                    <c:v>246</c:v>
                  </c:pt>
                  <c:pt idx="247">
                    <c:v>247</c:v>
                  </c:pt>
                  <c:pt idx="248">
                    <c:v>248</c:v>
                  </c:pt>
                  <c:pt idx="249">
                    <c:v>249</c:v>
                  </c:pt>
                  <c:pt idx="250">
                    <c:v>250</c:v>
                  </c:pt>
                  <c:pt idx="251">
                    <c:v>251</c:v>
                  </c:pt>
                  <c:pt idx="252">
                    <c:v>252</c:v>
                  </c:pt>
                  <c:pt idx="253">
                    <c:v>253</c:v>
                  </c:pt>
                  <c:pt idx="254">
                    <c:v>254</c:v>
                  </c:pt>
                  <c:pt idx="255">
                    <c:v>255</c:v>
                  </c:pt>
                  <c:pt idx="256">
                    <c:v>256</c:v>
                  </c:pt>
                  <c:pt idx="257">
                    <c:v>257</c:v>
                  </c:pt>
                  <c:pt idx="258">
                    <c:v>258</c:v>
                  </c:pt>
                  <c:pt idx="259">
                    <c:v>259</c:v>
                  </c:pt>
                  <c:pt idx="260">
                    <c:v>260</c:v>
                  </c:pt>
                  <c:pt idx="261">
                    <c:v>261</c:v>
                  </c:pt>
                  <c:pt idx="262">
                    <c:v>262</c:v>
                  </c:pt>
                  <c:pt idx="263">
                    <c:v>263</c:v>
                  </c:pt>
                  <c:pt idx="264">
                    <c:v>264</c:v>
                  </c:pt>
                  <c:pt idx="265">
                    <c:v>265</c:v>
                  </c:pt>
                  <c:pt idx="266">
                    <c:v>266</c:v>
                  </c:pt>
                  <c:pt idx="267">
                    <c:v>267</c:v>
                  </c:pt>
                  <c:pt idx="268">
                    <c:v>268</c:v>
                  </c:pt>
                  <c:pt idx="269">
                    <c:v>269</c:v>
                  </c:pt>
                  <c:pt idx="270">
                    <c:v>270</c:v>
                  </c:pt>
                  <c:pt idx="271">
                    <c:v>271</c:v>
                  </c:pt>
                  <c:pt idx="272">
                    <c:v>272</c:v>
                  </c:pt>
                  <c:pt idx="273">
                    <c:v>273</c:v>
                  </c:pt>
                  <c:pt idx="274">
                    <c:v>274</c:v>
                  </c:pt>
                  <c:pt idx="275">
                    <c:v>275</c:v>
                  </c:pt>
                  <c:pt idx="276">
                    <c:v>276</c:v>
                  </c:pt>
                  <c:pt idx="277">
                    <c:v>277</c:v>
                  </c:pt>
                  <c:pt idx="278">
                    <c:v>278</c:v>
                  </c:pt>
                  <c:pt idx="279">
                    <c:v>279</c:v>
                  </c:pt>
                  <c:pt idx="280">
                    <c:v>280</c:v>
                  </c:pt>
                  <c:pt idx="281">
                    <c:v>281</c:v>
                  </c:pt>
                  <c:pt idx="282">
                    <c:v>282</c:v>
                  </c:pt>
                  <c:pt idx="283">
                    <c:v>283</c:v>
                  </c:pt>
                  <c:pt idx="284">
                    <c:v>284</c:v>
                  </c:pt>
                  <c:pt idx="285">
                    <c:v>285</c:v>
                  </c:pt>
                  <c:pt idx="286">
                    <c:v>286</c:v>
                  </c:pt>
                  <c:pt idx="287">
                    <c:v>287</c:v>
                  </c:pt>
                  <c:pt idx="288">
                    <c:v>288</c:v>
                  </c:pt>
                  <c:pt idx="289">
                    <c:v>289</c:v>
                  </c:pt>
                  <c:pt idx="290">
                    <c:v>290</c:v>
                  </c:pt>
                  <c:pt idx="291">
                    <c:v>291</c:v>
                  </c:pt>
                  <c:pt idx="292">
                    <c:v>292</c:v>
                  </c:pt>
                  <c:pt idx="293">
                    <c:v>293</c:v>
                  </c:pt>
                  <c:pt idx="294">
                    <c:v>294</c:v>
                  </c:pt>
                  <c:pt idx="295">
                    <c:v>295</c:v>
                  </c:pt>
                  <c:pt idx="296">
                    <c:v>296</c:v>
                  </c:pt>
                  <c:pt idx="297">
                    <c:v>297</c:v>
                  </c:pt>
                  <c:pt idx="298">
                    <c:v>298</c:v>
                  </c:pt>
                  <c:pt idx="299">
                    <c:v>299</c:v>
                  </c:pt>
                  <c:pt idx="300">
                    <c:v>300</c:v>
                  </c:pt>
                  <c:pt idx="301">
                    <c:v>301</c:v>
                  </c:pt>
                  <c:pt idx="302">
                    <c:v>302</c:v>
                  </c:pt>
                  <c:pt idx="303">
                    <c:v>303</c:v>
                  </c:pt>
                  <c:pt idx="304">
                    <c:v>304</c:v>
                  </c:pt>
                  <c:pt idx="305">
                    <c:v>305</c:v>
                  </c:pt>
                  <c:pt idx="306">
                    <c:v>306</c:v>
                  </c:pt>
                  <c:pt idx="307">
                    <c:v>307</c:v>
                  </c:pt>
                  <c:pt idx="308">
                    <c:v>308</c:v>
                  </c:pt>
                  <c:pt idx="309">
                    <c:v>309</c:v>
                  </c:pt>
                  <c:pt idx="310">
                    <c:v>310</c:v>
                  </c:pt>
                  <c:pt idx="311">
                    <c:v>311</c:v>
                  </c:pt>
                  <c:pt idx="312">
                    <c:v>312</c:v>
                  </c:pt>
                  <c:pt idx="313">
                    <c:v>313</c:v>
                  </c:pt>
                  <c:pt idx="314">
                    <c:v>314</c:v>
                  </c:pt>
                  <c:pt idx="315">
                    <c:v>315</c:v>
                  </c:pt>
                  <c:pt idx="316">
                    <c:v>316</c:v>
                  </c:pt>
                  <c:pt idx="317">
                    <c:v>317</c:v>
                  </c:pt>
                  <c:pt idx="318">
                    <c:v>318</c:v>
                  </c:pt>
                  <c:pt idx="319">
                    <c:v>319</c:v>
                  </c:pt>
                  <c:pt idx="320">
                    <c:v>320</c:v>
                  </c:pt>
                  <c:pt idx="321">
                    <c:v>321</c:v>
                  </c:pt>
                  <c:pt idx="322">
                    <c:v>322</c:v>
                  </c:pt>
                  <c:pt idx="323">
                    <c:v>323</c:v>
                  </c:pt>
                  <c:pt idx="324">
                    <c:v>324</c:v>
                  </c:pt>
                  <c:pt idx="325">
                    <c:v>325</c:v>
                  </c:pt>
                  <c:pt idx="326">
                    <c:v>326</c:v>
                  </c:pt>
                  <c:pt idx="327">
                    <c:v>327</c:v>
                  </c:pt>
                  <c:pt idx="328">
                    <c:v>328</c:v>
                  </c:pt>
                  <c:pt idx="329">
                    <c:v>329</c:v>
                  </c:pt>
                  <c:pt idx="330">
                    <c:v>330</c:v>
                  </c:pt>
                  <c:pt idx="331">
                    <c:v>331</c:v>
                  </c:pt>
                  <c:pt idx="332">
                    <c:v>332</c:v>
                  </c:pt>
                  <c:pt idx="333">
                    <c:v>333</c:v>
                  </c:pt>
                  <c:pt idx="334">
                    <c:v>334</c:v>
                  </c:pt>
                  <c:pt idx="335">
                    <c:v>335</c:v>
                  </c:pt>
                  <c:pt idx="336">
                    <c:v>336</c:v>
                  </c:pt>
                  <c:pt idx="337">
                    <c:v>337</c:v>
                  </c:pt>
                  <c:pt idx="338">
                    <c:v>338</c:v>
                  </c:pt>
                  <c:pt idx="339">
                    <c:v>339</c:v>
                  </c:pt>
                  <c:pt idx="340">
                    <c:v>340</c:v>
                  </c:pt>
                  <c:pt idx="341">
                    <c:v>341</c:v>
                  </c:pt>
                  <c:pt idx="342">
                    <c:v>342</c:v>
                  </c:pt>
                  <c:pt idx="343">
                    <c:v>343</c:v>
                  </c:pt>
                  <c:pt idx="344">
                    <c:v>344</c:v>
                  </c:pt>
                  <c:pt idx="345">
                    <c:v>345</c:v>
                  </c:pt>
                  <c:pt idx="346">
                    <c:v>346</c:v>
                  </c:pt>
                  <c:pt idx="347">
                    <c:v>347</c:v>
                  </c:pt>
                  <c:pt idx="348">
                    <c:v>348</c:v>
                  </c:pt>
                  <c:pt idx="349">
                    <c:v>349</c:v>
                  </c:pt>
                  <c:pt idx="350">
                    <c:v>350</c:v>
                  </c:pt>
                  <c:pt idx="351">
                    <c:v>351</c:v>
                  </c:pt>
                  <c:pt idx="352">
                    <c:v>352</c:v>
                  </c:pt>
                  <c:pt idx="353">
                    <c:v>353</c:v>
                  </c:pt>
                  <c:pt idx="354">
                    <c:v>354</c:v>
                  </c:pt>
                  <c:pt idx="355">
                    <c:v>355</c:v>
                  </c:pt>
                  <c:pt idx="356">
                    <c:v>356</c:v>
                  </c:pt>
                  <c:pt idx="357">
                    <c:v>357</c:v>
                  </c:pt>
                  <c:pt idx="358">
                    <c:v>358</c:v>
                  </c:pt>
                  <c:pt idx="359">
                    <c:v>359</c:v>
                  </c:pt>
                  <c:pt idx="360">
                    <c:v>360</c:v>
                  </c:pt>
                  <c:pt idx="361">
                    <c:v>361</c:v>
                  </c:pt>
                  <c:pt idx="362">
                    <c:v>362</c:v>
                  </c:pt>
                  <c:pt idx="363">
                    <c:v>363</c:v>
                  </c:pt>
                  <c:pt idx="364">
                    <c:v>364</c:v>
                  </c:pt>
                  <c:pt idx="365">
                    <c:v>365</c:v>
                  </c:pt>
                  <c:pt idx="366">
                    <c:v>366</c:v>
                  </c:pt>
                  <c:pt idx="367">
                    <c:v>367</c:v>
                  </c:pt>
                  <c:pt idx="368">
                    <c:v>368</c:v>
                  </c:pt>
                  <c:pt idx="369">
                    <c:v>369</c:v>
                  </c:pt>
                  <c:pt idx="370">
                    <c:v>370</c:v>
                  </c:pt>
                  <c:pt idx="371">
                    <c:v>371</c:v>
                  </c:pt>
                  <c:pt idx="372">
                    <c:v>372</c:v>
                  </c:pt>
                  <c:pt idx="373">
                    <c:v>373</c:v>
                  </c:pt>
                  <c:pt idx="374">
                    <c:v>374</c:v>
                  </c:pt>
                  <c:pt idx="375">
                    <c:v>375</c:v>
                  </c:pt>
                  <c:pt idx="376">
                    <c:v>376</c:v>
                  </c:pt>
                  <c:pt idx="377">
                    <c:v>377</c:v>
                  </c:pt>
                  <c:pt idx="378">
                    <c:v>378</c:v>
                  </c:pt>
                  <c:pt idx="379">
                    <c:v>379</c:v>
                  </c:pt>
                  <c:pt idx="380">
                    <c:v>380</c:v>
                  </c:pt>
                  <c:pt idx="381">
                    <c:v>381</c:v>
                  </c:pt>
                  <c:pt idx="382">
                    <c:v>382</c:v>
                  </c:pt>
                  <c:pt idx="383">
                    <c:v>383</c:v>
                  </c:pt>
                  <c:pt idx="384">
                    <c:v>384</c:v>
                  </c:pt>
                  <c:pt idx="385">
                    <c:v>385</c:v>
                  </c:pt>
                  <c:pt idx="386">
                    <c:v>386</c:v>
                  </c:pt>
                  <c:pt idx="387">
                    <c:v>387</c:v>
                  </c:pt>
                  <c:pt idx="388">
                    <c:v>388</c:v>
                  </c:pt>
                  <c:pt idx="389">
                    <c:v>389</c:v>
                  </c:pt>
                  <c:pt idx="390">
                    <c:v>390</c:v>
                  </c:pt>
                  <c:pt idx="391">
                    <c:v>391</c:v>
                  </c:pt>
                  <c:pt idx="392">
                    <c:v>392</c:v>
                  </c:pt>
                  <c:pt idx="393">
                    <c:v>393</c:v>
                  </c:pt>
                  <c:pt idx="394">
                    <c:v>394</c:v>
                  </c:pt>
                  <c:pt idx="395">
                    <c:v>395</c:v>
                  </c:pt>
                  <c:pt idx="396">
                    <c:v>396</c:v>
                  </c:pt>
                  <c:pt idx="397">
                    <c:v>397</c:v>
                  </c:pt>
                  <c:pt idx="398">
                    <c:v>398</c:v>
                  </c:pt>
                  <c:pt idx="399">
                    <c:v>399</c:v>
                  </c:pt>
                  <c:pt idx="400">
                    <c:v>400</c:v>
                  </c:pt>
                  <c:pt idx="401">
                    <c:v>401</c:v>
                  </c:pt>
                  <c:pt idx="402">
                    <c:v>402</c:v>
                  </c:pt>
                  <c:pt idx="403">
                    <c:v>403</c:v>
                  </c:pt>
                  <c:pt idx="404">
                    <c:v>404</c:v>
                  </c:pt>
                  <c:pt idx="405">
                    <c:v>405</c:v>
                  </c:pt>
                  <c:pt idx="406">
                    <c:v>406</c:v>
                  </c:pt>
                  <c:pt idx="407">
                    <c:v>407</c:v>
                  </c:pt>
                  <c:pt idx="408">
                    <c:v>408</c:v>
                  </c:pt>
                  <c:pt idx="409">
                    <c:v>409</c:v>
                  </c:pt>
                  <c:pt idx="410">
                    <c:v>410</c:v>
                  </c:pt>
                  <c:pt idx="411">
                    <c:v>411</c:v>
                  </c:pt>
                  <c:pt idx="412">
                    <c:v>412</c:v>
                  </c:pt>
                  <c:pt idx="413">
                    <c:v>413</c:v>
                  </c:pt>
                  <c:pt idx="414">
                    <c:v>414</c:v>
                  </c:pt>
                  <c:pt idx="415">
                    <c:v>415</c:v>
                  </c:pt>
                  <c:pt idx="416">
                    <c:v>416</c:v>
                  </c:pt>
                  <c:pt idx="417">
                    <c:v>417</c:v>
                  </c:pt>
                  <c:pt idx="418">
                    <c:v>418</c:v>
                  </c:pt>
                  <c:pt idx="419">
                    <c:v>419</c:v>
                  </c:pt>
                  <c:pt idx="420">
                    <c:v>420</c:v>
                  </c:pt>
                  <c:pt idx="421">
                    <c:v>421</c:v>
                  </c:pt>
                  <c:pt idx="422">
                    <c:v>422</c:v>
                  </c:pt>
                  <c:pt idx="423">
                    <c:v>423</c:v>
                  </c:pt>
                  <c:pt idx="424">
                    <c:v>424</c:v>
                  </c:pt>
                  <c:pt idx="425">
                    <c:v>425</c:v>
                  </c:pt>
                  <c:pt idx="426">
                    <c:v>426</c:v>
                  </c:pt>
                  <c:pt idx="427">
                    <c:v>427</c:v>
                  </c:pt>
                  <c:pt idx="428">
                    <c:v>428</c:v>
                  </c:pt>
                  <c:pt idx="429">
                    <c:v>429</c:v>
                  </c:pt>
                  <c:pt idx="430">
                    <c:v>430</c:v>
                  </c:pt>
                  <c:pt idx="431">
                    <c:v>431</c:v>
                  </c:pt>
                  <c:pt idx="432">
                    <c:v>432</c:v>
                  </c:pt>
                  <c:pt idx="433">
                    <c:v>433</c:v>
                  </c:pt>
                  <c:pt idx="434">
                    <c:v>434</c:v>
                  </c:pt>
                  <c:pt idx="435">
                    <c:v>435</c:v>
                  </c:pt>
                  <c:pt idx="436">
                    <c:v>436</c:v>
                  </c:pt>
                  <c:pt idx="437">
                    <c:v>437</c:v>
                  </c:pt>
                  <c:pt idx="438">
                    <c:v>438</c:v>
                  </c:pt>
                  <c:pt idx="439">
                    <c:v>439</c:v>
                  </c:pt>
                  <c:pt idx="440">
                    <c:v>440</c:v>
                  </c:pt>
                  <c:pt idx="441">
                    <c:v>441</c:v>
                  </c:pt>
                  <c:pt idx="442">
                    <c:v>442</c:v>
                  </c:pt>
                  <c:pt idx="443">
                    <c:v>443</c:v>
                  </c:pt>
                  <c:pt idx="444">
                    <c:v>444</c:v>
                  </c:pt>
                  <c:pt idx="445">
                    <c:v>445</c:v>
                  </c:pt>
                  <c:pt idx="446">
                    <c:v>446</c:v>
                  </c:pt>
                  <c:pt idx="447">
                    <c:v>447</c:v>
                  </c:pt>
                  <c:pt idx="448">
                    <c:v>448</c:v>
                  </c:pt>
                  <c:pt idx="449">
                    <c:v>449</c:v>
                  </c:pt>
                  <c:pt idx="450">
                    <c:v>450</c:v>
                  </c:pt>
                  <c:pt idx="451">
                    <c:v>451</c:v>
                  </c:pt>
                  <c:pt idx="452">
                    <c:v>452</c:v>
                  </c:pt>
                  <c:pt idx="453">
                    <c:v>453</c:v>
                  </c:pt>
                  <c:pt idx="454">
                    <c:v>454</c:v>
                  </c:pt>
                  <c:pt idx="455">
                    <c:v>455</c:v>
                  </c:pt>
                  <c:pt idx="456">
                    <c:v>456</c:v>
                  </c:pt>
                  <c:pt idx="457">
                    <c:v>457</c:v>
                  </c:pt>
                  <c:pt idx="458">
                    <c:v>458</c:v>
                  </c:pt>
                  <c:pt idx="459">
                    <c:v>459</c:v>
                  </c:pt>
                  <c:pt idx="460">
                    <c:v>460</c:v>
                  </c:pt>
                  <c:pt idx="461">
                    <c:v>461</c:v>
                  </c:pt>
                  <c:pt idx="462">
                    <c:v>462</c:v>
                  </c:pt>
                  <c:pt idx="463">
                    <c:v>463</c:v>
                  </c:pt>
                  <c:pt idx="464">
                    <c:v>464</c:v>
                  </c:pt>
                  <c:pt idx="465">
                    <c:v>465</c:v>
                  </c:pt>
                  <c:pt idx="466">
                    <c:v>466</c:v>
                  </c:pt>
                  <c:pt idx="467">
                    <c:v>467</c:v>
                  </c:pt>
                  <c:pt idx="468">
                    <c:v>468</c:v>
                  </c:pt>
                  <c:pt idx="469">
                    <c:v>469</c:v>
                  </c:pt>
                  <c:pt idx="470">
                    <c:v>470</c:v>
                  </c:pt>
                  <c:pt idx="471">
                    <c:v>471</c:v>
                  </c:pt>
                  <c:pt idx="472">
                    <c:v>472</c:v>
                  </c:pt>
                  <c:pt idx="473">
                    <c:v>473</c:v>
                  </c:pt>
                  <c:pt idx="474">
                    <c:v>474</c:v>
                  </c:pt>
                  <c:pt idx="475">
                    <c:v>475</c:v>
                  </c:pt>
                  <c:pt idx="476">
                    <c:v>476</c:v>
                  </c:pt>
                  <c:pt idx="477">
                    <c:v>477</c:v>
                  </c:pt>
                  <c:pt idx="478">
                    <c:v>478</c:v>
                  </c:pt>
                  <c:pt idx="479">
                    <c:v>479</c:v>
                  </c:pt>
                  <c:pt idx="480">
                    <c:v>480</c:v>
                  </c:pt>
                  <c:pt idx="481">
                    <c:v>481</c:v>
                  </c:pt>
                  <c:pt idx="482">
                    <c:v>482</c:v>
                  </c:pt>
                  <c:pt idx="483">
                    <c:v>483</c:v>
                  </c:pt>
                  <c:pt idx="484">
                    <c:v>484</c:v>
                  </c:pt>
                  <c:pt idx="485">
                    <c:v>485</c:v>
                  </c:pt>
                  <c:pt idx="486">
                    <c:v>486</c:v>
                  </c:pt>
                  <c:pt idx="487">
                    <c:v>487</c:v>
                  </c:pt>
                  <c:pt idx="488">
                    <c:v>488</c:v>
                  </c:pt>
                  <c:pt idx="489">
                    <c:v>489</c:v>
                  </c:pt>
                  <c:pt idx="490">
                    <c:v>490</c:v>
                  </c:pt>
                  <c:pt idx="491">
                    <c:v>491</c:v>
                  </c:pt>
                  <c:pt idx="492">
                    <c:v>492</c:v>
                  </c:pt>
                  <c:pt idx="493">
                    <c:v>493</c:v>
                  </c:pt>
                  <c:pt idx="494">
                    <c:v>494</c:v>
                  </c:pt>
                  <c:pt idx="495">
                    <c:v>495</c:v>
                  </c:pt>
                  <c:pt idx="496">
                    <c:v>496</c:v>
                  </c:pt>
                  <c:pt idx="497">
                    <c:v>497</c:v>
                  </c:pt>
                  <c:pt idx="498">
                    <c:v>498</c:v>
                  </c:pt>
                  <c:pt idx="499">
                    <c:v>499</c:v>
                  </c:pt>
                  <c:pt idx="500">
                    <c:v>500</c:v>
                  </c:pt>
                  <c:pt idx="501">
                    <c:v>501</c:v>
                  </c:pt>
                  <c:pt idx="502">
                    <c:v>502</c:v>
                  </c:pt>
                  <c:pt idx="503">
                    <c:v>503</c:v>
                  </c:pt>
                  <c:pt idx="504">
                    <c:v>504</c:v>
                  </c:pt>
                  <c:pt idx="505">
                    <c:v>505</c:v>
                  </c:pt>
                  <c:pt idx="506">
                    <c:v>506</c:v>
                  </c:pt>
                  <c:pt idx="507">
                    <c:v>507</c:v>
                  </c:pt>
                  <c:pt idx="508">
                    <c:v>508</c:v>
                  </c:pt>
                  <c:pt idx="509">
                    <c:v>509</c:v>
                  </c:pt>
                  <c:pt idx="510">
                    <c:v>510</c:v>
                  </c:pt>
                  <c:pt idx="511">
                    <c:v>511</c:v>
                  </c:pt>
                  <c:pt idx="512">
                    <c:v>512</c:v>
                  </c:pt>
                  <c:pt idx="513">
                    <c:v>513</c:v>
                  </c:pt>
                  <c:pt idx="514">
                    <c:v>514</c:v>
                  </c:pt>
                  <c:pt idx="515">
                    <c:v>515</c:v>
                  </c:pt>
                  <c:pt idx="516">
                    <c:v>516</c:v>
                  </c:pt>
                  <c:pt idx="517">
                    <c:v>517</c:v>
                  </c:pt>
                  <c:pt idx="518">
                    <c:v>518</c:v>
                  </c:pt>
                  <c:pt idx="519">
                    <c:v>519</c:v>
                  </c:pt>
                  <c:pt idx="520">
                    <c:v>520</c:v>
                  </c:pt>
                  <c:pt idx="521">
                    <c:v>521</c:v>
                  </c:pt>
                  <c:pt idx="522">
                    <c:v>522</c:v>
                  </c:pt>
                  <c:pt idx="523">
                    <c:v>523</c:v>
                  </c:pt>
                  <c:pt idx="524">
                    <c:v>524</c:v>
                  </c:pt>
                  <c:pt idx="525">
                    <c:v>525</c:v>
                  </c:pt>
                  <c:pt idx="526">
                    <c:v>526</c:v>
                  </c:pt>
                  <c:pt idx="527">
                    <c:v>527</c:v>
                  </c:pt>
                  <c:pt idx="528">
                    <c:v>528</c:v>
                  </c:pt>
                  <c:pt idx="529">
                    <c:v>529</c:v>
                  </c:pt>
                  <c:pt idx="530">
                    <c:v>530</c:v>
                  </c:pt>
                  <c:pt idx="531">
                    <c:v>531</c:v>
                  </c:pt>
                  <c:pt idx="532">
                    <c:v>532</c:v>
                  </c:pt>
                  <c:pt idx="533">
                    <c:v>533</c:v>
                  </c:pt>
                  <c:pt idx="534">
                    <c:v>534</c:v>
                  </c:pt>
                  <c:pt idx="535">
                    <c:v>535</c:v>
                  </c:pt>
                  <c:pt idx="536">
                    <c:v>536</c:v>
                  </c:pt>
                  <c:pt idx="537">
                    <c:v>537</c:v>
                  </c:pt>
                  <c:pt idx="538">
                    <c:v>538</c:v>
                  </c:pt>
                  <c:pt idx="539">
                    <c:v>539</c:v>
                  </c:pt>
                  <c:pt idx="540">
                    <c:v>540</c:v>
                  </c:pt>
                  <c:pt idx="541">
                    <c:v>541</c:v>
                  </c:pt>
                  <c:pt idx="542">
                    <c:v>542</c:v>
                  </c:pt>
                  <c:pt idx="543">
                    <c:v>543</c:v>
                  </c:pt>
                  <c:pt idx="544">
                    <c:v>544</c:v>
                  </c:pt>
                  <c:pt idx="545">
                    <c:v>545</c:v>
                  </c:pt>
                  <c:pt idx="546">
                    <c:v>546</c:v>
                  </c:pt>
                  <c:pt idx="547">
                    <c:v>547</c:v>
                  </c:pt>
                  <c:pt idx="548">
                    <c:v>548</c:v>
                  </c:pt>
                  <c:pt idx="549">
                    <c:v>549</c:v>
                  </c:pt>
                  <c:pt idx="550">
                    <c:v>550</c:v>
                  </c:pt>
                  <c:pt idx="551">
                    <c:v>551</c:v>
                  </c:pt>
                  <c:pt idx="552">
                    <c:v>552</c:v>
                  </c:pt>
                  <c:pt idx="553">
                    <c:v>553</c:v>
                  </c:pt>
                  <c:pt idx="554">
                    <c:v>554</c:v>
                  </c:pt>
                  <c:pt idx="555">
                    <c:v>555</c:v>
                  </c:pt>
                  <c:pt idx="556">
                    <c:v>556</c:v>
                  </c:pt>
                  <c:pt idx="557">
                    <c:v>557</c:v>
                  </c:pt>
                  <c:pt idx="558">
                    <c:v>558</c:v>
                  </c:pt>
                  <c:pt idx="559">
                    <c:v>559</c:v>
                  </c:pt>
                  <c:pt idx="560">
                    <c:v>560</c:v>
                  </c:pt>
                  <c:pt idx="561">
                    <c:v>561</c:v>
                  </c:pt>
                  <c:pt idx="562">
                    <c:v>562</c:v>
                  </c:pt>
                  <c:pt idx="563">
                    <c:v>563</c:v>
                  </c:pt>
                  <c:pt idx="564">
                    <c:v>564</c:v>
                  </c:pt>
                  <c:pt idx="565">
                    <c:v>565</c:v>
                  </c:pt>
                  <c:pt idx="566">
                    <c:v>566</c:v>
                  </c:pt>
                  <c:pt idx="567">
                    <c:v>567</c:v>
                  </c:pt>
                  <c:pt idx="568">
                    <c:v>568</c:v>
                  </c:pt>
                  <c:pt idx="569">
                    <c:v>569</c:v>
                  </c:pt>
                  <c:pt idx="570">
                    <c:v>570</c:v>
                  </c:pt>
                  <c:pt idx="571">
                    <c:v>571</c:v>
                  </c:pt>
                  <c:pt idx="572">
                    <c:v>572</c:v>
                  </c:pt>
                  <c:pt idx="573">
                    <c:v>573</c:v>
                  </c:pt>
                  <c:pt idx="574">
                    <c:v>574</c:v>
                  </c:pt>
                  <c:pt idx="575">
                    <c:v>575</c:v>
                  </c:pt>
                  <c:pt idx="576">
                    <c:v>576</c:v>
                  </c:pt>
                  <c:pt idx="577">
                    <c:v>577</c:v>
                  </c:pt>
                  <c:pt idx="578">
                    <c:v>578</c:v>
                  </c:pt>
                  <c:pt idx="579">
                    <c:v>579</c:v>
                  </c:pt>
                  <c:pt idx="580">
                    <c:v>580</c:v>
                  </c:pt>
                  <c:pt idx="581">
                    <c:v>581</c:v>
                  </c:pt>
                  <c:pt idx="582">
                    <c:v>582</c:v>
                  </c:pt>
                  <c:pt idx="583">
                    <c:v>583</c:v>
                  </c:pt>
                  <c:pt idx="584">
                    <c:v>584</c:v>
                  </c:pt>
                  <c:pt idx="585">
                    <c:v>585</c:v>
                  </c:pt>
                  <c:pt idx="586">
                    <c:v>586</c:v>
                  </c:pt>
                  <c:pt idx="587">
                    <c:v>587</c:v>
                  </c:pt>
                  <c:pt idx="588">
                    <c:v>588</c:v>
                  </c:pt>
                  <c:pt idx="589">
                    <c:v>589</c:v>
                  </c:pt>
                  <c:pt idx="590">
                    <c:v>590</c:v>
                  </c:pt>
                  <c:pt idx="591">
                    <c:v>591</c:v>
                  </c:pt>
                  <c:pt idx="592">
                    <c:v>592</c:v>
                  </c:pt>
                  <c:pt idx="593">
                    <c:v>593</c:v>
                  </c:pt>
                  <c:pt idx="594">
                    <c:v>594</c:v>
                  </c:pt>
                  <c:pt idx="595">
                    <c:v>595</c:v>
                  </c:pt>
                  <c:pt idx="596">
                    <c:v>596</c:v>
                  </c:pt>
                  <c:pt idx="597">
                    <c:v>597</c:v>
                  </c:pt>
                  <c:pt idx="598">
                    <c:v>598</c:v>
                  </c:pt>
                  <c:pt idx="599">
                    <c:v>599</c:v>
                  </c:pt>
                  <c:pt idx="600">
                    <c:v>600</c:v>
                  </c:pt>
                  <c:pt idx="601">
                    <c:v>601</c:v>
                  </c:pt>
                  <c:pt idx="602">
                    <c:v>602</c:v>
                  </c:pt>
                  <c:pt idx="603">
                    <c:v>603</c:v>
                  </c:pt>
                  <c:pt idx="604">
                    <c:v>604</c:v>
                  </c:pt>
                  <c:pt idx="605">
                    <c:v>605</c:v>
                  </c:pt>
                  <c:pt idx="606">
                    <c:v>606</c:v>
                  </c:pt>
                  <c:pt idx="607">
                    <c:v>607</c:v>
                  </c:pt>
                  <c:pt idx="608">
                    <c:v>608</c:v>
                  </c:pt>
                  <c:pt idx="609">
                    <c:v>609</c:v>
                  </c:pt>
                  <c:pt idx="610">
                    <c:v>610</c:v>
                  </c:pt>
                  <c:pt idx="611">
                    <c:v>611</c:v>
                  </c:pt>
                  <c:pt idx="612">
                    <c:v>612</c:v>
                  </c:pt>
                  <c:pt idx="613">
                    <c:v>613</c:v>
                  </c:pt>
                  <c:pt idx="614">
                    <c:v>614</c:v>
                  </c:pt>
                  <c:pt idx="615">
                    <c:v>615</c:v>
                  </c:pt>
                  <c:pt idx="616">
                    <c:v>616</c:v>
                  </c:pt>
                  <c:pt idx="617">
                    <c:v>617</c:v>
                  </c:pt>
                  <c:pt idx="618">
                    <c:v>618</c:v>
                  </c:pt>
                  <c:pt idx="619">
                    <c:v>619</c:v>
                  </c:pt>
                  <c:pt idx="620">
                    <c:v>620</c:v>
                  </c:pt>
                  <c:pt idx="621">
                    <c:v>621</c:v>
                  </c:pt>
                  <c:pt idx="622">
                    <c:v>622</c:v>
                  </c:pt>
                  <c:pt idx="623">
                    <c:v>623</c:v>
                  </c:pt>
                  <c:pt idx="624">
                    <c:v>624</c:v>
                  </c:pt>
                  <c:pt idx="625">
                    <c:v>625</c:v>
                  </c:pt>
                  <c:pt idx="626">
                    <c:v>626</c:v>
                  </c:pt>
                  <c:pt idx="627">
                    <c:v>627</c:v>
                  </c:pt>
                  <c:pt idx="628">
                    <c:v>628</c:v>
                  </c:pt>
                  <c:pt idx="629">
                    <c:v>629</c:v>
                  </c:pt>
                  <c:pt idx="630">
                    <c:v>630</c:v>
                  </c:pt>
                  <c:pt idx="631">
                    <c:v>631</c:v>
                  </c:pt>
                  <c:pt idx="632">
                    <c:v>632</c:v>
                  </c:pt>
                  <c:pt idx="633">
                    <c:v>633</c:v>
                  </c:pt>
                  <c:pt idx="634">
                    <c:v>634</c:v>
                  </c:pt>
                  <c:pt idx="635">
                    <c:v>635</c:v>
                  </c:pt>
                  <c:pt idx="636">
                    <c:v>636</c:v>
                  </c:pt>
                  <c:pt idx="637">
                    <c:v>637</c:v>
                  </c:pt>
                  <c:pt idx="638">
                    <c:v>638</c:v>
                  </c:pt>
                  <c:pt idx="639">
                    <c:v>639</c:v>
                  </c:pt>
                  <c:pt idx="640">
                    <c:v>640</c:v>
                  </c:pt>
                  <c:pt idx="641">
                    <c:v>641</c:v>
                  </c:pt>
                  <c:pt idx="642">
                    <c:v>642</c:v>
                  </c:pt>
                  <c:pt idx="643">
                    <c:v>643</c:v>
                  </c:pt>
                  <c:pt idx="644">
                    <c:v>644</c:v>
                  </c:pt>
                  <c:pt idx="645">
                    <c:v>645</c:v>
                  </c:pt>
                  <c:pt idx="646">
                    <c:v>646</c:v>
                  </c:pt>
                  <c:pt idx="647">
                    <c:v>647</c:v>
                  </c:pt>
                  <c:pt idx="648">
                    <c:v>648</c:v>
                  </c:pt>
                  <c:pt idx="649">
                    <c:v>649</c:v>
                  </c:pt>
                  <c:pt idx="650">
                    <c:v>650</c:v>
                  </c:pt>
                  <c:pt idx="651">
                    <c:v>651</c:v>
                  </c:pt>
                  <c:pt idx="652">
                    <c:v>652</c:v>
                  </c:pt>
                  <c:pt idx="653">
                    <c:v>653</c:v>
                  </c:pt>
                  <c:pt idx="654">
                    <c:v>654</c:v>
                  </c:pt>
                  <c:pt idx="655">
                    <c:v>655</c:v>
                  </c:pt>
                  <c:pt idx="656">
                    <c:v>656</c:v>
                  </c:pt>
                  <c:pt idx="657">
                    <c:v>657</c:v>
                  </c:pt>
                  <c:pt idx="658">
                    <c:v>658</c:v>
                  </c:pt>
                  <c:pt idx="659">
                    <c:v>659</c:v>
                  </c:pt>
                  <c:pt idx="660">
                    <c:v>660</c:v>
                  </c:pt>
                  <c:pt idx="661">
                    <c:v>661</c:v>
                  </c:pt>
                  <c:pt idx="662">
                    <c:v>662</c:v>
                  </c:pt>
                  <c:pt idx="663">
                    <c:v>663</c:v>
                  </c:pt>
                  <c:pt idx="664">
                    <c:v>664</c:v>
                  </c:pt>
                  <c:pt idx="665">
                    <c:v>665</c:v>
                  </c:pt>
                  <c:pt idx="666">
                    <c:v>666</c:v>
                  </c:pt>
                  <c:pt idx="667">
                    <c:v>667</c:v>
                  </c:pt>
                  <c:pt idx="668">
                    <c:v>668</c:v>
                  </c:pt>
                  <c:pt idx="669">
                    <c:v>669</c:v>
                  </c:pt>
                  <c:pt idx="670">
                    <c:v>670</c:v>
                  </c:pt>
                  <c:pt idx="671">
                    <c:v>671</c:v>
                  </c:pt>
                  <c:pt idx="672">
                    <c:v>672</c:v>
                  </c:pt>
                  <c:pt idx="673">
                    <c:v>673</c:v>
                  </c:pt>
                  <c:pt idx="674">
                    <c:v>674</c:v>
                  </c:pt>
                  <c:pt idx="675">
                    <c:v>675</c:v>
                  </c:pt>
                  <c:pt idx="676">
                    <c:v>676</c:v>
                  </c:pt>
                  <c:pt idx="677">
                    <c:v>677</c:v>
                  </c:pt>
                  <c:pt idx="678">
                    <c:v>678</c:v>
                  </c:pt>
                  <c:pt idx="679">
                    <c:v>679</c:v>
                  </c:pt>
                  <c:pt idx="680">
                    <c:v>680</c:v>
                  </c:pt>
                  <c:pt idx="681">
                    <c:v>681</c:v>
                  </c:pt>
                  <c:pt idx="682">
                    <c:v>682</c:v>
                  </c:pt>
                  <c:pt idx="683">
                    <c:v>683</c:v>
                  </c:pt>
                  <c:pt idx="684">
                    <c:v>684</c:v>
                  </c:pt>
                  <c:pt idx="685">
                    <c:v>685</c:v>
                  </c:pt>
                  <c:pt idx="686">
                    <c:v>686</c:v>
                  </c:pt>
                  <c:pt idx="687">
                    <c:v>687</c:v>
                  </c:pt>
                  <c:pt idx="688">
                    <c:v>688</c:v>
                  </c:pt>
                  <c:pt idx="689">
                    <c:v>689</c:v>
                  </c:pt>
                  <c:pt idx="690">
                    <c:v>690</c:v>
                  </c:pt>
                  <c:pt idx="691">
                    <c:v>691</c:v>
                  </c:pt>
                  <c:pt idx="692">
                    <c:v>692</c:v>
                  </c:pt>
                  <c:pt idx="693">
                    <c:v>693</c:v>
                  </c:pt>
                  <c:pt idx="694">
                    <c:v>694</c:v>
                  </c:pt>
                  <c:pt idx="695">
                    <c:v>695</c:v>
                  </c:pt>
                  <c:pt idx="696">
                    <c:v>696</c:v>
                  </c:pt>
                  <c:pt idx="697">
                    <c:v>697</c:v>
                  </c:pt>
                  <c:pt idx="698">
                    <c:v>698</c:v>
                  </c:pt>
                  <c:pt idx="699">
                    <c:v>699</c:v>
                  </c:pt>
                  <c:pt idx="700">
                    <c:v>700</c:v>
                  </c:pt>
                  <c:pt idx="701">
                    <c:v>701</c:v>
                  </c:pt>
                  <c:pt idx="702">
                    <c:v>702</c:v>
                  </c:pt>
                  <c:pt idx="703">
                    <c:v>703</c:v>
                  </c:pt>
                  <c:pt idx="704">
                    <c:v>704</c:v>
                  </c:pt>
                  <c:pt idx="705">
                    <c:v>705</c:v>
                  </c:pt>
                  <c:pt idx="706">
                    <c:v>706</c:v>
                  </c:pt>
                  <c:pt idx="707">
                    <c:v>707</c:v>
                  </c:pt>
                  <c:pt idx="708">
                    <c:v>708</c:v>
                  </c:pt>
                  <c:pt idx="709">
                    <c:v>709</c:v>
                  </c:pt>
                  <c:pt idx="710">
                    <c:v>710</c:v>
                  </c:pt>
                  <c:pt idx="711">
                    <c:v>711</c:v>
                  </c:pt>
                  <c:pt idx="712">
                    <c:v>712</c:v>
                  </c:pt>
                  <c:pt idx="713">
                    <c:v>713</c:v>
                  </c:pt>
                  <c:pt idx="714">
                    <c:v>714</c:v>
                  </c:pt>
                  <c:pt idx="715">
                    <c:v>715</c:v>
                  </c:pt>
                  <c:pt idx="716">
                    <c:v>716</c:v>
                  </c:pt>
                  <c:pt idx="717">
                    <c:v>717</c:v>
                  </c:pt>
                  <c:pt idx="718">
                    <c:v>718</c:v>
                  </c:pt>
                  <c:pt idx="719">
                    <c:v>719</c:v>
                  </c:pt>
                  <c:pt idx="720">
                    <c:v>720</c:v>
                  </c:pt>
                  <c:pt idx="721">
                    <c:v>721</c:v>
                  </c:pt>
                  <c:pt idx="722">
                    <c:v>722</c:v>
                  </c:pt>
                  <c:pt idx="723">
                    <c:v>723</c:v>
                  </c:pt>
                  <c:pt idx="724">
                    <c:v>724</c:v>
                  </c:pt>
                  <c:pt idx="725">
                    <c:v>725</c:v>
                  </c:pt>
                  <c:pt idx="726">
                    <c:v>726</c:v>
                  </c:pt>
                  <c:pt idx="727">
                    <c:v>727</c:v>
                  </c:pt>
                  <c:pt idx="728">
                    <c:v>728</c:v>
                  </c:pt>
                  <c:pt idx="729">
                    <c:v>729</c:v>
                  </c:pt>
                  <c:pt idx="730">
                    <c:v>730</c:v>
                  </c:pt>
                  <c:pt idx="731">
                    <c:v>731</c:v>
                  </c:pt>
                  <c:pt idx="732">
                    <c:v>732</c:v>
                  </c:pt>
                  <c:pt idx="733">
                    <c:v>733</c:v>
                  </c:pt>
                  <c:pt idx="734">
                    <c:v>734</c:v>
                  </c:pt>
                  <c:pt idx="735">
                    <c:v>735</c:v>
                  </c:pt>
                  <c:pt idx="736">
                    <c:v>736</c:v>
                  </c:pt>
                  <c:pt idx="737">
                    <c:v>737</c:v>
                  </c:pt>
                  <c:pt idx="738">
                    <c:v>738</c:v>
                  </c:pt>
                  <c:pt idx="739">
                    <c:v>739</c:v>
                  </c:pt>
                  <c:pt idx="740">
                    <c:v>740</c:v>
                  </c:pt>
                  <c:pt idx="741">
                    <c:v>741</c:v>
                  </c:pt>
                  <c:pt idx="742">
                    <c:v>742</c:v>
                  </c:pt>
                  <c:pt idx="743">
                    <c:v>743</c:v>
                  </c:pt>
                  <c:pt idx="744">
                    <c:v>744</c:v>
                  </c:pt>
                  <c:pt idx="745">
                    <c:v>745</c:v>
                  </c:pt>
                  <c:pt idx="746">
                    <c:v>746</c:v>
                  </c:pt>
                  <c:pt idx="747">
                    <c:v>747</c:v>
                  </c:pt>
                  <c:pt idx="748">
                    <c:v>748</c:v>
                  </c:pt>
                  <c:pt idx="749">
                    <c:v>749</c:v>
                  </c:pt>
                  <c:pt idx="750">
                    <c:v>750</c:v>
                  </c:pt>
                  <c:pt idx="751">
                    <c:v>751</c:v>
                  </c:pt>
                  <c:pt idx="752">
                    <c:v>752</c:v>
                  </c:pt>
                  <c:pt idx="753">
                    <c:v>753</c:v>
                  </c:pt>
                  <c:pt idx="754">
                    <c:v>754</c:v>
                  </c:pt>
                  <c:pt idx="755">
                    <c:v>755</c:v>
                  </c:pt>
                  <c:pt idx="756">
                    <c:v>756</c:v>
                  </c:pt>
                  <c:pt idx="757">
                    <c:v>757</c:v>
                  </c:pt>
                  <c:pt idx="758">
                    <c:v>758</c:v>
                  </c:pt>
                  <c:pt idx="759">
                    <c:v>759</c:v>
                  </c:pt>
                  <c:pt idx="760">
                    <c:v>760</c:v>
                  </c:pt>
                  <c:pt idx="761">
                    <c:v>761</c:v>
                  </c:pt>
                  <c:pt idx="762">
                    <c:v>762</c:v>
                  </c:pt>
                  <c:pt idx="763">
                    <c:v>763</c:v>
                  </c:pt>
                  <c:pt idx="764">
                    <c:v>764</c:v>
                  </c:pt>
                  <c:pt idx="765">
                    <c:v>765</c:v>
                  </c:pt>
                  <c:pt idx="766">
                    <c:v>766</c:v>
                  </c:pt>
                  <c:pt idx="767">
                    <c:v>767</c:v>
                  </c:pt>
                  <c:pt idx="768">
                    <c:v>768</c:v>
                  </c:pt>
                  <c:pt idx="769">
                    <c:v>769</c:v>
                  </c:pt>
                  <c:pt idx="770">
                    <c:v>770</c:v>
                  </c:pt>
                  <c:pt idx="771">
                    <c:v>771</c:v>
                  </c:pt>
                  <c:pt idx="772">
                    <c:v>772</c:v>
                  </c:pt>
                  <c:pt idx="773">
                    <c:v>773</c:v>
                  </c:pt>
                  <c:pt idx="774">
                    <c:v>774</c:v>
                  </c:pt>
                  <c:pt idx="775">
                    <c:v>775</c:v>
                  </c:pt>
                  <c:pt idx="776">
                    <c:v>776</c:v>
                  </c:pt>
                  <c:pt idx="777">
                    <c:v>777</c:v>
                  </c:pt>
                  <c:pt idx="778">
                    <c:v>778</c:v>
                  </c:pt>
                  <c:pt idx="779">
                    <c:v>779</c:v>
                  </c:pt>
                  <c:pt idx="780">
                    <c:v>780</c:v>
                  </c:pt>
                  <c:pt idx="781">
                    <c:v>781</c:v>
                  </c:pt>
                  <c:pt idx="782">
                    <c:v>782</c:v>
                  </c:pt>
                  <c:pt idx="783">
                    <c:v>783</c:v>
                  </c:pt>
                  <c:pt idx="784">
                    <c:v>784</c:v>
                  </c:pt>
                  <c:pt idx="785">
                    <c:v>785</c:v>
                  </c:pt>
                  <c:pt idx="786">
                    <c:v>786</c:v>
                  </c:pt>
                  <c:pt idx="787">
                    <c:v>787</c:v>
                  </c:pt>
                  <c:pt idx="788">
                    <c:v>788</c:v>
                  </c:pt>
                  <c:pt idx="789">
                    <c:v>789</c:v>
                  </c:pt>
                  <c:pt idx="790">
                    <c:v>790</c:v>
                  </c:pt>
                  <c:pt idx="791">
                    <c:v>791</c:v>
                  </c:pt>
                  <c:pt idx="792">
                    <c:v>792</c:v>
                  </c:pt>
                  <c:pt idx="793">
                    <c:v>793</c:v>
                  </c:pt>
                  <c:pt idx="794">
                    <c:v>794</c:v>
                  </c:pt>
                  <c:pt idx="795">
                    <c:v>795</c:v>
                  </c:pt>
                  <c:pt idx="796">
                    <c:v>796</c:v>
                  </c:pt>
                  <c:pt idx="797">
                    <c:v>797</c:v>
                  </c:pt>
                  <c:pt idx="798">
                    <c:v>798</c:v>
                  </c:pt>
                  <c:pt idx="799">
                    <c:v>799</c:v>
                  </c:pt>
                  <c:pt idx="800">
                    <c:v>800</c:v>
                  </c:pt>
                  <c:pt idx="801">
                    <c:v>801</c:v>
                  </c:pt>
                  <c:pt idx="802">
                    <c:v>802</c:v>
                  </c:pt>
                  <c:pt idx="803">
                    <c:v>803</c:v>
                  </c:pt>
                  <c:pt idx="804">
                    <c:v>804</c:v>
                  </c:pt>
                  <c:pt idx="805">
                    <c:v>805</c:v>
                  </c:pt>
                  <c:pt idx="806">
                    <c:v>806</c:v>
                  </c:pt>
                  <c:pt idx="807">
                    <c:v>807</c:v>
                  </c:pt>
                  <c:pt idx="808">
                    <c:v>808</c:v>
                  </c:pt>
                  <c:pt idx="809">
                    <c:v>809</c:v>
                  </c:pt>
                  <c:pt idx="810">
                    <c:v>810</c:v>
                  </c:pt>
                  <c:pt idx="811">
                    <c:v>811</c:v>
                  </c:pt>
                  <c:pt idx="812">
                    <c:v>812</c:v>
                  </c:pt>
                  <c:pt idx="813">
                    <c:v>813</c:v>
                  </c:pt>
                  <c:pt idx="814">
                    <c:v>814</c:v>
                  </c:pt>
                  <c:pt idx="815">
                    <c:v>815</c:v>
                  </c:pt>
                  <c:pt idx="816">
                    <c:v>816</c:v>
                  </c:pt>
                  <c:pt idx="817">
                    <c:v>817</c:v>
                  </c:pt>
                  <c:pt idx="818">
                    <c:v>818</c:v>
                  </c:pt>
                  <c:pt idx="819">
                    <c:v>819</c:v>
                  </c:pt>
                  <c:pt idx="820">
                    <c:v>820</c:v>
                  </c:pt>
                  <c:pt idx="821">
                    <c:v>821</c:v>
                  </c:pt>
                  <c:pt idx="822">
                    <c:v>822</c:v>
                  </c:pt>
                  <c:pt idx="823">
                    <c:v>823</c:v>
                  </c:pt>
                  <c:pt idx="824">
                    <c:v>824</c:v>
                  </c:pt>
                  <c:pt idx="825">
                    <c:v>825</c:v>
                  </c:pt>
                  <c:pt idx="826">
                    <c:v>826</c:v>
                  </c:pt>
                  <c:pt idx="827">
                    <c:v>827</c:v>
                  </c:pt>
                  <c:pt idx="828">
                    <c:v>828</c:v>
                  </c:pt>
                  <c:pt idx="829">
                    <c:v>829</c:v>
                  </c:pt>
                  <c:pt idx="830">
                    <c:v>830</c:v>
                  </c:pt>
                  <c:pt idx="831">
                    <c:v>831</c:v>
                  </c:pt>
                  <c:pt idx="832">
                    <c:v>832</c:v>
                  </c:pt>
                  <c:pt idx="833">
                    <c:v>833</c:v>
                  </c:pt>
                  <c:pt idx="834">
                    <c:v>834</c:v>
                  </c:pt>
                  <c:pt idx="835">
                    <c:v>835</c:v>
                  </c:pt>
                  <c:pt idx="836">
                    <c:v>836</c:v>
                  </c:pt>
                  <c:pt idx="837">
                    <c:v>837</c:v>
                  </c:pt>
                  <c:pt idx="838">
                    <c:v>838</c:v>
                  </c:pt>
                  <c:pt idx="839">
                    <c:v>839</c:v>
                  </c:pt>
                  <c:pt idx="840">
                    <c:v>840</c:v>
                  </c:pt>
                  <c:pt idx="841">
                    <c:v>841</c:v>
                  </c:pt>
                  <c:pt idx="842">
                    <c:v>842</c:v>
                  </c:pt>
                  <c:pt idx="843">
                    <c:v>843</c:v>
                  </c:pt>
                  <c:pt idx="844">
                    <c:v>844</c:v>
                  </c:pt>
                  <c:pt idx="845">
                    <c:v>845</c:v>
                  </c:pt>
                  <c:pt idx="846">
                    <c:v>846</c:v>
                  </c:pt>
                  <c:pt idx="847">
                    <c:v>847</c:v>
                  </c:pt>
                  <c:pt idx="848">
                    <c:v>848</c:v>
                  </c:pt>
                  <c:pt idx="849">
                    <c:v>849</c:v>
                  </c:pt>
                  <c:pt idx="850">
                    <c:v>850</c:v>
                  </c:pt>
                  <c:pt idx="851">
                    <c:v>851</c:v>
                  </c:pt>
                  <c:pt idx="852">
                    <c:v>852</c:v>
                  </c:pt>
                  <c:pt idx="853">
                    <c:v>853</c:v>
                  </c:pt>
                  <c:pt idx="854">
                    <c:v>854</c:v>
                  </c:pt>
                  <c:pt idx="855">
                    <c:v>855</c:v>
                  </c:pt>
                  <c:pt idx="856">
                    <c:v>856</c:v>
                  </c:pt>
                  <c:pt idx="857">
                    <c:v>857</c:v>
                  </c:pt>
                  <c:pt idx="858">
                    <c:v>858</c:v>
                  </c:pt>
                  <c:pt idx="859">
                    <c:v>859</c:v>
                  </c:pt>
                  <c:pt idx="860">
                    <c:v>860</c:v>
                  </c:pt>
                  <c:pt idx="861">
                    <c:v>861</c:v>
                  </c:pt>
                  <c:pt idx="862">
                    <c:v>862</c:v>
                  </c:pt>
                  <c:pt idx="863">
                    <c:v>863</c:v>
                  </c:pt>
                </c:lvl>
              </c:multiLvlStrCache>
            </c:multiLvlStrRef>
          </c:cat>
          <c:val>
            <c:numRef>
              <c:f>Sheet1!$B$2:$B$865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9">
                  <c:v>0</c:v>
                </c:pt>
                <c:pt idx="860">
                  <c:v>0</c:v>
                </c:pt>
                <c:pt idx="861">
                  <c:v>0</c:v>
                </c:pt>
                <c:pt idx="862">
                  <c:v>0</c:v>
                </c:pt>
                <c:pt idx="86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barChart>
        <c:barDir val="col"/>
        <c:grouping val="clustered"/>
        <c:varyColors val="0"/>
        <c:ser>
          <c:idx val="0"/>
          <c:order val="0"/>
          <c:tx>
            <c:strRef>
              <c:f>Sheet1!$B$1</c:f>
              <c:strCache>
                <c:ptCount val="1"/>
                <c:pt idx="0">
                  <c:v>s0</c:v>
                </c:pt>
              </c:strCache>
            </c:strRef>
          </c:tx>
          <c:spPr>
            <a:solidFill>
              <a:srgbClr val="E89B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Sheet1!$B$2:$B$73</c:f>
              <c:numCache>
                <c:formatCode>General</c:formatCode>
                <c:ptCount val="72"/>
                <c:pt idx="0">
                  <c:v>0</c:v>
                </c:pt>
                <c:pt idx="1">
                  <c:v>0</c:v>
                </c:pt>
                <c:pt idx="2">
                  <c:v>0</c:v>
                </c:pt>
                <c:pt idx="3">
                  <c:v>0</c:v>
                </c:pt>
                <c:pt idx="4">
                  <c:v>0</c:v>
                </c:pt>
                <c:pt idx="5">
                  <c:v>0</c:v>
                </c:pt>
                <c:pt idx="6">
                  <c:v>0</c:v>
                </c:pt>
                <c:pt idx="7">
                  <c:v>0.404</c:v>
                </c:pt>
                <c:pt idx="8">
                  <c:v>1.132</c:v>
                </c:pt>
                <c:pt idx="9">
                  <c:v>1.989</c:v>
                </c:pt>
                <c:pt idx="10">
                  <c:v>2.62</c:v>
                </c:pt>
                <c:pt idx="11">
                  <c:v>2.806</c:v>
                </c:pt>
                <c:pt idx="12">
                  <c:v>2.856</c:v>
                </c:pt>
                <c:pt idx="13">
                  <c:v>2.514</c:v>
                </c:pt>
                <c:pt idx="14">
                  <c:v>2.046</c:v>
                </c:pt>
                <c:pt idx="15">
                  <c:v>1.586</c:v>
                </c:pt>
                <c:pt idx="16">
                  <c:v>0.907</c:v>
                </c:pt>
                <c:pt idx="17">
                  <c:v>0.245</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0.455</c:v>
                </c:pt>
                <c:pt idx="32">
                  <c:v>1.129</c:v>
                </c:pt>
                <c:pt idx="33">
                  <c:v>1.957</c:v>
                </c:pt>
                <c:pt idx="34">
                  <c:v>2.752</c:v>
                </c:pt>
                <c:pt idx="35">
                  <c:v>3.316</c:v>
                </c:pt>
                <c:pt idx="36">
                  <c:v>3.409</c:v>
                </c:pt>
                <c:pt idx="37">
                  <c:v>2.958</c:v>
                </c:pt>
                <c:pt idx="38">
                  <c:v>2.394</c:v>
                </c:pt>
                <c:pt idx="39">
                  <c:v>1.83</c:v>
                </c:pt>
                <c:pt idx="40">
                  <c:v>1.08</c:v>
                </c:pt>
                <c:pt idx="41">
                  <c:v>0.329</c:v>
                </c:pt>
                <c:pt idx="42">
                  <c:v>0.004</c:v>
                </c:pt>
                <c:pt idx="43">
                  <c:v>0</c:v>
                </c:pt>
                <c:pt idx="44">
                  <c:v>0</c:v>
                </c:pt>
                <c:pt idx="45">
                  <c:v>0</c:v>
                </c:pt>
                <c:pt idx="46">
                  <c:v>0</c:v>
                </c:pt>
                <c:pt idx="47">
                  <c:v>0</c:v>
                </c:pt>
                <c:pt idx="48">
                  <c:v>0</c:v>
                </c:pt>
                <c:pt idx="49">
                  <c:v>0</c:v>
                </c:pt>
                <c:pt idx="50">
                  <c:v>0</c:v>
                </c:pt>
                <c:pt idx="51">
                  <c:v>0</c:v>
                </c:pt>
                <c:pt idx="52">
                  <c:v>0</c:v>
                </c:pt>
                <c:pt idx="53">
                  <c:v>0</c:v>
                </c:pt>
                <c:pt idx="54">
                  <c:v>0</c:v>
                </c:pt>
                <c:pt idx="55">
                  <c:v>0.551</c:v>
                </c:pt>
                <c:pt idx="56">
                  <c:v>1.378</c:v>
                </c:pt>
                <c:pt idx="57">
                  <c:v>2.268</c:v>
                </c:pt>
                <c:pt idx="58">
                  <c:v>2.876</c:v>
                </c:pt>
                <c:pt idx="59">
                  <c:v>3.01</c:v>
                </c:pt>
                <c:pt idx="60">
                  <c:v>2.605</c:v>
                </c:pt>
                <c:pt idx="61">
                  <c:v>1.635</c:v>
                </c:pt>
                <c:pt idx="62">
                  <c:v>1.135</c:v>
                </c:pt>
                <c:pt idx="63">
                  <c:v>0.998</c:v>
                </c:pt>
                <c:pt idx="64">
                  <c:v>0.371</c:v>
                </c:pt>
                <c:pt idx="65">
                  <c:v>0.104</c:v>
                </c:pt>
                <c:pt idx="66">
                  <c:v>0</c:v>
                </c:pt>
                <c:pt idx="67">
                  <c:v>0</c:v>
                </c:pt>
                <c:pt idx="68">
                  <c:v>0</c:v>
                </c:pt>
                <c:pt idx="69">
                  <c:v>0</c:v>
                </c:pt>
                <c:pt idx="70">
                  <c:v>0</c:v>
                </c:pt>
                <c:pt idx="7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2A9D8F"/>
            </a:solidFill>
            <a:ln w="12700"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Sheet1!$B$2:$B$73</c:f>
              <c:numCache>
                <c:formatCode>General</c:formatCode>
                <c:ptCount val="72"/>
                <c:pt idx="0">
                  <c:v>0</c:v>
                </c:pt>
                <c:pt idx="1">
                  <c:v>0</c:v>
                </c:pt>
                <c:pt idx="2">
                  <c:v>0</c:v>
                </c:pt>
                <c:pt idx="3">
                  <c:v>0</c:v>
                </c:pt>
                <c:pt idx="4">
                  <c:v>0</c:v>
                </c:pt>
                <c:pt idx="5">
                  <c:v>0</c:v>
                </c:pt>
                <c:pt idx="6">
                  <c:v>0.002</c:v>
                </c:pt>
                <c:pt idx="7">
                  <c:v>0.045</c:v>
                </c:pt>
                <c:pt idx="8">
                  <c:v>0.193</c:v>
                </c:pt>
                <c:pt idx="9">
                  <c:v>0.405</c:v>
                </c:pt>
                <c:pt idx="10">
                  <c:v>0.583</c:v>
                </c:pt>
                <c:pt idx="11">
                  <c:v>0.643</c:v>
                </c:pt>
                <c:pt idx="12">
                  <c:v>0.666</c:v>
                </c:pt>
                <c:pt idx="13">
                  <c:v>0.618</c:v>
                </c:pt>
                <c:pt idx="14">
                  <c:v>0.49</c:v>
                </c:pt>
                <c:pt idx="15">
                  <c:v>0.383</c:v>
                </c:pt>
                <c:pt idx="16">
                  <c:v>0.257</c:v>
                </c:pt>
                <c:pt idx="17">
                  <c:v>0.085</c:v>
                </c:pt>
                <c:pt idx="18">
                  <c:v>0.006</c:v>
                </c:pt>
                <c:pt idx="19">
                  <c:v>0</c:v>
                </c:pt>
                <c:pt idx="20">
                  <c:v>0</c:v>
                </c:pt>
                <c:pt idx="21">
                  <c:v>0</c:v>
                </c:pt>
                <c:pt idx="22">
                  <c:v>0</c:v>
                </c:pt>
                <c:pt idx="23">
                  <c:v>0</c:v>
                </c:pt>
                <c:pt idx="24">
                  <c:v>0</c:v>
                </c:pt>
                <c:pt idx="25">
                  <c:v>0</c:v>
                </c:pt>
                <c:pt idx="26">
                  <c:v>0</c:v>
                </c:pt>
                <c:pt idx="27">
                  <c:v>0</c:v>
                </c:pt>
                <c:pt idx="28">
                  <c:v>0</c:v>
                </c:pt>
                <c:pt idx="29">
                  <c:v>0</c:v>
                </c:pt>
                <c:pt idx="30">
                  <c:v>0.001</c:v>
                </c:pt>
                <c:pt idx="31">
                  <c:v>0.063</c:v>
                </c:pt>
                <c:pt idx="32">
                  <c:v>0.224</c:v>
                </c:pt>
                <c:pt idx="33">
                  <c:v>0.398</c:v>
                </c:pt>
                <c:pt idx="34">
                  <c:v>0.574</c:v>
                </c:pt>
                <c:pt idx="35">
                  <c:v>0.75</c:v>
                </c:pt>
                <c:pt idx="36">
                  <c:v>0.837</c:v>
                </c:pt>
                <c:pt idx="37">
                  <c:v>0.745</c:v>
                </c:pt>
                <c:pt idx="38">
                  <c:v>0.551</c:v>
                </c:pt>
                <c:pt idx="39">
                  <c:v>0.535</c:v>
                </c:pt>
                <c:pt idx="40">
                  <c:v>0.295</c:v>
                </c:pt>
                <c:pt idx="41">
                  <c:v>0.105</c:v>
                </c:pt>
                <c:pt idx="42">
                  <c:v>0.012</c:v>
                </c:pt>
                <c:pt idx="43">
                  <c:v>0</c:v>
                </c:pt>
                <c:pt idx="44">
                  <c:v>0</c:v>
                </c:pt>
                <c:pt idx="45">
                  <c:v>0</c:v>
                </c:pt>
                <c:pt idx="46">
                  <c:v>0</c:v>
                </c:pt>
                <c:pt idx="47">
                  <c:v>0</c:v>
                </c:pt>
                <c:pt idx="48">
                  <c:v>0</c:v>
                </c:pt>
                <c:pt idx="49">
                  <c:v>0</c:v>
                </c:pt>
                <c:pt idx="50">
                  <c:v>0</c:v>
                </c:pt>
                <c:pt idx="51">
                  <c:v>0</c:v>
                </c:pt>
                <c:pt idx="52">
                  <c:v>0</c:v>
                </c:pt>
                <c:pt idx="53">
                  <c:v>0</c:v>
                </c:pt>
                <c:pt idx="54">
                  <c:v>0.001</c:v>
                </c:pt>
                <c:pt idx="55">
                  <c:v>0.073</c:v>
                </c:pt>
                <c:pt idx="56">
                  <c:v>0.27</c:v>
                </c:pt>
                <c:pt idx="57">
                  <c:v>0.5</c:v>
                </c:pt>
                <c:pt idx="58">
                  <c:v>0.699</c:v>
                </c:pt>
                <c:pt idx="59">
                  <c:v>0.785</c:v>
                </c:pt>
                <c:pt idx="60">
                  <c:v>0.681</c:v>
                </c:pt>
                <c:pt idx="61">
                  <c:v>0.519</c:v>
                </c:pt>
                <c:pt idx="62">
                  <c:v>0.228</c:v>
                </c:pt>
                <c:pt idx="63">
                  <c:v>0.309</c:v>
                </c:pt>
                <c:pt idx="64">
                  <c:v>0.126</c:v>
                </c:pt>
                <c:pt idx="65">
                  <c:v>0.05</c:v>
                </c:pt>
                <c:pt idx="66">
                  <c:v>0.004</c:v>
                </c:pt>
                <c:pt idx="67">
                  <c:v>0</c:v>
                </c:pt>
                <c:pt idx="68">
                  <c:v>0</c:v>
                </c:pt>
                <c:pt idx="69">
                  <c:v>0</c:v>
                </c:pt>
                <c:pt idx="70">
                  <c:v>0</c:v>
                </c:pt>
                <c:pt idx="71">
                  <c:v>0</c:v>
                </c:pt>
              </c:numCache>
            </c:numRef>
          </c:val>
          <c:smooth val="0"/>
        </c:ser>
        <c:ser>
          <c:idx val="1"/>
          <c:order val="1"/>
          <c:tx>
            <c:strRef>
              <c:f>Sheet1!$C$1</c:f>
              <c:strCache>
                <c:ptCount val="1"/>
                <c:pt idx="0">
                  <c:v>s1</c:v>
                </c:pt>
              </c:strCache>
            </c:strRef>
          </c:tx>
          <c:spPr>
            <a:solidFill>
              <a:srgbClr val="A0AEC0"/>
            </a:solidFill>
            <a:ln w="12700" cap="flat">
              <a:solidFill>
                <a:srgbClr val="A0AE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0AEC0"/>
              </a:solidFill>
              <a:ln w="9525" cap="flat">
                <a:solidFill>
                  <a:srgbClr val="A0AEC0"/>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Sheet1!$C$2:$C$73</c:f>
              <c:numCache>
                <c:formatCode>General</c:formatCode>
                <c:ptCount val="72"/>
                <c:pt idx="0">
                  <c:v>0.673</c:v>
                </c:pt>
                <c:pt idx="1">
                  <c:v>0.673</c:v>
                </c:pt>
                <c:pt idx="2">
                  <c:v>0.654</c:v>
                </c:pt>
                <c:pt idx="3">
                  <c:v>0.654</c:v>
                </c:pt>
                <c:pt idx="4">
                  <c:v>0.654</c:v>
                </c:pt>
                <c:pt idx="5">
                  <c:v>0.654</c:v>
                </c:pt>
                <c:pt idx="6">
                  <c:v>0.654</c:v>
                </c:pt>
                <c:pt idx="7">
                  <c:v>0.673</c:v>
                </c:pt>
                <c:pt idx="8">
                  <c:v>0.69</c:v>
                </c:pt>
                <c:pt idx="9">
                  <c:v>0.729</c:v>
                </c:pt>
                <c:pt idx="10">
                  <c:v>0.729</c:v>
                </c:pt>
                <c:pt idx="11">
                  <c:v>0.745</c:v>
                </c:pt>
                <c:pt idx="12">
                  <c:v>0.729</c:v>
                </c:pt>
                <c:pt idx="13">
                  <c:v>0.765</c:v>
                </c:pt>
                <c:pt idx="14">
                  <c:v>0.745</c:v>
                </c:pt>
                <c:pt idx="15">
                  <c:v>0.745</c:v>
                </c:pt>
                <c:pt idx="16">
                  <c:v>0.729</c:v>
                </c:pt>
                <c:pt idx="17">
                  <c:v>0.709</c:v>
                </c:pt>
                <c:pt idx="18">
                  <c:v>0.69</c:v>
                </c:pt>
                <c:pt idx="19">
                  <c:v>0.673</c:v>
                </c:pt>
                <c:pt idx="20">
                  <c:v>0.673</c:v>
                </c:pt>
                <c:pt idx="21">
                  <c:v>0.673</c:v>
                </c:pt>
                <c:pt idx="22">
                  <c:v>0.673</c:v>
                </c:pt>
                <c:pt idx="23">
                  <c:v>0.654</c:v>
                </c:pt>
                <c:pt idx="24">
                  <c:v>0.673</c:v>
                </c:pt>
                <c:pt idx="25">
                  <c:v>0.673</c:v>
                </c:pt>
                <c:pt idx="26">
                  <c:v>0.654</c:v>
                </c:pt>
                <c:pt idx="27">
                  <c:v>0.654</c:v>
                </c:pt>
                <c:pt idx="28">
                  <c:v>0.654</c:v>
                </c:pt>
                <c:pt idx="29">
                  <c:v>0.654</c:v>
                </c:pt>
                <c:pt idx="30">
                  <c:v>0.654</c:v>
                </c:pt>
                <c:pt idx="31">
                  <c:v>0.673</c:v>
                </c:pt>
                <c:pt idx="32">
                  <c:v>0.709</c:v>
                </c:pt>
                <c:pt idx="33">
                  <c:v>0.729</c:v>
                </c:pt>
                <c:pt idx="34">
                  <c:v>0.745</c:v>
                </c:pt>
                <c:pt idx="35">
                  <c:v>0.781</c:v>
                </c:pt>
                <c:pt idx="36">
                  <c:v>0.765</c:v>
                </c:pt>
                <c:pt idx="37">
                  <c:v>0.801</c:v>
                </c:pt>
                <c:pt idx="38">
                  <c:v>0.765</c:v>
                </c:pt>
                <c:pt idx="39">
                  <c:v>0.781</c:v>
                </c:pt>
                <c:pt idx="40">
                  <c:v>0.729</c:v>
                </c:pt>
                <c:pt idx="41">
                  <c:v>0.709</c:v>
                </c:pt>
                <c:pt idx="42">
                  <c:v>0.69</c:v>
                </c:pt>
                <c:pt idx="43">
                  <c:v>0.673</c:v>
                </c:pt>
                <c:pt idx="44">
                  <c:v>0.673</c:v>
                </c:pt>
                <c:pt idx="45">
                  <c:v>0.654</c:v>
                </c:pt>
                <c:pt idx="46">
                  <c:v>0.654</c:v>
                </c:pt>
                <c:pt idx="47">
                  <c:v>0.654</c:v>
                </c:pt>
                <c:pt idx="48">
                  <c:v>0.673</c:v>
                </c:pt>
                <c:pt idx="49">
                  <c:v>0.673</c:v>
                </c:pt>
                <c:pt idx="50">
                  <c:v>0.673</c:v>
                </c:pt>
                <c:pt idx="51">
                  <c:v>0.673</c:v>
                </c:pt>
                <c:pt idx="52">
                  <c:v>0.673</c:v>
                </c:pt>
                <c:pt idx="53">
                  <c:v>0.673</c:v>
                </c:pt>
                <c:pt idx="54">
                  <c:v>0.673</c:v>
                </c:pt>
                <c:pt idx="55">
                  <c:v>0.69</c:v>
                </c:pt>
                <c:pt idx="56">
                  <c:v>0.729</c:v>
                </c:pt>
                <c:pt idx="57">
                  <c:v>0.765</c:v>
                </c:pt>
                <c:pt idx="58">
                  <c:v>0.781</c:v>
                </c:pt>
                <c:pt idx="59">
                  <c:v>0.801</c:v>
                </c:pt>
                <c:pt idx="60">
                  <c:v>0.781</c:v>
                </c:pt>
                <c:pt idx="61">
                  <c:v>0.781</c:v>
                </c:pt>
                <c:pt idx="62">
                  <c:v>0.745</c:v>
                </c:pt>
                <c:pt idx="63">
                  <c:v>0.765</c:v>
                </c:pt>
                <c:pt idx="64">
                  <c:v>0.729</c:v>
                </c:pt>
                <c:pt idx="65">
                  <c:v>0.709</c:v>
                </c:pt>
                <c:pt idx="66">
                  <c:v>0.69</c:v>
                </c:pt>
                <c:pt idx="67">
                  <c:v>0.69</c:v>
                </c:pt>
                <c:pt idx="68">
                  <c:v>0.673</c:v>
                </c:pt>
                <c:pt idx="69">
                  <c:v>0.654</c:v>
                </c:pt>
                <c:pt idx="70">
                  <c:v>0.618</c:v>
                </c:pt>
                <c:pt idx="71">
                  <c:v>0.637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2A9D8F"/>
            </a:solidFill>
            <a:ln w="9525"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Sheet1!$B$2:$B$73</c:f>
              <c:numCache>
                <c:formatCode>General</c:formatCode>
                <c:ptCount val="72"/>
                <c:pt idx="0">
                  <c:v>4</c:v>
                </c:pt>
                <c:pt idx="1">
                  <c:v>4</c:v>
                </c:pt>
                <c:pt idx="2">
                  <c:v>4</c:v>
                </c:pt>
                <c:pt idx="3">
                  <c:v>4</c:v>
                </c:pt>
                <c:pt idx="4">
                  <c:v>4</c:v>
                </c:pt>
                <c:pt idx="5">
                  <c:v>4</c:v>
                </c:pt>
                <c:pt idx="6">
                  <c:v>4.0015</c:v>
                </c:pt>
                <c:pt idx="7">
                  <c:v>4.03375</c:v>
                </c:pt>
                <c:pt idx="8">
                  <c:v>4.14475</c:v>
                </c:pt>
                <c:pt idx="9">
                  <c:v>4.30375</c:v>
                </c:pt>
                <c:pt idx="10">
                  <c:v>4.43725</c:v>
                </c:pt>
                <c:pt idx="11">
                  <c:v>4.48225</c:v>
                </c:pt>
                <c:pt idx="12">
                  <c:v>4.4995</c:v>
                </c:pt>
                <c:pt idx="13">
                  <c:v>4.4635</c:v>
                </c:pt>
                <c:pt idx="14">
                  <c:v>4.3675</c:v>
                </c:pt>
                <c:pt idx="15">
                  <c:v>4.28725</c:v>
                </c:pt>
                <c:pt idx="16">
                  <c:v>4.19275</c:v>
                </c:pt>
                <c:pt idx="17">
                  <c:v>4.06375</c:v>
                </c:pt>
                <c:pt idx="18">
                  <c:v>4.0045</c:v>
                </c:pt>
                <c:pt idx="19">
                  <c:v>4</c:v>
                </c:pt>
                <c:pt idx="20">
                  <c:v>4</c:v>
                </c:pt>
                <c:pt idx="21">
                  <c:v>4</c:v>
                </c:pt>
                <c:pt idx="22">
                  <c:v>4</c:v>
                </c:pt>
                <c:pt idx="23">
                  <c:v>4</c:v>
                </c:pt>
                <c:pt idx="24">
                  <c:v>4</c:v>
                </c:pt>
                <c:pt idx="25">
                  <c:v>4</c:v>
                </c:pt>
                <c:pt idx="26">
                  <c:v>4</c:v>
                </c:pt>
                <c:pt idx="27">
                  <c:v>4</c:v>
                </c:pt>
                <c:pt idx="28">
                  <c:v>4</c:v>
                </c:pt>
                <c:pt idx="29">
                  <c:v>4</c:v>
                </c:pt>
                <c:pt idx="30">
                  <c:v>4.00075</c:v>
                </c:pt>
                <c:pt idx="31">
                  <c:v>4.04725</c:v>
                </c:pt>
                <c:pt idx="32">
                  <c:v>4.168</c:v>
                </c:pt>
                <c:pt idx="33">
                  <c:v>4.2985</c:v>
                </c:pt>
                <c:pt idx="34">
                  <c:v>4.4305</c:v>
                </c:pt>
                <c:pt idx="35">
                  <c:v>4.5625</c:v>
                </c:pt>
                <c:pt idx="36">
                  <c:v>4.62775</c:v>
                </c:pt>
                <c:pt idx="37">
                  <c:v>4.55875</c:v>
                </c:pt>
                <c:pt idx="38">
                  <c:v>4.41325</c:v>
                </c:pt>
                <c:pt idx="39">
                  <c:v>4.40125</c:v>
                </c:pt>
                <c:pt idx="40">
                  <c:v>4.22125</c:v>
                </c:pt>
                <c:pt idx="41">
                  <c:v>4.07875</c:v>
                </c:pt>
                <c:pt idx="42">
                  <c:v>4.009</c:v>
                </c:pt>
                <c:pt idx="43">
                  <c:v>4</c:v>
                </c:pt>
                <c:pt idx="44">
                  <c:v>4</c:v>
                </c:pt>
                <c:pt idx="45">
                  <c:v>4</c:v>
                </c:pt>
                <c:pt idx="46">
                  <c:v>4</c:v>
                </c:pt>
                <c:pt idx="47">
                  <c:v>4</c:v>
                </c:pt>
                <c:pt idx="48">
                  <c:v>4</c:v>
                </c:pt>
                <c:pt idx="49">
                  <c:v>4</c:v>
                </c:pt>
                <c:pt idx="50">
                  <c:v>4</c:v>
                </c:pt>
                <c:pt idx="51">
                  <c:v>4</c:v>
                </c:pt>
                <c:pt idx="52">
                  <c:v>4</c:v>
                </c:pt>
                <c:pt idx="53">
                  <c:v>4</c:v>
                </c:pt>
                <c:pt idx="54">
                  <c:v>4.00075</c:v>
                </c:pt>
                <c:pt idx="55">
                  <c:v>4.05475</c:v>
                </c:pt>
                <c:pt idx="56">
                  <c:v>4.2025</c:v>
                </c:pt>
                <c:pt idx="57">
                  <c:v>4.375</c:v>
                </c:pt>
                <c:pt idx="58">
                  <c:v>4.52425</c:v>
                </c:pt>
                <c:pt idx="59">
                  <c:v>4.58875</c:v>
                </c:pt>
                <c:pt idx="60">
                  <c:v>4.51075</c:v>
                </c:pt>
                <c:pt idx="61">
                  <c:v>4.38925</c:v>
                </c:pt>
                <c:pt idx="62">
                  <c:v>4.171</c:v>
                </c:pt>
                <c:pt idx="63">
                  <c:v>4.23175</c:v>
                </c:pt>
                <c:pt idx="64">
                  <c:v>4.0945</c:v>
                </c:pt>
                <c:pt idx="65">
                  <c:v>4.0375</c:v>
                </c:pt>
                <c:pt idx="66">
                  <c:v>4.003</c:v>
                </c:pt>
                <c:pt idx="67">
                  <c:v>4</c:v>
                </c:pt>
                <c:pt idx="68">
                  <c:v>4</c:v>
                </c:pt>
                <c:pt idx="69">
                  <c:v>4</c:v>
                </c:pt>
                <c:pt idx="70">
                  <c:v>4</c:v>
                </c:pt>
                <c:pt idx="71">
                  <c:v>4</c:v>
                </c:pt>
              </c:numCache>
            </c:numRef>
          </c:val>
          <c:smooth val="0"/>
        </c:ser>
        <c:ser>
          <c:idx val="1"/>
          <c:order val="1"/>
          <c:tx>
            <c:strRef>
              <c:f>Sheet1!$C$1</c:f>
              <c:strCache>
                <c:ptCount val="1"/>
                <c:pt idx="0">
                  <c:v>s1</c:v>
                </c:pt>
              </c:strCache>
            </c:strRef>
          </c:tx>
          <c:spPr>
            <a:solidFill>
              <a:srgbClr val="5FB3A8"/>
            </a:solidFill>
            <a:ln w="9525" cap="flat">
              <a:solidFill>
                <a:srgbClr val="5FB3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FB3A8"/>
              </a:solidFill>
              <a:ln w="9525" cap="flat">
                <a:solidFill>
                  <a:srgbClr val="5FB3A8"/>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Sheet1!$C$2:$C$73</c:f>
              <c:numCache>
                <c:formatCode>General</c:formatCode>
                <c:ptCount val="72"/>
                <c:pt idx="0">
                  <c:v>3.45</c:v>
                </c:pt>
                <c:pt idx="1">
                  <c:v>3.45</c:v>
                </c:pt>
                <c:pt idx="2">
                  <c:v>3.3</c:v>
                </c:pt>
                <c:pt idx="3">
                  <c:v>3.3</c:v>
                </c:pt>
                <c:pt idx="4">
                  <c:v>3.675</c:v>
                </c:pt>
                <c:pt idx="5">
                  <c:v>3.525</c:v>
                </c:pt>
                <c:pt idx="6">
                  <c:v>3.675</c:v>
                </c:pt>
                <c:pt idx="7">
                  <c:v>3.675</c:v>
                </c:pt>
                <c:pt idx="8">
                  <c:v>3.675</c:v>
                </c:pt>
                <c:pt idx="9">
                  <c:v>3.525</c:v>
                </c:pt>
                <c:pt idx="10">
                  <c:v>3.525</c:v>
                </c:pt>
                <c:pt idx="11">
                  <c:v>3.6</c:v>
                </c:pt>
                <c:pt idx="12">
                  <c:v>3.6</c:v>
                </c:pt>
                <c:pt idx="13">
                  <c:v>3.6</c:v>
                </c:pt>
                <c:pt idx="14">
                  <c:v>3.675</c:v>
                </c:pt>
                <c:pt idx="15">
                  <c:v>3.675</c:v>
                </c:pt>
                <c:pt idx="16">
                  <c:v>3.6</c:v>
                </c:pt>
                <c:pt idx="17">
                  <c:v>3.525</c:v>
                </c:pt>
                <c:pt idx="18">
                  <c:v>3.525</c:v>
                </c:pt>
                <c:pt idx="19">
                  <c:v>3.375</c:v>
                </c:pt>
                <c:pt idx="20">
                  <c:v>3.45</c:v>
                </c:pt>
                <c:pt idx="21">
                  <c:v>3.525</c:v>
                </c:pt>
                <c:pt idx="22">
                  <c:v>3.6</c:v>
                </c:pt>
                <c:pt idx="23">
                  <c:v>3.45</c:v>
                </c:pt>
                <c:pt idx="24">
                  <c:v>3.3</c:v>
                </c:pt>
                <c:pt idx="25">
                  <c:v>3.6</c:v>
                </c:pt>
                <c:pt idx="26">
                  <c:v>3.525</c:v>
                </c:pt>
                <c:pt idx="27">
                  <c:v>3.3</c:v>
                </c:pt>
                <c:pt idx="28">
                  <c:v>3.375</c:v>
                </c:pt>
                <c:pt idx="29">
                  <c:v>3.3</c:v>
                </c:pt>
                <c:pt idx="30">
                  <c:v>3.225</c:v>
                </c:pt>
                <c:pt idx="31">
                  <c:v>3.375</c:v>
                </c:pt>
                <c:pt idx="32">
                  <c:v>3.375</c:v>
                </c:pt>
                <c:pt idx="33">
                  <c:v>3.6</c:v>
                </c:pt>
                <c:pt idx="34">
                  <c:v>3.525</c:v>
                </c:pt>
                <c:pt idx="35">
                  <c:v>3.3</c:v>
                </c:pt>
                <c:pt idx="36">
                  <c:v>3.45</c:v>
                </c:pt>
                <c:pt idx="37">
                  <c:v>3.3</c:v>
                </c:pt>
                <c:pt idx="38">
                  <c:v>3.3</c:v>
                </c:pt>
                <c:pt idx="39">
                  <c:v>3.225</c:v>
                </c:pt>
                <c:pt idx="40">
                  <c:v>3.375</c:v>
                </c:pt>
                <c:pt idx="41">
                  <c:v>3.15</c:v>
                </c:pt>
                <c:pt idx="42">
                  <c:v>3</c:v>
                </c:pt>
                <c:pt idx="43">
                  <c:v>3</c:v>
                </c:pt>
                <c:pt idx="44">
                  <c:v>3</c:v>
                </c:pt>
                <c:pt idx="45">
                  <c:v>3</c:v>
                </c:pt>
                <c:pt idx="46">
                  <c:v>3.075</c:v>
                </c:pt>
                <c:pt idx="47">
                  <c:v>3.15</c:v>
                </c:pt>
                <c:pt idx="48">
                  <c:v>3.075</c:v>
                </c:pt>
                <c:pt idx="49">
                  <c:v>3.15</c:v>
                </c:pt>
                <c:pt idx="50">
                  <c:v>3.3</c:v>
                </c:pt>
                <c:pt idx="51">
                  <c:v>3.15</c:v>
                </c:pt>
                <c:pt idx="52">
                  <c:v>3.225</c:v>
                </c:pt>
                <c:pt idx="53">
                  <c:v>3.075</c:v>
                </c:pt>
                <c:pt idx="54">
                  <c:v>3.075</c:v>
                </c:pt>
                <c:pt idx="55">
                  <c:v>3.075</c:v>
                </c:pt>
                <c:pt idx="56">
                  <c:v>3.15</c:v>
                </c:pt>
                <c:pt idx="57">
                  <c:v>3.225</c:v>
                </c:pt>
                <c:pt idx="58">
                  <c:v>3.225</c:v>
                </c:pt>
                <c:pt idx="59">
                  <c:v>3.375</c:v>
                </c:pt>
                <c:pt idx="60">
                  <c:v>3.6</c:v>
                </c:pt>
                <c:pt idx="61">
                  <c:v>3.675</c:v>
                </c:pt>
                <c:pt idx="62">
                  <c:v>3.75</c:v>
                </c:pt>
                <c:pt idx="63">
                  <c:v>3.75</c:v>
                </c:pt>
                <c:pt idx="64">
                  <c:v>3.75</c:v>
                </c:pt>
                <c:pt idx="65">
                  <c:v>3.675</c:v>
                </c:pt>
                <c:pt idx="66">
                  <c:v>3.675</c:v>
                </c:pt>
                <c:pt idx="67">
                  <c:v>3.525</c:v>
                </c:pt>
                <c:pt idx="68">
                  <c:v>3.675</c:v>
                </c:pt>
                <c:pt idx="69">
                  <c:v>3.15</c:v>
                </c:pt>
                <c:pt idx="70">
                  <c:v>3.525</c:v>
                </c:pt>
                <c:pt idx="71">
                  <c:v>3.75</c:v>
                </c:pt>
              </c:numCache>
            </c:numRef>
          </c:val>
          <c:smooth val="0"/>
        </c:ser>
        <c:ser>
          <c:idx val="2"/>
          <c:order val="2"/>
          <c:tx>
            <c:strRef>
              <c:f>Sheet1!$D$1</c:f>
              <c:strCache>
                <c:ptCount val="1"/>
                <c:pt idx="0">
                  <c:v>s2</c:v>
                </c:pt>
              </c:strCache>
            </c:strRef>
          </c:tx>
          <c:spPr>
            <a:solidFill>
              <a:srgbClr val="8CC9C0"/>
            </a:solidFill>
            <a:ln w="9525" cap="flat">
              <a:solidFill>
                <a:srgbClr val="8CC9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C9C0"/>
              </a:solidFill>
              <a:ln w="9525" cap="flat">
                <a:solidFill>
                  <a:srgbClr val="8CC9C0"/>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Sheet1!$D$2:$D$73</c:f>
              <c:numCache>
                <c:formatCode>General</c:formatCode>
                <c:ptCount val="72"/>
                <c:pt idx="0">
                  <c:v>2.50475</c:v>
                </c:pt>
                <c:pt idx="1">
                  <c:v>2.50475</c:v>
                </c:pt>
                <c:pt idx="2">
                  <c:v>2.4905</c:v>
                </c:pt>
                <c:pt idx="3">
                  <c:v>2.4905</c:v>
                </c:pt>
                <c:pt idx="4">
                  <c:v>2.4905</c:v>
                </c:pt>
                <c:pt idx="5">
                  <c:v>2.4905</c:v>
                </c:pt>
                <c:pt idx="6">
                  <c:v>2.4905</c:v>
                </c:pt>
                <c:pt idx="7">
                  <c:v>2.50475</c:v>
                </c:pt>
                <c:pt idx="8">
                  <c:v>2.5175</c:v>
                </c:pt>
                <c:pt idx="9">
                  <c:v>2.54675</c:v>
                </c:pt>
                <c:pt idx="10">
                  <c:v>2.54675</c:v>
                </c:pt>
                <c:pt idx="11">
                  <c:v>2.55875</c:v>
                </c:pt>
                <c:pt idx="12">
                  <c:v>2.54675</c:v>
                </c:pt>
                <c:pt idx="13">
                  <c:v>2.57375</c:v>
                </c:pt>
                <c:pt idx="14">
                  <c:v>2.55875</c:v>
                </c:pt>
                <c:pt idx="15">
                  <c:v>2.55875</c:v>
                </c:pt>
                <c:pt idx="16">
                  <c:v>2.54675</c:v>
                </c:pt>
                <c:pt idx="17">
                  <c:v>2.5317499999999997</c:v>
                </c:pt>
                <c:pt idx="18">
                  <c:v>2.5175</c:v>
                </c:pt>
                <c:pt idx="19">
                  <c:v>2.50475</c:v>
                </c:pt>
                <c:pt idx="20">
                  <c:v>2.50475</c:v>
                </c:pt>
                <c:pt idx="21">
                  <c:v>2.50475</c:v>
                </c:pt>
                <c:pt idx="22">
                  <c:v>2.50475</c:v>
                </c:pt>
                <c:pt idx="23">
                  <c:v>2.4905</c:v>
                </c:pt>
                <c:pt idx="24">
                  <c:v>2.50475</c:v>
                </c:pt>
                <c:pt idx="25">
                  <c:v>2.50475</c:v>
                </c:pt>
                <c:pt idx="26">
                  <c:v>2.4905</c:v>
                </c:pt>
                <c:pt idx="27">
                  <c:v>2.4905</c:v>
                </c:pt>
                <c:pt idx="28">
                  <c:v>2.4905</c:v>
                </c:pt>
                <c:pt idx="29">
                  <c:v>2.4905</c:v>
                </c:pt>
                <c:pt idx="30">
                  <c:v>2.4905</c:v>
                </c:pt>
                <c:pt idx="31">
                  <c:v>2.50475</c:v>
                </c:pt>
                <c:pt idx="32">
                  <c:v>2.5317499999999997</c:v>
                </c:pt>
                <c:pt idx="33">
                  <c:v>2.54675</c:v>
                </c:pt>
                <c:pt idx="34">
                  <c:v>2.55875</c:v>
                </c:pt>
                <c:pt idx="35">
                  <c:v>2.58575</c:v>
                </c:pt>
                <c:pt idx="36">
                  <c:v>2.57375</c:v>
                </c:pt>
                <c:pt idx="37">
                  <c:v>2.60075</c:v>
                </c:pt>
                <c:pt idx="38">
                  <c:v>2.57375</c:v>
                </c:pt>
                <c:pt idx="39">
                  <c:v>2.58575</c:v>
                </c:pt>
                <c:pt idx="40">
                  <c:v>2.54675</c:v>
                </c:pt>
                <c:pt idx="41">
                  <c:v>2.5317499999999997</c:v>
                </c:pt>
                <c:pt idx="42">
                  <c:v>2.5175</c:v>
                </c:pt>
                <c:pt idx="43">
                  <c:v>2.50475</c:v>
                </c:pt>
                <c:pt idx="44">
                  <c:v>2.50475</c:v>
                </c:pt>
                <c:pt idx="45">
                  <c:v>2.4905</c:v>
                </c:pt>
                <c:pt idx="46">
                  <c:v>2.4905</c:v>
                </c:pt>
                <c:pt idx="47">
                  <c:v>2.4905</c:v>
                </c:pt>
                <c:pt idx="48">
                  <c:v>2.50475</c:v>
                </c:pt>
                <c:pt idx="49">
                  <c:v>2.50475</c:v>
                </c:pt>
                <c:pt idx="50">
                  <c:v>2.50475</c:v>
                </c:pt>
                <c:pt idx="51">
                  <c:v>2.50475</c:v>
                </c:pt>
                <c:pt idx="52">
                  <c:v>2.50475</c:v>
                </c:pt>
                <c:pt idx="53">
                  <c:v>2.50475</c:v>
                </c:pt>
                <c:pt idx="54">
                  <c:v>2.50475</c:v>
                </c:pt>
                <c:pt idx="55">
                  <c:v>2.5175</c:v>
                </c:pt>
                <c:pt idx="56">
                  <c:v>2.54675</c:v>
                </c:pt>
                <c:pt idx="57">
                  <c:v>2.57375</c:v>
                </c:pt>
                <c:pt idx="58">
                  <c:v>2.58575</c:v>
                </c:pt>
                <c:pt idx="59">
                  <c:v>2.60075</c:v>
                </c:pt>
                <c:pt idx="60">
                  <c:v>2.58575</c:v>
                </c:pt>
                <c:pt idx="61">
                  <c:v>2.58575</c:v>
                </c:pt>
                <c:pt idx="62">
                  <c:v>2.55875</c:v>
                </c:pt>
                <c:pt idx="63">
                  <c:v>2.57375</c:v>
                </c:pt>
                <c:pt idx="64">
                  <c:v>2.54675</c:v>
                </c:pt>
                <c:pt idx="65">
                  <c:v>2.5317499999999997</c:v>
                </c:pt>
                <c:pt idx="66">
                  <c:v>2.5175</c:v>
                </c:pt>
                <c:pt idx="67">
                  <c:v>2.5175</c:v>
                </c:pt>
                <c:pt idx="68">
                  <c:v>2.50475</c:v>
                </c:pt>
                <c:pt idx="69">
                  <c:v>2.4905</c:v>
                </c:pt>
                <c:pt idx="70">
                  <c:v>2.4635</c:v>
                </c:pt>
                <c:pt idx="71">
                  <c:v>2.47775</c:v>
                </c:pt>
              </c:numCache>
            </c:numRef>
          </c:val>
          <c:smooth val="0"/>
        </c:ser>
        <c:ser>
          <c:idx val="3"/>
          <c:order val="3"/>
          <c:tx>
            <c:strRef>
              <c:f>Sheet1!$E$1</c:f>
              <c:strCache>
                <c:ptCount val="1"/>
                <c:pt idx="0">
                  <c:v>s3</c:v>
                </c:pt>
              </c:strCache>
            </c:strRef>
          </c:tx>
          <c:spPr>
            <a:solidFill>
              <a:srgbClr val="3B7F76"/>
            </a:solidFill>
            <a:ln w="9525" cap="flat">
              <a:solidFill>
                <a:srgbClr val="3B7F7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7F76"/>
              </a:solidFill>
              <a:ln w="9525" cap="flat">
                <a:solidFill>
                  <a:srgbClr val="3B7F76"/>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Sheet1!$E$2:$E$73</c:f>
              <c:numCache>
                <c:formatCode>General</c:formatCode>
                <c:ptCount val="72"/>
                <c:pt idx="0">
                  <c:v>1.5535</c:v>
                </c:pt>
                <c:pt idx="1">
                  <c:v>1.5535</c:v>
                </c:pt>
                <c:pt idx="2">
                  <c:v>1.58125</c:v>
                </c:pt>
                <c:pt idx="3">
                  <c:v>1.5535</c:v>
                </c:pt>
                <c:pt idx="4">
                  <c:v>1.5535</c:v>
                </c:pt>
                <c:pt idx="5">
                  <c:v>1.5535</c:v>
                </c:pt>
                <c:pt idx="6">
                  <c:v>1.5535</c:v>
                </c:pt>
                <c:pt idx="7">
                  <c:v>1.5535</c:v>
                </c:pt>
                <c:pt idx="8">
                  <c:v>1.525</c:v>
                </c:pt>
                <c:pt idx="9">
                  <c:v>1.5347499999999998</c:v>
                </c:pt>
                <c:pt idx="10">
                  <c:v>1.50625</c:v>
                </c:pt>
                <c:pt idx="11">
                  <c:v>1.4875</c:v>
                </c:pt>
                <c:pt idx="12">
                  <c:v>1.47775</c:v>
                </c:pt>
                <c:pt idx="13">
                  <c:v>1.45975</c:v>
                </c:pt>
                <c:pt idx="14">
                  <c:v>1.45975</c:v>
                </c:pt>
                <c:pt idx="15">
                  <c:v>1.4875</c:v>
                </c:pt>
                <c:pt idx="16">
                  <c:v>1.50625</c:v>
                </c:pt>
                <c:pt idx="17">
                  <c:v>1.525</c:v>
                </c:pt>
                <c:pt idx="18">
                  <c:v>1.58125</c:v>
                </c:pt>
                <c:pt idx="19">
                  <c:v>1.58125</c:v>
                </c:pt>
                <c:pt idx="20">
                  <c:v>1.58125</c:v>
                </c:pt>
                <c:pt idx="21">
                  <c:v>1.609</c:v>
                </c:pt>
                <c:pt idx="22">
                  <c:v>1.609</c:v>
                </c:pt>
                <c:pt idx="23">
                  <c:v>1.6</c:v>
                </c:pt>
                <c:pt idx="24">
                  <c:v>1.58125</c:v>
                </c:pt>
                <c:pt idx="25">
                  <c:v>1.58125</c:v>
                </c:pt>
                <c:pt idx="26">
                  <c:v>1.6</c:v>
                </c:pt>
                <c:pt idx="27">
                  <c:v>1.58125</c:v>
                </c:pt>
                <c:pt idx="28">
                  <c:v>1.5535</c:v>
                </c:pt>
                <c:pt idx="29">
                  <c:v>1.58125</c:v>
                </c:pt>
                <c:pt idx="30">
                  <c:v>1.58125</c:v>
                </c:pt>
                <c:pt idx="31">
                  <c:v>1.58125</c:v>
                </c:pt>
                <c:pt idx="32">
                  <c:v>1.50625</c:v>
                </c:pt>
                <c:pt idx="33">
                  <c:v>1.47775</c:v>
                </c:pt>
                <c:pt idx="34">
                  <c:v>1.45975</c:v>
                </c:pt>
                <c:pt idx="35">
                  <c:v>1.4215</c:v>
                </c:pt>
                <c:pt idx="36">
                  <c:v>1.4409999999999998</c:v>
                </c:pt>
                <c:pt idx="37">
                  <c:v>1.384</c:v>
                </c:pt>
                <c:pt idx="38">
                  <c:v>1.4215</c:v>
                </c:pt>
                <c:pt idx="39">
                  <c:v>1.4215</c:v>
                </c:pt>
                <c:pt idx="40">
                  <c:v>1.45975</c:v>
                </c:pt>
                <c:pt idx="41">
                  <c:v>1.47775</c:v>
                </c:pt>
                <c:pt idx="42">
                  <c:v>1.50625</c:v>
                </c:pt>
                <c:pt idx="43">
                  <c:v>1.50625</c:v>
                </c:pt>
                <c:pt idx="44">
                  <c:v>1.525</c:v>
                </c:pt>
                <c:pt idx="45">
                  <c:v>1.5535</c:v>
                </c:pt>
                <c:pt idx="46">
                  <c:v>1.58125</c:v>
                </c:pt>
                <c:pt idx="47">
                  <c:v>1.6</c:v>
                </c:pt>
                <c:pt idx="48">
                  <c:v>1.5535</c:v>
                </c:pt>
                <c:pt idx="49">
                  <c:v>1.5535</c:v>
                </c:pt>
                <c:pt idx="50">
                  <c:v>1.5535</c:v>
                </c:pt>
                <c:pt idx="51">
                  <c:v>1.5535</c:v>
                </c:pt>
                <c:pt idx="52">
                  <c:v>1.5535</c:v>
                </c:pt>
                <c:pt idx="53">
                  <c:v>1.5535</c:v>
                </c:pt>
                <c:pt idx="54">
                  <c:v>1.5535</c:v>
                </c:pt>
                <c:pt idx="55">
                  <c:v>1.525</c:v>
                </c:pt>
                <c:pt idx="56">
                  <c:v>1.50625</c:v>
                </c:pt>
                <c:pt idx="57">
                  <c:v>1.45975</c:v>
                </c:pt>
                <c:pt idx="58">
                  <c:v>1.45975</c:v>
                </c:pt>
                <c:pt idx="59">
                  <c:v>1.4409999999999998</c:v>
                </c:pt>
                <c:pt idx="60">
                  <c:v>1.45975</c:v>
                </c:pt>
                <c:pt idx="61">
                  <c:v>1.4409999999999998</c:v>
                </c:pt>
                <c:pt idx="62">
                  <c:v>1.4875</c:v>
                </c:pt>
                <c:pt idx="63">
                  <c:v>1.45975</c:v>
                </c:pt>
                <c:pt idx="64">
                  <c:v>1.50625</c:v>
                </c:pt>
                <c:pt idx="65">
                  <c:v>1.525</c:v>
                </c:pt>
                <c:pt idx="66">
                  <c:v>1.525</c:v>
                </c:pt>
                <c:pt idx="67">
                  <c:v>1.5535</c:v>
                </c:pt>
                <c:pt idx="68">
                  <c:v>1.58125</c:v>
                </c:pt>
                <c:pt idx="69">
                  <c:v>1.6</c:v>
                </c:pt>
                <c:pt idx="70">
                  <c:v>1.65625</c:v>
                </c:pt>
                <c:pt idx="71">
                  <c:v>1.6284999999999998</c:v>
                </c:pt>
              </c:numCache>
            </c:numRef>
          </c:val>
          <c:smooth val="0"/>
        </c:ser>
        <c:ser>
          <c:idx val="4"/>
          <c:order val="4"/>
          <c:tx>
            <c:strRef>
              <c:f>Sheet1!$F$1</c:f>
              <c:strCache>
                <c:ptCount val="1"/>
                <c:pt idx="0">
                  <c:v>s4</c:v>
                </c:pt>
              </c:strCache>
            </c:strRef>
          </c:tx>
          <c:spPr>
            <a:solidFill>
              <a:srgbClr val="B5DDD7"/>
            </a:solidFill>
            <a:ln w="9525" cap="flat">
              <a:solidFill>
                <a:srgbClr val="B5DDD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5DDD7"/>
              </a:solidFill>
              <a:ln w="9525" cap="flat">
                <a:solidFill>
                  <a:srgbClr val="B5DDD7"/>
                </a:solidFill>
                <a:prstDash val="solid"/>
                <a:round/>
              </a:ln>
              <a:effectLst/>
            </c:spPr>
          </c:marker>
          <c:cat>
            <c:multiLvlStrRef>
              <c:f>Sheet1!$A$2:$A$73</c:f>
              <c:multiLvlStrCache>
                <c:ptCount val="7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lvl>
              </c:multiLvlStrCache>
            </c:multiLvlStrRef>
          </c:cat>
          <c:val>
            <c:numRef>
              <c:f>Sheet1!$F$2:$F$73</c:f>
              <c:numCache>
                <c:formatCode>General</c:formatCode>
                <c:ptCount val="72"/>
                <c:pt idx="0">
                  <c:v>0.3345</c:v>
                </c:pt>
                <c:pt idx="1">
                  <c:v>0.24825000000000003</c:v>
                </c:pt>
                <c:pt idx="2">
                  <c:v>0.22125</c:v>
                </c:pt>
                <c:pt idx="3">
                  <c:v>0.3345</c:v>
                </c:pt>
                <c:pt idx="4">
                  <c:v>0.28049999999999997</c:v>
                </c:pt>
                <c:pt idx="5">
                  <c:v>0.28049999999999997</c:v>
                </c:pt>
                <c:pt idx="6">
                  <c:v>0.28049999999999997</c:v>
                </c:pt>
                <c:pt idx="7">
                  <c:v>0.22125</c:v>
                </c:pt>
                <c:pt idx="8">
                  <c:v>0.3615</c:v>
                </c:pt>
                <c:pt idx="9">
                  <c:v>0.4425</c:v>
                </c:pt>
                <c:pt idx="10">
                  <c:v>0.47475</c:v>
                </c:pt>
                <c:pt idx="11">
                  <c:v>0.50175</c:v>
                </c:pt>
                <c:pt idx="12">
                  <c:v>0.47475</c:v>
                </c:pt>
                <c:pt idx="13">
                  <c:v>0.47475</c:v>
                </c:pt>
                <c:pt idx="14">
                  <c:v>0.41550000000000004</c:v>
                </c:pt>
                <c:pt idx="15">
                  <c:v>0.3885</c:v>
                </c:pt>
                <c:pt idx="16">
                  <c:v>0.3885</c:v>
                </c:pt>
                <c:pt idx="17">
                  <c:v>0.3345</c:v>
                </c:pt>
                <c:pt idx="18">
                  <c:v>0.3615</c:v>
                </c:pt>
                <c:pt idx="19">
                  <c:v>0.3075</c:v>
                </c:pt>
                <c:pt idx="20">
                  <c:v>0.3615</c:v>
                </c:pt>
                <c:pt idx="21">
                  <c:v>0.28049999999999997</c:v>
                </c:pt>
                <c:pt idx="22">
                  <c:v>0.41550000000000004</c:v>
                </c:pt>
                <c:pt idx="23">
                  <c:v>0.3615</c:v>
                </c:pt>
                <c:pt idx="24">
                  <c:v>0.28049999999999997</c:v>
                </c:pt>
                <c:pt idx="25">
                  <c:v>0.3615</c:v>
                </c:pt>
                <c:pt idx="26">
                  <c:v>0.3075</c:v>
                </c:pt>
                <c:pt idx="27">
                  <c:v>0.28049999999999997</c:v>
                </c:pt>
                <c:pt idx="28">
                  <c:v>0.28049999999999997</c:v>
                </c:pt>
                <c:pt idx="29">
                  <c:v>0.3615</c:v>
                </c:pt>
                <c:pt idx="30">
                  <c:v>0.24825000000000003</c:v>
                </c:pt>
                <c:pt idx="31">
                  <c:v>0.3075</c:v>
                </c:pt>
                <c:pt idx="32">
                  <c:v>0.3345</c:v>
                </c:pt>
                <c:pt idx="33">
                  <c:v>0.47475</c:v>
                </c:pt>
                <c:pt idx="34">
                  <c:v>0.47475</c:v>
                </c:pt>
                <c:pt idx="35">
                  <c:v>0.5287499999999999</c:v>
                </c:pt>
                <c:pt idx="36">
                  <c:v>0.47475</c:v>
                </c:pt>
                <c:pt idx="37">
                  <c:v>0.4425</c:v>
                </c:pt>
                <c:pt idx="38">
                  <c:v>0.3885</c:v>
                </c:pt>
                <c:pt idx="39">
                  <c:v>0.3885</c:v>
                </c:pt>
                <c:pt idx="40">
                  <c:v>0.3615</c:v>
                </c:pt>
                <c:pt idx="41">
                  <c:v>0.3075</c:v>
                </c:pt>
                <c:pt idx="42">
                  <c:v>0.22125</c:v>
                </c:pt>
                <c:pt idx="43">
                  <c:v>0.16725</c:v>
                </c:pt>
                <c:pt idx="44">
                  <c:v>0.16725</c:v>
                </c:pt>
                <c:pt idx="45">
                  <c:v>0.16725</c:v>
                </c:pt>
                <c:pt idx="46">
                  <c:v>0.16725</c:v>
                </c:pt>
                <c:pt idx="47">
                  <c:v>0.22125</c:v>
                </c:pt>
                <c:pt idx="48">
                  <c:v>0.41550000000000004</c:v>
                </c:pt>
                <c:pt idx="49">
                  <c:v>0.3345</c:v>
                </c:pt>
                <c:pt idx="50">
                  <c:v>0.3615</c:v>
                </c:pt>
                <c:pt idx="51">
                  <c:v>0.3885</c:v>
                </c:pt>
                <c:pt idx="52">
                  <c:v>0.3885</c:v>
                </c:pt>
                <c:pt idx="53">
                  <c:v>0.3885</c:v>
                </c:pt>
                <c:pt idx="54">
                  <c:v>0.3615</c:v>
                </c:pt>
                <c:pt idx="55">
                  <c:v>0.24825000000000003</c:v>
                </c:pt>
                <c:pt idx="56">
                  <c:v>0.50175</c:v>
                </c:pt>
                <c:pt idx="57">
                  <c:v>0.47475</c:v>
                </c:pt>
                <c:pt idx="58">
                  <c:v>0.50175</c:v>
                </c:pt>
                <c:pt idx="59">
                  <c:v>0.3885</c:v>
                </c:pt>
                <c:pt idx="60">
                  <c:v>0.41550000000000004</c:v>
                </c:pt>
                <c:pt idx="61">
                  <c:v>0.50175</c:v>
                </c:pt>
                <c:pt idx="62">
                  <c:v>0.3615</c:v>
                </c:pt>
                <c:pt idx="63">
                  <c:v>0.3885</c:v>
                </c:pt>
                <c:pt idx="64">
                  <c:v>0.3615</c:v>
                </c:pt>
                <c:pt idx="65">
                  <c:v>0.41550000000000004</c:v>
                </c:pt>
                <c:pt idx="66">
                  <c:v>0.19425</c:v>
                </c:pt>
                <c:pt idx="67">
                  <c:v>0.19425</c:v>
                </c:pt>
                <c:pt idx="68">
                  <c:v>0.081</c:v>
                </c:pt>
                <c:pt idx="69">
                  <c:v>0</c:v>
                </c:pt>
                <c:pt idx="70">
                  <c:v>0</c:v>
                </c:pt>
                <c:pt idx="71">
                  <c:v>0.081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A0AEC0"/>
            </a:solidFill>
            <a:ln w="12700" cap="flat">
              <a:solidFill>
                <a:srgbClr val="A0AE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0AEC0"/>
              </a:solidFill>
              <a:ln w="9525" cap="flat">
                <a:solidFill>
                  <a:srgbClr val="A0AEC0"/>
                </a:solidFill>
                <a:prstDash val="solid"/>
                <a:round/>
              </a:ln>
              <a:effectLst/>
            </c:spPr>
          </c:marker>
          <c:cat>
            <c:multiLvlStrRef>
              <c:f>Sheet1!$A$2:$A$97</c:f>
              <c:multiLvlStrCache>
                <c:ptCount val="9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lvl>
              </c:multiLvlStrCache>
            </c:multiLvlStrRef>
          </c:cat>
          <c:val>
            <c:numRef>
              <c:f>Sheet1!$B$2:$B$97</c:f>
              <c:numCache>
                <c:formatCode>General</c:formatCode>
                <c:ptCount val="96"/>
                <c:pt idx="0">
                  <c:v>0</c:v>
                </c:pt>
                <c:pt idx="1">
                  <c:v>0</c:v>
                </c:pt>
                <c:pt idx="2">
                  <c:v>0</c:v>
                </c:pt>
                <c:pt idx="3">
                  <c:v>0</c:v>
                </c:pt>
                <c:pt idx="4">
                  <c:v>0</c:v>
                </c:pt>
                <c:pt idx="5">
                  <c:v>0</c:v>
                </c:pt>
                <c:pt idx="6">
                  <c:v>0.023</c:v>
                </c:pt>
                <c:pt idx="7">
                  <c:v>0.167</c:v>
                </c:pt>
                <c:pt idx="8">
                  <c:v>0.411</c:v>
                </c:pt>
                <c:pt idx="9">
                  <c:v>0.64</c:v>
                </c:pt>
                <c:pt idx="10">
                  <c:v>0.819</c:v>
                </c:pt>
                <c:pt idx="11">
                  <c:v>0.932</c:v>
                </c:pt>
                <c:pt idx="12">
                  <c:v>0.97</c:v>
                </c:pt>
                <c:pt idx="13">
                  <c:v>0.932</c:v>
                </c:pt>
                <c:pt idx="14">
                  <c:v>0.728</c:v>
                </c:pt>
                <c:pt idx="15">
                  <c:v>0.587</c:v>
                </c:pt>
                <c:pt idx="16">
                  <c:v>0.309</c:v>
                </c:pt>
                <c:pt idx="17">
                  <c:v>0.155</c:v>
                </c:pt>
                <c:pt idx="18">
                  <c:v>0.022</c:v>
                </c:pt>
                <c:pt idx="19">
                  <c:v>0</c:v>
                </c:pt>
                <c:pt idx="20">
                  <c:v>0</c:v>
                </c:pt>
                <c:pt idx="21">
                  <c:v>0</c:v>
                </c:pt>
                <c:pt idx="22">
                  <c:v>0</c:v>
                </c:pt>
                <c:pt idx="23">
                  <c:v>0</c:v>
                </c:pt>
                <c:pt idx="24">
                  <c:v>0</c:v>
                </c:pt>
                <c:pt idx="25">
                  <c:v>0</c:v>
                </c:pt>
                <c:pt idx="26">
                  <c:v>0</c:v>
                </c:pt>
                <c:pt idx="27">
                  <c:v>0</c:v>
                </c:pt>
                <c:pt idx="28">
                  <c:v>0</c:v>
                </c:pt>
                <c:pt idx="29">
                  <c:v>0</c:v>
                </c:pt>
                <c:pt idx="30">
                  <c:v>0.029</c:v>
                </c:pt>
                <c:pt idx="31">
                  <c:v>0.162</c:v>
                </c:pt>
                <c:pt idx="32">
                  <c:v>0.409</c:v>
                </c:pt>
                <c:pt idx="33">
                  <c:v>0.566</c:v>
                </c:pt>
                <c:pt idx="34">
                  <c:v>0.779</c:v>
                </c:pt>
                <c:pt idx="35">
                  <c:v>0.97</c:v>
                </c:pt>
                <c:pt idx="36">
                  <c:v>0.893</c:v>
                </c:pt>
                <c:pt idx="37">
                  <c:v>0.961</c:v>
                </c:pt>
                <c:pt idx="38">
                  <c:v>0.794</c:v>
                </c:pt>
                <c:pt idx="39">
                  <c:v>0.47</c:v>
                </c:pt>
                <c:pt idx="40">
                  <c:v>0.298</c:v>
                </c:pt>
                <c:pt idx="41">
                  <c:v>0.166</c:v>
                </c:pt>
                <c:pt idx="42">
                  <c:v>0.026</c:v>
                </c:pt>
                <c:pt idx="43">
                  <c:v>0</c:v>
                </c:pt>
                <c:pt idx="44">
                  <c:v>0</c:v>
                </c:pt>
                <c:pt idx="45">
                  <c:v>0</c:v>
                </c:pt>
                <c:pt idx="46">
                  <c:v>0</c:v>
                </c:pt>
                <c:pt idx="47">
                  <c:v>0</c:v>
                </c:pt>
                <c:pt idx="48">
                  <c:v>0</c:v>
                </c:pt>
                <c:pt idx="49">
                  <c:v>0</c:v>
                </c:pt>
                <c:pt idx="50">
                  <c:v>0</c:v>
                </c:pt>
                <c:pt idx="51">
                  <c:v>0</c:v>
                </c:pt>
                <c:pt idx="52">
                  <c:v>0</c:v>
                </c:pt>
                <c:pt idx="53">
                  <c:v>0</c:v>
                </c:pt>
                <c:pt idx="54">
                  <c:v>0.021</c:v>
                </c:pt>
                <c:pt idx="55">
                  <c:v>0.135</c:v>
                </c:pt>
                <c:pt idx="56">
                  <c:v>0.36</c:v>
                </c:pt>
                <c:pt idx="57">
                  <c:v>0.315</c:v>
                </c:pt>
                <c:pt idx="58">
                  <c:v>0.258</c:v>
                </c:pt>
                <c:pt idx="59">
                  <c:v>0.352</c:v>
                </c:pt>
                <c:pt idx="60">
                  <c:v>0.389</c:v>
                </c:pt>
                <c:pt idx="61">
                  <c:v>0.331</c:v>
                </c:pt>
                <c:pt idx="62">
                  <c:v>0.295</c:v>
                </c:pt>
                <c:pt idx="63">
                  <c:v>0.348</c:v>
                </c:pt>
                <c:pt idx="64">
                  <c:v>0.238</c:v>
                </c:pt>
                <c:pt idx="65">
                  <c:v>0.062</c:v>
                </c:pt>
                <c:pt idx="66">
                  <c:v>0.016</c:v>
                </c:pt>
                <c:pt idx="67">
                  <c:v>0</c:v>
                </c:pt>
                <c:pt idx="68">
                  <c:v>0</c:v>
                </c:pt>
                <c:pt idx="69">
                  <c:v>0</c:v>
                </c:pt>
                <c:pt idx="70">
                  <c:v>0</c:v>
                </c:pt>
                <c:pt idx="71">
                  <c:v>0</c:v>
                </c:pt>
                <c:pt idx="72">
                  <c:v>0</c:v>
                </c:pt>
                <c:pt idx="73">
                  <c:v>0</c:v>
                </c:pt>
                <c:pt idx="74">
                  <c:v>0</c:v>
                </c:pt>
                <c:pt idx="75">
                  <c:v>0</c:v>
                </c:pt>
                <c:pt idx="76">
                  <c:v>0</c:v>
                </c:pt>
                <c:pt idx="77">
                  <c:v>0</c:v>
                </c:pt>
                <c:pt idx="78">
                  <c:v>0.013</c:v>
                </c:pt>
                <c:pt idx="79">
                  <c:v>0.044</c:v>
                </c:pt>
                <c:pt idx="80">
                  <c:v>0.112</c:v>
                </c:pt>
                <c:pt idx="81">
                  <c:v>0.323</c:v>
                </c:pt>
                <c:pt idx="82">
                  <c:v>0.21</c:v>
                </c:pt>
                <c:pt idx="83">
                  <c:v>0.244</c:v>
                </c:pt>
                <c:pt idx="84">
                  <c:v>0.24</c:v>
                </c:pt>
                <c:pt idx="85">
                  <c:v>0.271</c:v>
                </c:pt>
                <c:pt idx="86">
                  <c:v>0.393</c:v>
                </c:pt>
                <c:pt idx="87">
                  <c:v>0.316</c:v>
                </c:pt>
                <c:pt idx="88">
                  <c:v>0.258</c:v>
                </c:pt>
                <c:pt idx="89">
                  <c:v>0.095</c:v>
                </c:pt>
                <c:pt idx="90">
                  <c:v>0.019</c:v>
                </c:pt>
                <c:pt idx="91">
                  <c:v>0</c:v>
                </c:pt>
                <c:pt idx="92">
                  <c:v>0</c:v>
                </c:pt>
                <c:pt idx="93">
                  <c:v>0</c:v>
                </c:pt>
                <c:pt idx="94">
                  <c:v>0</c:v>
                </c:pt>
                <c:pt idx="95">
                  <c:v>0</c:v>
                </c:pt>
              </c:numCache>
            </c:numRef>
          </c:val>
          <c:smooth val="0"/>
        </c:ser>
        <c:ser>
          <c:idx val="1"/>
          <c:order val="1"/>
          <c:tx>
            <c:strRef>
              <c:f>Sheet1!$C$1</c:f>
              <c:strCache>
                <c:ptCount val="1"/>
                <c:pt idx="0">
                  <c:v>s1</c:v>
                </c:pt>
              </c:strCache>
            </c:strRef>
          </c:tx>
          <c:spPr>
            <a:solidFill>
              <a:srgbClr val="2A9D8F"/>
            </a:solidFill>
            <a:ln w="12700" cap="flat">
              <a:solidFill>
                <a:srgbClr val="2A9D8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Sheet1!$A$2:$A$97</c:f>
              <c:multiLvlStrCache>
                <c:ptCount val="9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lvl>
              </c:multiLvlStrCache>
            </c:multiLvlStrRef>
          </c:cat>
          <c:val>
            <c:numRef>
              <c:f>Sheet1!$C$2:$C$97</c:f>
              <c:numCache>
                <c:formatCode>General</c:formatCode>
                <c:ptCount val="96"/>
                <c:pt idx="0">
                  <c:v>0</c:v>
                </c:pt>
                <c:pt idx="1">
                  <c:v>0</c:v>
                </c:pt>
                <c:pt idx="2">
                  <c:v>0</c:v>
                </c:pt>
                <c:pt idx="3">
                  <c:v>0</c:v>
                </c:pt>
                <c:pt idx="4">
                  <c:v>0</c:v>
                </c:pt>
                <c:pt idx="5">
                  <c:v>0</c:v>
                </c:pt>
                <c:pt idx="6">
                  <c:v>0.029</c:v>
                </c:pt>
                <c:pt idx="7">
                  <c:v>0.162</c:v>
                </c:pt>
                <c:pt idx="8">
                  <c:v>0.409</c:v>
                </c:pt>
                <c:pt idx="9">
                  <c:v>0.566</c:v>
                </c:pt>
                <c:pt idx="10">
                  <c:v>0.779</c:v>
                </c:pt>
                <c:pt idx="11">
                  <c:v>0.97</c:v>
                </c:pt>
                <c:pt idx="12">
                  <c:v>0.893</c:v>
                </c:pt>
                <c:pt idx="13">
                  <c:v>0.961</c:v>
                </c:pt>
                <c:pt idx="14">
                  <c:v>0.794</c:v>
                </c:pt>
                <c:pt idx="15">
                  <c:v>0.47</c:v>
                </c:pt>
                <c:pt idx="16">
                  <c:v>0.298</c:v>
                </c:pt>
                <c:pt idx="17">
                  <c:v>0.166</c:v>
                </c:pt>
                <c:pt idx="18">
                  <c:v>0.026</c:v>
                </c:pt>
                <c:pt idx="19">
                  <c:v>0</c:v>
                </c:pt>
                <c:pt idx="20">
                  <c:v>0</c:v>
                </c:pt>
                <c:pt idx="21">
                  <c:v>0</c:v>
                </c:pt>
                <c:pt idx="22">
                  <c:v>0</c:v>
                </c:pt>
                <c:pt idx="23">
                  <c:v>0</c:v>
                </c:pt>
                <c:pt idx="24">
                  <c:v>0</c:v>
                </c:pt>
                <c:pt idx="25">
                  <c:v>0</c:v>
                </c:pt>
                <c:pt idx="26">
                  <c:v>0</c:v>
                </c:pt>
                <c:pt idx="27">
                  <c:v>0</c:v>
                </c:pt>
                <c:pt idx="28">
                  <c:v>0</c:v>
                </c:pt>
                <c:pt idx="29">
                  <c:v>0</c:v>
                </c:pt>
                <c:pt idx="30">
                  <c:v>0.021</c:v>
                </c:pt>
                <c:pt idx="31">
                  <c:v>0.135</c:v>
                </c:pt>
                <c:pt idx="32">
                  <c:v>0.36</c:v>
                </c:pt>
                <c:pt idx="33">
                  <c:v>0.315</c:v>
                </c:pt>
                <c:pt idx="34">
                  <c:v>0.258</c:v>
                </c:pt>
                <c:pt idx="35">
                  <c:v>0.352</c:v>
                </c:pt>
                <c:pt idx="36">
                  <c:v>0.389</c:v>
                </c:pt>
                <c:pt idx="37">
                  <c:v>0.331</c:v>
                </c:pt>
                <c:pt idx="38">
                  <c:v>0.295</c:v>
                </c:pt>
                <c:pt idx="39">
                  <c:v>0.348</c:v>
                </c:pt>
                <c:pt idx="40">
                  <c:v>0.238</c:v>
                </c:pt>
                <c:pt idx="41">
                  <c:v>0.062</c:v>
                </c:pt>
                <c:pt idx="42">
                  <c:v>0.016</c:v>
                </c:pt>
                <c:pt idx="43">
                  <c:v>0</c:v>
                </c:pt>
                <c:pt idx="44">
                  <c:v>0</c:v>
                </c:pt>
                <c:pt idx="45">
                  <c:v>0</c:v>
                </c:pt>
                <c:pt idx="46">
                  <c:v>0</c:v>
                </c:pt>
                <c:pt idx="47">
                  <c:v>0</c:v>
                </c:pt>
                <c:pt idx="48">
                  <c:v>0</c:v>
                </c:pt>
                <c:pt idx="49">
                  <c:v>0</c:v>
                </c:pt>
                <c:pt idx="50">
                  <c:v>0</c:v>
                </c:pt>
                <c:pt idx="51">
                  <c:v>0</c:v>
                </c:pt>
                <c:pt idx="52">
                  <c:v>0</c:v>
                </c:pt>
                <c:pt idx="53">
                  <c:v>0</c:v>
                </c:pt>
                <c:pt idx="54">
                  <c:v>0.013</c:v>
                </c:pt>
                <c:pt idx="55">
                  <c:v>0.044</c:v>
                </c:pt>
                <c:pt idx="56">
                  <c:v>0.112</c:v>
                </c:pt>
                <c:pt idx="57">
                  <c:v>0.323</c:v>
                </c:pt>
                <c:pt idx="58">
                  <c:v>0.21</c:v>
                </c:pt>
                <c:pt idx="59">
                  <c:v>0.244</c:v>
                </c:pt>
                <c:pt idx="60">
                  <c:v>0.24</c:v>
                </c:pt>
                <c:pt idx="61">
                  <c:v>0.271</c:v>
                </c:pt>
                <c:pt idx="62">
                  <c:v>0.393</c:v>
                </c:pt>
                <c:pt idx="63">
                  <c:v>0.316</c:v>
                </c:pt>
                <c:pt idx="64">
                  <c:v>0.258</c:v>
                </c:pt>
                <c:pt idx="65">
                  <c:v>0.095</c:v>
                </c:pt>
                <c:pt idx="66">
                  <c:v>0.019</c:v>
                </c:pt>
                <c:pt idx="67">
                  <c:v>0</c:v>
                </c:pt>
                <c:pt idx="68">
                  <c:v>0</c:v>
                </c:pt>
                <c:pt idx="69">
                  <c:v>0</c:v>
                </c:pt>
                <c:pt idx="70">
                  <c:v>0</c:v>
                </c:pt>
                <c:pt idx="71">
                  <c:v>0</c:v>
                </c:pt>
                <c:pt idx="72">
                  <c:v>0</c:v>
                </c:pt>
                <c:pt idx="73">
                  <c:v>0</c:v>
                </c:pt>
                <c:pt idx="74">
                  <c:v>0</c:v>
                </c:pt>
                <c:pt idx="75">
                  <c:v>0</c:v>
                </c:pt>
                <c:pt idx="76">
                  <c:v>0</c:v>
                </c:pt>
                <c:pt idx="77">
                  <c:v>0</c:v>
                </c:pt>
                <c:pt idx="78">
                  <c:v>0.028</c:v>
                </c:pt>
                <c:pt idx="79">
                  <c:v>0.178</c:v>
                </c:pt>
                <c:pt idx="80">
                  <c:v>0.391</c:v>
                </c:pt>
                <c:pt idx="81">
                  <c:v>0.607</c:v>
                </c:pt>
                <c:pt idx="82">
                  <c:v>0.604</c:v>
                </c:pt>
                <c:pt idx="83">
                  <c:v>0.927</c:v>
                </c:pt>
                <c:pt idx="84">
                  <c:v>0.855</c:v>
                </c:pt>
                <c:pt idx="85">
                  <c:v>0.714</c:v>
                </c:pt>
                <c:pt idx="86">
                  <c:v>0.533</c:v>
                </c:pt>
                <c:pt idx="87">
                  <c:v>0.55</c:v>
                </c:pt>
                <c:pt idx="88">
                  <c:v>0.274</c:v>
                </c:pt>
                <c:pt idx="89">
                  <c:v>0.127</c:v>
                </c:pt>
                <c:pt idx="90">
                  <c:v>0.021</c:v>
                </c:pt>
                <c:pt idx="91">
                  <c:v>0</c:v>
                </c:pt>
                <c:pt idx="92">
                  <c:v>0</c:v>
                </c:pt>
                <c:pt idx="93">
                  <c:v>0</c:v>
                </c:pt>
                <c:pt idx="94">
                  <c:v>0</c:v>
                </c:pt>
                <c:pt idx="95">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9525"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Sheet1!$B$2:$B$193</c:f>
              <c:numCache>
                <c:formatCode>General</c:formatCode>
                <c:ptCount val="192"/>
                <c:pt idx="0">
                  <c:v>5</c:v>
                </c:pt>
                <c:pt idx="1">
                  <c:v>5</c:v>
                </c:pt>
                <c:pt idx="2">
                  <c:v>5</c:v>
                </c:pt>
                <c:pt idx="3">
                  <c:v>5</c:v>
                </c:pt>
                <c:pt idx="4">
                  <c:v>5</c:v>
                </c:pt>
                <c:pt idx="5">
                  <c:v>5</c:v>
                </c:pt>
                <c:pt idx="6">
                  <c:v>5</c:v>
                </c:pt>
                <c:pt idx="7">
                  <c:v>5.123</c:v>
                </c:pt>
                <c:pt idx="8">
                  <c:v>5.285</c:v>
                </c:pt>
                <c:pt idx="9">
                  <c:v>5.375</c:v>
                </c:pt>
                <c:pt idx="10">
                  <c:v>5.383</c:v>
                </c:pt>
                <c:pt idx="11">
                  <c:v>5.452</c:v>
                </c:pt>
                <c:pt idx="12">
                  <c:v>5.505</c:v>
                </c:pt>
                <c:pt idx="13">
                  <c:v>5.436</c:v>
                </c:pt>
                <c:pt idx="14">
                  <c:v>5.415</c:v>
                </c:pt>
                <c:pt idx="15">
                  <c:v>5.406</c:v>
                </c:pt>
                <c:pt idx="16">
                  <c:v>5.224</c:v>
                </c:pt>
                <c:pt idx="17">
                  <c:v>5.057</c:v>
                </c:pt>
                <c:pt idx="18">
                  <c:v>5.006</c:v>
                </c:pt>
                <c:pt idx="19">
                  <c:v>5</c:v>
                </c:pt>
                <c:pt idx="20">
                  <c:v>5</c:v>
                </c:pt>
                <c:pt idx="21">
                  <c:v>5</c:v>
                </c:pt>
                <c:pt idx="22">
                  <c:v>5</c:v>
                </c:pt>
                <c:pt idx="23">
                  <c:v>5</c:v>
                </c:pt>
                <c:pt idx="24">
                  <c:v>5</c:v>
                </c:pt>
                <c:pt idx="25">
                  <c:v>5</c:v>
                </c:pt>
                <c:pt idx="26">
                  <c:v>5</c:v>
                </c:pt>
                <c:pt idx="27">
                  <c:v>5</c:v>
                </c:pt>
                <c:pt idx="28">
                  <c:v>5</c:v>
                </c:pt>
                <c:pt idx="29">
                  <c:v>5</c:v>
                </c:pt>
                <c:pt idx="30">
                  <c:v>5</c:v>
                </c:pt>
                <c:pt idx="31">
                  <c:v>5.082</c:v>
                </c:pt>
                <c:pt idx="32">
                  <c:v>5.252</c:v>
                </c:pt>
                <c:pt idx="33">
                  <c:v>5.43</c:v>
                </c:pt>
                <c:pt idx="34">
                  <c:v>5.353</c:v>
                </c:pt>
                <c:pt idx="35">
                  <c:v>5.293</c:v>
                </c:pt>
                <c:pt idx="36">
                  <c:v>5.322</c:v>
                </c:pt>
                <c:pt idx="37">
                  <c:v>5.409</c:v>
                </c:pt>
                <c:pt idx="38">
                  <c:v>5.542</c:v>
                </c:pt>
                <c:pt idx="39">
                  <c:v>5.432</c:v>
                </c:pt>
                <c:pt idx="40">
                  <c:v>5.252</c:v>
                </c:pt>
                <c:pt idx="41">
                  <c:v>5.08</c:v>
                </c:pt>
                <c:pt idx="42">
                  <c:v>5.003</c:v>
                </c:pt>
                <c:pt idx="43">
                  <c:v>5</c:v>
                </c:pt>
                <c:pt idx="44">
                  <c:v>5</c:v>
                </c:pt>
                <c:pt idx="45">
                  <c:v>5</c:v>
                </c:pt>
                <c:pt idx="46">
                  <c:v>5</c:v>
                </c:pt>
                <c:pt idx="47">
                  <c:v>5</c:v>
                </c:pt>
                <c:pt idx="48">
                  <c:v>5</c:v>
                </c:pt>
                <c:pt idx="49">
                  <c:v>5</c:v>
                </c:pt>
                <c:pt idx="50">
                  <c:v>5</c:v>
                </c:pt>
                <c:pt idx="51">
                  <c:v>5</c:v>
                </c:pt>
                <c:pt idx="52">
                  <c:v>5</c:v>
                </c:pt>
                <c:pt idx="53">
                  <c:v>5</c:v>
                </c:pt>
                <c:pt idx="54">
                  <c:v>5</c:v>
                </c:pt>
                <c:pt idx="55">
                  <c:v>5.153</c:v>
                </c:pt>
                <c:pt idx="56">
                  <c:v>5.369</c:v>
                </c:pt>
                <c:pt idx="57">
                  <c:v>5.557</c:v>
                </c:pt>
                <c:pt idx="58">
                  <c:v>5.71</c:v>
                </c:pt>
                <c:pt idx="59">
                  <c:v>5.791</c:v>
                </c:pt>
                <c:pt idx="60">
                  <c:v>5.8</c:v>
                </c:pt>
                <c:pt idx="61">
                  <c:v>5.774</c:v>
                </c:pt>
                <c:pt idx="62">
                  <c:v>5.684</c:v>
                </c:pt>
                <c:pt idx="63">
                  <c:v>5.531</c:v>
                </c:pt>
                <c:pt idx="64">
                  <c:v>5.326</c:v>
                </c:pt>
                <c:pt idx="65">
                  <c:v>5.114</c:v>
                </c:pt>
                <c:pt idx="66">
                  <c:v>5.007</c:v>
                </c:pt>
                <c:pt idx="67">
                  <c:v>5</c:v>
                </c:pt>
                <c:pt idx="68">
                  <c:v>5</c:v>
                </c:pt>
                <c:pt idx="69">
                  <c:v>5</c:v>
                </c:pt>
                <c:pt idx="70">
                  <c:v>5</c:v>
                </c:pt>
                <c:pt idx="71">
                  <c:v>5</c:v>
                </c:pt>
                <c:pt idx="72">
                  <c:v>5</c:v>
                </c:pt>
                <c:pt idx="73">
                  <c:v>5</c:v>
                </c:pt>
                <c:pt idx="74">
                  <c:v>5</c:v>
                </c:pt>
                <c:pt idx="75">
                  <c:v>5</c:v>
                </c:pt>
                <c:pt idx="76">
                  <c:v>5</c:v>
                </c:pt>
                <c:pt idx="77">
                  <c:v>5</c:v>
                </c:pt>
                <c:pt idx="78">
                  <c:v>5</c:v>
                </c:pt>
                <c:pt idx="79">
                  <c:v>5.16</c:v>
                </c:pt>
                <c:pt idx="80">
                  <c:v>5.369</c:v>
                </c:pt>
                <c:pt idx="81">
                  <c:v>5.565</c:v>
                </c:pt>
                <c:pt idx="82">
                  <c:v>5.701</c:v>
                </c:pt>
                <c:pt idx="83">
                  <c:v>5.78</c:v>
                </c:pt>
                <c:pt idx="84">
                  <c:v>5.785</c:v>
                </c:pt>
                <c:pt idx="85">
                  <c:v>5.719</c:v>
                </c:pt>
                <c:pt idx="86">
                  <c:v>5.602</c:v>
                </c:pt>
                <c:pt idx="87">
                  <c:v>5.431</c:v>
                </c:pt>
                <c:pt idx="88">
                  <c:v>5.229</c:v>
                </c:pt>
                <c:pt idx="89">
                  <c:v>5.091</c:v>
                </c:pt>
                <c:pt idx="90">
                  <c:v>5.006</c:v>
                </c:pt>
                <c:pt idx="91">
                  <c:v>5</c:v>
                </c:pt>
                <c:pt idx="92">
                  <c:v>5</c:v>
                </c:pt>
                <c:pt idx="93">
                  <c:v>5</c:v>
                </c:pt>
                <c:pt idx="94">
                  <c:v>5</c:v>
                </c:pt>
                <c:pt idx="95">
                  <c:v>5</c:v>
                </c:pt>
                <c:pt idx="96">
                  <c:v>5</c:v>
                </c:pt>
                <c:pt idx="97">
                  <c:v>5</c:v>
                </c:pt>
                <c:pt idx="98">
                  <c:v>5</c:v>
                </c:pt>
                <c:pt idx="99">
                  <c:v>5</c:v>
                </c:pt>
                <c:pt idx="100">
                  <c:v>5</c:v>
                </c:pt>
                <c:pt idx="101">
                  <c:v>5</c:v>
                </c:pt>
                <c:pt idx="102">
                  <c:v>5</c:v>
                </c:pt>
                <c:pt idx="103">
                  <c:v>5.161</c:v>
                </c:pt>
                <c:pt idx="104">
                  <c:v>5.341</c:v>
                </c:pt>
                <c:pt idx="105">
                  <c:v>5.515</c:v>
                </c:pt>
                <c:pt idx="106">
                  <c:v>5.684</c:v>
                </c:pt>
                <c:pt idx="107">
                  <c:v>5.758</c:v>
                </c:pt>
                <c:pt idx="108">
                  <c:v>5.757</c:v>
                </c:pt>
                <c:pt idx="109">
                  <c:v>5.741</c:v>
                </c:pt>
                <c:pt idx="110">
                  <c:v>5.576</c:v>
                </c:pt>
                <c:pt idx="111">
                  <c:v>5.363</c:v>
                </c:pt>
                <c:pt idx="112">
                  <c:v>5.233</c:v>
                </c:pt>
                <c:pt idx="113">
                  <c:v>5.102</c:v>
                </c:pt>
                <c:pt idx="114">
                  <c:v>5.006</c:v>
                </c:pt>
                <c:pt idx="115">
                  <c:v>5</c:v>
                </c:pt>
                <c:pt idx="116">
                  <c:v>5</c:v>
                </c:pt>
                <c:pt idx="117">
                  <c:v>5</c:v>
                </c:pt>
                <c:pt idx="118">
                  <c:v>5</c:v>
                </c:pt>
                <c:pt idx="119">
                  <c:v>5</c:v>
                </c:pt>
                <c:pt idx="120">
                  <c:v>5</c:v>
                </c:pt>
                <c:pt idx="121">
                  <c:v>5</c:v>
                </c:pt>
                <c:pt idx="122">
                  <c:v>5</c:v>
                </c:pt>
                <c:pt idx="123">
                  <c:v>5</c:v>
                </c:pt>
                <c:pt idx="124">
                  <c:v>5</c:v>
                </c:pt>
                <c:pt idx="125">
                  <c:v>5</c:v>
                </c:pt>
                <c:pt idx="126">
                  <c:v>5</c:v>
                </c:pt>
                <c:pt idx="127">
                  <c:v>5.155</c:v>
                </c:pt>
                <c:pt idx="128">
                  <c:v>5.254</c:v>
                </c:pt>
                <c:pt idx="129">
                  <c:v>5.231</c:v>
                </c:pt>
                <c:pt idx="130">
                  <c:v>5.243</c:v>
                </c:pt>
                <c:pt idx="131">
                  <c:v>5.301</c:v>
                </c:pt>
                <c:pt idx="132">
                  <c:v>5.29</c:v>
                </c:pt>
                <c:pt idx="133">
                  <c:v>5.251</c:v>
                </c:pt>
                <c:pt idx="134">
                  <c:v>5.262</c:v>
                </c:pt>
                <c:pt idx="135">
                  <c:v>5.253</c:v>
                </c:pt>
                <c:pt idx="136">
                  <c:v>5.132</c:v>
                </c:pt>
                <c:pt idx="137">
                  <c:v>5.03</c:v>
                </c:pt>
                <c:pt idx="138">
                  <c:v>5.004</c:v>
                </c:pt>
                <c:pt idx="139">
                  <c:v>5</c:v>
                </c:pt>
                <c:pt idx="140">
                  <c:v>5</c:v>
                </c:pt>
                <c:pt idx="141">
                  <c:v>5</c:v>
                </c:pt>
                <c:pt idx="142">
                  <c:v>5</c:v>
                </c:pt>
                <c:pt idx="143">
                  <c:v>5</c:v>
                </c:pt>
                <c:pt idx="144">
                  <c:v>5</c:v>
                </c:pt>
                <c:pt idx="145">
                  <c:v>5</c:v>
                </c:pt>
                <c:pt idx="146">
                  <c:v>5</c:v>
                </c:pt>
                <c:pt idx="147">
                  <c:v>5</c:v>
                </c:pt>
                <c:pt idx="148">
                  <c:v>5</c:v>
                </c:pt>
                <c:pt idx="149">
                  <c:v>5</c:v>
                </c:pt>
                <c:pt idx="150">
                  <c:v>5</c:v>
                </c:pt>
                <c:pt idx="151">
                  <c:v>5.058</c:v>
                </c:pt>
                <c:pt idx="152">
                  <c:v>5.169</c:v>
                </c:pt>
                <c:pt idx="153">
                  <c:v>5.224</c:v>
                </c:pt>
                <c:pt idx="154">
                  <c:v>5.186</c:v>
                </c:pt>
                <c:pt idx="155">
                  <c:v>5.202</c:v>
                </c:pt>
                <c:pt idx="156">
                  <c:v>5.216</c:v>
                </c:pt>
                <c:pt idx="157">
                  <c:v>5.27</c:v>
                </c:pt>
                <c:pt idx="158">
                  <c:v>5.295</c:v>
                </c:pt>
                <c:pt idx="159">
                  <c:v>5.243</c:v>
                </c:pt>
                <c:pt idx="160">
                  <c:v>5.161</c:v>
                </c:pt>
                <c:pt idx="161">
                  <c:v>5.048</c:v>
                </c:pt>
                <c:pt idx="162">
                  <c:v>5.005</c:v>
                </c:pt>
                <c:pt idx="163">
                  <c:v>5</c:v>
                </c:pt>
                <c:pt idx="164">
                  <c:v>5</c:v>
                </c:pt>
                <c:pt idx="165">
                  <c:v>5</c:v>
                </c:pt>
                <c:pt idx="166">
                  <c:v>5</c:v>
                </c:pt>
                <c:pt idx="167">
                  <c:v>5</c:v>
                </c:pt>
                <c:pt idx="168">
                  <c:v>5</c:v>
                </c:pt>
                <c:pt idx="169">
                  <c:v>5</c:v>
                </c:pt>
                <c:pt idx="170">
                  <c:v>5</c:v>
                </c:pt>
                <c:pt idx="171">
                  <c:v>5</c:v>
                </c:pt>
                <c:pt idx="172">
                  <c:v>5</c:v>
                </c:pt>
                <c:pt idx="173">
                  <c:v>5</c:v>
                </c:pt>
                <c:pt idx="174">
                  <c:v>5</c:v>
                </c:pt>
                <c:pt idx="175">
                  <c:v>5.158</c:v>
                </c:pt>
                <c:pt idx="176">
                  <c:v>5.35</c:v>
                </c:pt>
                <c:pt idx="177">
                  <c:v>5.478</c:v>
                </c:pt>
                <c:pt idx="178">
                  <c:v>5.614</c:v>
                </c:pt>
                <c:pt idx="179">
                  <c:v>5.725</c:v>
                </c:pt>
                <c:pt idx="180">
                  <c:v>5.665</c:v>
                </c:pt>
                <c:pt idx="181">
                  <c:v>5.537</c:v>
                </c:pt>
                <c:pt idx="182">
                  <c:v>5.475</c:v>
                </c:pt>
                <c:pt idx="183">
                  <c:v>5.378</c:v>
                </c:pt>
                <c:pt idx="184">
                  <c:v>5.179</c:v>
                </c:pt>
                <c:pt idx="185">
                  <c:v>5.067</c:v>
                </c:pt>
                <c:pt idx="186">
                  <c:v>5.007</c:v>
                </c:pt>
                <c:pt idx="187">
                  <c:v>5</c:v>
                </c:pt>
                <c:pt idx="188">
                  <c:v>5</c:v>
                </c:pt>
                <c:pt idx="189">
                  <c:v>5</c:v>
                </c:pt>
                <c:pt idx="190">
                  <c:v>5</c:v>
                </c:pt>
                <c:pt idx="191">
                  <c:v>5</c:v>
                </c:pt>
              </c:numCache>
            </c:numRef>
          </c:val>
          <c:smooth val="0"/>
        </c:ser>
        <c:ser>
          <c:idx val="1"/>
          <c:order val="1"/>
          <c:tx>
            <c:strRef>
              <c:f>Sheet1!$C$1</c:f>
              <c:strCache>
                <c:ptCount val="1"/>
                <c:pt idx="0">
                  <c:v>s1</c:v>
                </c:pt>
              </c:strCache>
            </c:strRef>
          </c:tx>
          <c:spPr>
            <a:solidFill>
              <a:srgbClr val="2A9D8F"/>
            </a:solidFill>
            <a:ln w="9525"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Sheet1!$C$2:$C$193</c:f>
              <c:numCache>
                <c:formatCode>General</c:formatCode>
                <c:ptCount val="192"/>
                <c:pt idx="0">
                  <c:v>4</c:v>
                </c:pt>
                <c:pt idx="1">
                  <c:v>4</c:v>
                </c:pt>
                <c:pt idx="2">
                  <c:v>4</c:v>
                </c:pt>
                <c:pt idx="3">
                  <c:v>4</c:v>
                </c:pt>
                <c:pt idx="4">
                  <c:v>4</c:v>
                </c:pt>
                <c:pt idx="5">
                  <c:v>4</c:v>
                </c:pt>
                <c:pt idx="6">
                  <c:v>4.009</c:v>
                </c:pt>
                <c:pt idx="7">
                  <c:v>4.063</c:v>
                </c:pt>
                <c:pt idx="8">
                  <c:v>4.101</c:v>
                </c:pt>
                <c:pt idx="9">
                  <c:v>4.443</c:v>
                </c:pt>
                <c:pt idx="10">
                  <c:v>4.422</c:v>
                </c:pt>
                <c:pt idx="11">
                  <c:v>4.23</c:v>
                </c:pt>
                <c:pt idx="12">
                  <c:v>4.339</c:v>
                </c:pt>
                <c:pt idx="13">
                  <c:v>4.264</c:v>
                </c:pt>
                <c:pt idx="14">
                  <c:v>4.515</c:v>
                </c:pt>
                <c:pt idx="15">
                  <c:v>4.435</c:v>
                </c:pt>
                <c:pt idx="16">
                  <c:v>4.274</c:v>
                </c:pt>
                <c:pt idx="17">
                  <c:v>4.106</c:v>
                </c:pt>
                <c:pt idx="18">
                  <c:v>4.012</c:v>
                </c:pt>
                <c:pt idx="19">
                  <c:v>4</c:v>
                </c:pt>
                <c:pt idx="20">
                  <c:v>4</c:v>
                </c:pt>
                <c:pt idx="21">
                  <c:v>4</c:v>
                </c:pt>
                <c:pt idx="22">
                  <c:v>4</c:v>
                </c:pt>
                <c:pt idx="23">
                  <c:v>4</c:v>
                </c:pt>
                <c:pt idx="24">
                  <c:v>4</c:v>
                </c:pt>
                <c:pt idx="25">
                  <c:v>4</c:v>
                </c:pt>
                <c:pt idx="26">
                  <c:v>4</c:v>
                </c:pt>
                <c:pt idx="27">
                  <c:v>4</c:v>
                </c:pt>
                <c:pt idx="28">
                  <c:v>4</c:v>
                </c:pt>
                <c:pt idx="29">
                  <c:v>4</c:v>
                </c:pt>
                <c:pt idx="30">
                  <c:v>4.021</c:v>
                </c:pt>
                <c:pt idx="31">
                  <c:v>4.132</c:v>
                </c:pt>
                <c:pt idx="32">
                  <c:v>4.316</c:v>
                </c:pt>
                <c:pt idx="33">
                  <c:v>4.489</c:v>
                </c:pt>
                <c:pt idx="34">
                  <c:v>4.625</c:v>
                </c:pt>
                <c:pt idx="35">
                  <c:v>4.717</c:v>
                </c:pt>
                <c:pt idx="36">
                  <c:v>4.749</c:v>
                </c:pt>
                <c:pt idx="37">
                  <c:v>4.72</c:v>
                </c:pt>
                <c:pt idx="38">
                  <c:v>4.634</c:v>
                </c:pt>
                <c:pt idx="39">
                  <c:v>4.5</c:v>
                </c:pt>
                <c:pt idx="40">
                  <c:v>4.326</c:v>
                </c:pt>
                <c:pt idx="41">
                  <c:v>4.136</c:v>
                </c:pt>
                <c:pt idx="42">
                  <c:v>4.023</c:v>
                </c:pt>
                <c:pt idx="43">
                  <c:v>4</c:v>
                </c:pt>
                <c:pt idx="44">
                  <c:v>4</c:v>
                </c:pt>
                <c:pt idx="45">
                  <c:v>4</c:v>
                </c:pt>
                <c:pt idx="46">
                  <c:v>4</c:v>
                </c:pt>
                <c:pt idx="47">
                  <c:v>4</c:v>
                </c:pt>
                <c:pt idx="48">
                  <c:v>4</c:v>
                </c:pt>
                <c:pt idx="49">
                  <c:v>4</c:v>
                </c:pt>
                <c:pt idx="50">
                  <c:v>4</c:v>
                </c:pt>
                <c:pt idx="51">
                  <c:v>4</c:v>
                </c:pt>
                <c:pt idx="52">
                  <c:v>4</c:v>
                </c:pt>
                <c:pt idx="53">
                  <c:v>4</c:v>
                </c:pt>
                <c:pt idx="54">
                  <c:v>4.018</c:v>
                </c:pt>
                <c:pt idx="55">
                  <c:v>4.129</c:v>
                </c:pt>
                <c:pt idx="56">
                  <c:v>4.317</c:v>
                </c:pt>
                <c:pt idx="57">
                  <c:v>4.493</c:v>
                </c:pt>
                <c:pt idx="58">
                  <c:v>4.631</c:v>
                </c:pt>
                <c:pt idx="59">
                  <c:v>4.718</c:v>
                </c:pt>
                <c:pt idx="60">
                  <c:v>4.748</c:v>
                </c:pt>
                <c:pt idx="61">
                  <c:v>4.718</c:v>
                </c:pt>
                <c:pt idx="62">
                  <c:v>4.561</c:v>
                </c:pt>
                <c:pt idx="63">
                  <c:v>4.452</c:v>
                </c:pt>
                <c:pt idx="64">
                  <c:v>4.238</c:v>
                </c:pt>
                <c:pt idx="65">
                  <c:v>4.119</c:v>
                </c:pt>
                <c:pt idx="66">
                  <c:v>4.017</c:v>
                </c:pt>
                <c:pt idx="67">
                  <c:v>4</c:v>
                </c:pt>
                <c:pt idx="68">
                  <c:v>4</c:v>
                </c:pt>
                <c:pt idx="69">
                  <c:v>4</c:v>
                </c:pt>
                <c:pt idx="70">
                  <c:v>4</c:v>
                </c:pt>
                <c:pt idx="71">
                  <c:v>4</c:v>
                </c:pt>
                <c:pt idx="72">
                  <c:v>4</c:v>
                </c:pt>
                <c:pt idx="73">
                  <c:v>4</c:v>
                </c:pt>
                <c:pt idx="74">
                  <c:v>4</c:v>
                </c:pt>
                <c:pt idx="75">
                  <c:v>4</c:v>
                </c:pt>
                <c:pt idx="76">
                  <c:v>4</c:v>
                </c:pt>
                <c:pt idx="77">
                  <c:v>4</c:v>
                </c:pt>
                <c:pt idx="78">
                  <c:v>4.022</c:v>
                </c:pt>
                <c:pt idx="79">
                  <c:v>4.125</c:v>
                </c:pt>
                <c:pt idx="80">
                  <c:v>4.315</c:v>
                </c:pt>
                <c:pt idx="81">
                  <c:v>4.436</c:v>
                </c:pt>
                <c:pt idx="82">
                  <c:v>4.6</c:v>
                </c:pt>
                <c:pt idx="83">
                  <c:v>4.748</c:v>
                </c:pt>
                <c:pt idx="84">
                  <c:v>4.688</c:v>
                </c:pt>
                <c:pt idx="85">
                  <c:v>4.741</c:v>
                </c:pt>
                <c:pt idx="86">
                  <c:v>4.612</c:v>
                </c:pt>
                <c:pt idx="87">
                  <c:v>4.362</c:v>
                </c:pt>
                <c:pt idx="88">
                  <c:v>4.23</c:v>
                </c:pt>
                <c:pt idx="89">
                  <c:v>4.128</c:v>
                </c:pt>
                <c:pt idx="90">
                  <c:v>4.02</c:v>
                </c:pt>
                <c:pt idx="91">
                  <c:v>4</c:v>
                </c:pt>
                <c:pt idx="92">
                  <c:v>4</c:v>
                </c:pt>
                <c:pt idx="93">
                  <c:v>4</c:v>
                </c:pt>
                <c:pt idx="94">
                  <c:v>4</c:v>
                </c:pt>
                <c:pt idx="95">
                  <c:v>4</c:v>
                </c:pt>
                <c:pt idx="96">
                  <c:v>4</c:v>
                </c:pt>
                <c:pt idx="97">
                  <c:v>4</c:v>
                </c:pt>
                <c:pt idx="98">
                  <c:v>4</c:v>
                </c:pt>
                <c:pt idx="99">
                  <c:v>4</c:v>
                </c:pt>
                <c:pt idx="100">
                  <c:v>4</c:v>
                </c:pt>
                <c:pt idx="101">
                  <c:v>4</c:v>
                </c:pt>
                <c:pt idx="102">
                  <c:v>4.016</c:v>
                </c:pt>
                <c:pt idx="103">
                  <c:v>4.104</c:v>
                </c:pt>
                <c:pt idx="104">
                  <c:v>4.277</c:v>
                </c:pt>
                <c:pt idx="105">
                  <c:v>4.243</c:v>
                </c:pt>
                <c:pt idx="106">
                  <c:v>4.199</c:v>
                </c:pt>
                <c:pt idx="107">
                  <c:v>4.271</c:v>
                </c:pt>
                <c:pt idx="108">
                  <c:v>4.3</c:v>
                </c:pt>
                <c:pt idx="109">
                  <c:v>4.255</c:v>
                </c:pt>
                <c:pt idx="110">
                  <c:v>4.227</c:v>
                </c:pt>
                <c:pt idx="111">
                  <c:v>4.268</c:v>
                </c:pt>
                <c:pt idx="112">
                  <c:v>4.183</c:v>
                </c:pt>
                <c:pt idx="113">
                  <c:v>4.048</c:v>
                </c:pt>
                <c:pt idx="114">
                  <c:v>4.012</c:v>
                </c:pt>
                <c:pt idx="115">
                  <c:v>4</c:v>
                </c:pt>
                <c:pt idx="116">
                  <c:v>4</c:v>
                </c:pt>
                <c:pt idx="117">
                  <c:v>4</c:v>
                </c:pt>
                <c:pt idx="118">
                  <c:v>4</c:v>
                </c:pt>
                <c:pt idx="119">
                  <c:v>4</c:v>
                </c:pt>
                <c:pt idx="120">
                  <c:v>4</c:v>
                </c:pt>
                <c:pt idx="121">
                  <c:v>4</c:v>
                </c:pt>
                <c:pt idx="122">
                  <c:v>4</c:v>
                </c:pt>
                <c:pt idx="123">
                  <c:v>4</c:v>
                </c:pt>
                <c:pt idx="124">
                  <c:v>4</c:v>
                </c:pt>
                <c:pt idx="125">
                  <c:v>4</c:v>
                </c:pt>
                <c:pt idx="126">
                  <c:v>4.01</c:v>
                </c:pt>
                <c:pt idx="127">
                  <c:v>4.034</c:v>
                </c:pt>
                <c:pt idx="128">
                  <c:v>4.086</c:v>
                </c:pt>
                <c:pt idx="129">
                  <c:v>4.249</c:v>
                </c:pt>
                <c:pt idx="130">
                  <c:v>4.162</c:v>
                </c:pt>
                <c:pt idx="131">
                  <c:v>4.188</c:v>
                </c:pt>
                <c:pt idx="132">
                  <c:v>4.185</c:v>
                </c:pt>
                <c:pt idx="133">
                  <c:v>4.209</c:v>
                </c:pt>
                <c:pt idx="134">
                  <c:v>4.303</c:v>
                </c:pt>
                <c:pt idx="135">
                  <c:v>4.244</c:v>
                </c:pt>
                <c:pt idx="136">
                  <c:v>4.199</c:v>
                </c:pt>
                <c:pt idx="137">
                  <c:v>4.073</c:v>
                </c:pt>
                <c:pt idx="138">
                  <c:v>4.015</c:v>
                </c:pt>
                <c:pt idx="139">
                  <c:v>4</c:v>
                </c:pt>
                <c:pt idx="140">
                  <c:v>4</c:v>
                </c:pt>
                <c:pt idx="141">
                  <c:v>4</c:v>
                </c:pt>
                <c:pt idx="142">
                  <c:v>4</c:v>
                </c:pt>
                <c:pt idx="143">
                  <c:v>4</c:v>
                </c:pt>
                <c:pt idx="144">
                  <c:v>4</c:v>
                </c:pt>
                <c:pt idx="145">
                  <c:v>4</c:v>
                </c:pt>
                <c:pt idx="146">
                  <c:v>4</c:v>
                </c:pt>
                <c:pt idx="147">
                  <c:v>4</c:v>
                </c:pt>
                <c:pt idx="148">
                  <c:v>4</c:v>
                </c:pt>
                <c:pt idx="149">
                  <c:v>4</c:v>
                </c:pt>
                <c:pt idx="150">
                  <c:v>4.022</c:v>
                </c:pt>
                <c:pt idx="151">
                  <c:v>4.137</c:v>
                </c:pt>
                <c:pt idx="152">
                  <c:v>4.301</c:v>
                </c:pt>
                <c:pt idx="153">
                  <c:v>4.468</c:v>
                </c:pt>
                <c:pt idx="154">
                  <c:v>4.466</c:v>
                </c:pt>
                <c:pt idx="155">
                  <c:v>4.714</c:v>
                </c:pt>
                <c:pt idx="156">
                  <c:v>4.659</c:v>
                </c:pt>
                <c:pt idx="157">
                  <c:v>4.55</c:v>
                </c:pt>
                <c:pt idx="158">
                  <c:v>4.411</c:v>
                </c:pt>
                <c:pt idx="159">
                  <c:v>4.424</c:v>
                </c:pt>
                <c:pt idx="160">
                  <c:v>4.211</c:v>
                </c:pt>
                <c:pt idx="161">
                  <c:v>4.098</c:v>
                </c:pt>
                <c:pt idx="162">
                  <c:v>4.016</c:v>
                </c:pt>
                <c:pt idx="163">
                  <c:v>4</c:v>
                </c:pt>
                <c:pt idx="164">
                  <c:v>4</c:v>
                </c:pt>
                <c:pt idx="165">
                  <c:v>4</c:v>
                </c:pt>
                <c:pt idx="166">
                  <c:v>4</c:v>
                </c:pt>
                <c:pt idx="167">
                  <c:v>4</c:v>
                </c:pt>
                <c:pt idx="168">
                  <c:v>4</c:v>
                </c:pt>
                <c:pt idx="169">
                  <c:v>4</c:v>
                </c:pt>
                <c:pt idx="170">
                  <c:v>4</c:v>
                </c:pt>
                <c:pt idx="171">
                  <c:v>4</c:v>
                </c:pt>
                <c:pt idx="172">
                  <c:v>4</c:v>
                </c:pt>
                <c:pt idx="173">
                  <c:v>4</c:v>
                </c:pt>
                <c:pt idx="174">
                  <c:v>4.025</c:v>
                </c:pt>
                <c:pt idx="175">
                  <c:v>4.147</c:v>
                </c:pt>
                <c:pt idx="176">
                  <c:v>4.336</c:v>
                </c:pt>
                <c:pt idx="177">
                  <c:v>4.508</c:v>
                </c:pt>
                <c:pt idx="178">
                  <c:v>4.647</c:v>
                </c:pt>
                <c:pt idx="179">
                  <c:v>4.729</c:v>
                </c:pt>
                <c:pt idx="180">
                  <c:v>4.765</c:v>
                </c:pt>
                <c:pt idx="181">
                  <c:v>4.72</c:v>
                </c:pt>
                <c:pt idx="182">
                  <c:v>4.608</c:v>
                </c:pt>
                <c:pt idx="183">
                  <c:v>4.467</c:v>
                </c:pt>
                <c:pt idx="184">
                  <c:v>4.328</c:v>
                </c:pt>
                <c:pt idx="185">
                  <c:v>4.139</c:v>
                </c:pt>
                <c:pt idx="186">
                  <c:v>4.024</c:v>
                </c:pt>
                <c:pt idx="187">
                  <c:v>4</c:v>
                </c:pt>
                <c:pt idx="188">
                  <c:v>4</c:v>
                </c:pt>
                <c:pt idx="189">
                  <c:v>4</c:v>
                </c:pt>
                <c:pt idx="190">
                  <c:v>4</c:v>
                </c:pt>
                <c:pt idx="191">
                  <c:v>4</c:v>
                </c:pt>
              </c:numCache>
            </c:numRef>
          </c:val>
          <c:smooth val="0"/>
        </c:ser>
        <c:ser>
          <c:idx val="2"/>
          <c:order val="2"/>
          <c:tx>
            <c:strRef>
              <c:f>Sheet1!$D$1</c:f>
              <c:strCache>
                <c:ptCount val="1"/>
                <c:pt idx="0">
                  <c:v>s2</c:v>
                </c:pt>
              </c:strCache>
            </c:strRef>
          </c:tx>
          <c:spPr>
            <a:solidFill>
              <a:srgbClr val="5FB3A8"/>
            </a:solidFill>
            <a:ln w="9525" cap="flat">
              <a:solidFill>
                <a:srgbClr val="5FB3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FB3A8"/>
              </a:solidFill>
              <a:ln w="9525" cap="flat">
                <a:solidFill>
                  <a:srgbClr val="5FB3A8"/>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Sheet1!$D$2:$D$193</c:f>
              <c:numCache>
                <c:formatCode>General</c:formatCode>
                <c:ptCount val="192"/>
                <c:pt idx="0">
                  <c:v>3.32</c:v>
                </c:pt>
                <c:pt idx="1">
                  <c:v>3.64</c:v>
                </c:pt>
                <c:pt idx="2">
                  <c:v>3.32</c:v>
                </c:pt>
                <c:pt idx="3">
                  <c:v>3.72</c:v>
                </c:pt>
                <c:pt idx="4">
                  <c:v>3.4</c:v>
                </c:pt>
                <c:pt idx="5">
                  <c:v>3.4</c:v>
                </c:pt>
                <c:pt idx="6">
                  <c:v>3.64</c:v>
                </c:pt>
                <c:pt idx="7">
                  <c:v>3.8</c:v>
                </c:pt>
                <c:pt idx="8">
                  <c:v>3.8</c:v>
                </c:pt>
                <c:pt idx="9">
                  <c:v>3.48</c:v>
                </c:pt>
                <c:pt idx="10">
                  <c:v>3.56</c:v>
                </c:pt>
                <c:pt idx="11">
                  <c:v>3.8</c:v>
                </c:pt>
                <c:pt idx="12">
                  <c:v>3.8</c:v>
                </c:pt>
                <c:pt idx="13">
                  <c:v>3.8</c:v>
                </c:pt>
                <c:pt idx="14">
                  <c:v>3.56</c:v>
                </c:pt>
                <c:pt idx="15">
                  <c:v>3.16</c:v>
                </c:pt>
                <c:pt idx="16">
                  <c:v>3.24</c:v>
                </c:pt>
                <c:pt idx="17">
                  <c:v>3.16</c:v>
                </c:pt>
                <c:pt idx="18">
                  <c:v>3.16</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3.16</c:v>
                </c:pt>
                <c:pt idx="63">
                  <c:v>3.32</c:v>
                </c:pt>
                <c:pt idx="64">
                  <c:v>3.4</c:v>
                </c:pt>
                <c:pt idx="65">
                  <c:v>3.24</c:v>
                </c:pt>
                <c:pt idx="66">
                  <c:v>3.24</c:v>
                </c:pt>
                <c:pt idx="67">
                  <c:v>3.64</c:v>
                </c:pt>
                <c:pt idx="68">
                  <c:v>3.64</c:v>
                </c:pt>
                <c:pt idx="69">
                  <c:v>3.8</c:v>
                </c:pt>
                <c:pt idx="70">
                  <c:v>3.72</c:v>
                </c:pt>
                <c:pt idx="71">
                  <c:v>3.8</c:v>
                </c:pt>
                <c:pt idx="72">
                  <c:v>3.72</c:v>
                </c:pt>
                <c:pt idx="73">
                  <c:v>3.72</c:v>
                </c:pt>
                <c:pt idx="74">
                  <c:v>3.72</c:v>
                </c:pt>
                <c:pt idx="75">
                  <c:v>3.48</c:v>
                </c:pt>
                <c:pt idx="76">
                  <c:v>3.08</c:v>
                </c:pt>
                <c:pt idx="77">
                  <c:v>3.16</c:v>
                </c:pt>
                <c:pt idx="78">
                  <c:v>3.24</c:v>
                </c:pt>
                <c:pt idx="79">
                  <c:v>3.16</c:v>
                </c:pt>
                <c:pt idx="80">
                  <c:v>3.24</c:v>
                </c:pt>
                <c:pt idx="81">
                  <c:v>3.24</c:v>
                </c:pt>
                <c:pt idx="82">
                  <c:v>3.24</c:v>
                </c:pt>
                <c:pt idx="83">
                  <c:v>3.24</c:v>
                </c:pt>
                <c:pt idx="84">
                  <c:v>3.24</c:v>
                </c:pt>
                <c:pt idx="85">
                  <c:v>3.48</c:v>
                </c:pt>
                <c:pt idx="86">
                  <c:v>3.4</c:v>
                </c:pt>
                <c:pt idx="87">
                  <c:v>3.32</c:v>
                </c:pt>
                <c:pt idx="88">
                  <c:v>3.32</c:v>
                </c:pt>
                <c:pt idx="89">
                  <c:v>3.16</c:v>
                </c:pt>
                <c:pt idx="90">
                  <c:v>3.08</c:v>
                </c:pt>
                <c:pt idx="91">
                  <c:v>3.16</c:v>
                </c:pt>
                <c:pt idx="92">
                  <c:v>3</c:v>
                </c:pt>
                <c:pt idx="93">
                  <c:v>3.08</c:v>
                </c:pt>
                <c:pt idx="94">
                  <c:v>3.16</c:v>
                </c:pt>
                <c:pt idx="95">
                  <c:v>3.24</c:v>
                </c:pt>
                <c:pt idx="96">
                  <c:v>3.24</c:v>
                </c:pt>
                <c:pt idx="97">
                  <c:v>3.24</c:v>
                </c:pt>
                <c:pt idx="98">
                  <c:v>3.24</c:v>
                </c:pt>
                <c:pt idx="99">
                  <c:v>3.16</c:v>
                </c:pt>
                <c:pt idx="100">
                  <c:v>3.16</c:v>
                </c:pt>
                <c:pt idx="101">
                  <c:v>3.16</c:v>
                </c:pt>
                <c:pt idx="102">
                  <c:v>3.16</c:v>
                </c:pt>
                <c:pt idx="103">
                  <c:v>3.56</c:v>
                </c:pt>
                <c:pt idx="104">
                  <c:v>3.16</c:v>
                </c:pt>
                <c:pt idx="105">
                  <c:v>3.8</c:v>
                </c:pt>
                <c:pt idx="106">
                  <c:v>3.8</c:v>
                </c:pt>
                <c:pt idx="107">
                  <c:v>3.8</c:v>
                </c:pt>
                <c:pt idx="108">
                  <c:v>3.8</c:v>
                </c:pt>
                <c:pt idx="109">
                  <c:v>3.8</c:v>
                </c:pt>
                <c:pt idx="110">
                  <c:v>3.8</c:v>
                </c:pt>
                <c:pt idx="111">
                  <c:v>3.72</c:v>
                </c:pt>
                <c:pt idx="112">
                  <c:v>3.72</c:v>
                </c:pt>
                <c:pt idx="113">
                  <c:v>3.8</c:v>
                </c:pt>
                <c:pt idx="114">
                  <c:v>3.4</c:v>
                </c:pt>
                <c:pt idx="115">
                  <c:v>3.8</c:v>
                </c:pt>
                <c:pt idx="116">
                  <c:v>3.72</c:v>
                </c:pt>
                <c:pt idx="117">
                  <c:v>3.8</c:v>
                </c:pt>
                <c:pt idx="118">
                  <c:v>3.48</c:v>
                </c:pt>
                <c:pt idx="119">
                  <c:v>3.4</c:v>
                </c:pt>
                <c:pt idx="120">
                  <c:v>3.24</c:v>
                </c:pt>
                <c:pt idx="121">
                  <c:v>3.08</c:v>
                </c:pt>
                <c:pt idx="122">
                  <c:v>3.48</c:v>
                </c:pt>
                <c:pt idx="123">
                  <c:v>3.72</c:v>
                </c:pt>
                <c:pt idx="124">
                  <c:v>3.72</c:v>
                </c:pt>
                <c:pt idx="125">
                  <c:v>3.8</c:v>
                </c:pt>
                <c:pt idx="126">
                  <c:v>3.8</c:v>
                </c:pt>
                <c:pt idx="127">
                  <c:v>3.8</c:v>
                </c:pt>
                <c:pt idx="128">
                  <c:v>3.8</c:v>
                </c:pt>
                <c:pt idx="129">
                  <c:v>3.8</c:v>
                </c:pt>
                <c:pt idx="130">
                  <c:v>3.8</c:v>
                </c:pt>
                <c:pt idx="131">
                  <c:v>3.8</c:v>
                </c:pt>
                <c:pt idx="132">
                  <c:v>3.8</c:v>
                </c:pt>
                <c:pt idx="133">
                  <c:v>3.8</c:v>
                </c:pt>
                <c:pt idx="134">
                  <c:v>3.8</c:v>
                </c:pt>
                <c:pt idx="135">
                  <c:v>3.8</c:v>
                </c:pt>
                <c:pt idx="136">
                  <c:v>3.72</c:v>
                </c:pt>
                <c:pt idx="137">
                  <c:v>3.64</c:v>
                </c:pt>
                <c:pt idx="138">
                  <c:v>3.56</c:v>
                </c:pt>
                <c:pt idx="139">
                  <c:v>3.48</c:v>
                </c:pt>
                <c:pt idx="140">
                  <c:v>3.56</c:v>
                </c:pt>
                <c:pt idx="141">
                  <c:v>3.56</c:v>
                </c:pt>
                <c:pt idx="142">
                  <c:v>3.64</c:v>
                </c:pt>
                <c:pt idx="143">
                  <c:v>3.64</c:v>
                </c:pt>
                <c:pt idx="144">
                  <c:v>3.64</c:v>
                </c:pt>
                <c:pt idx="145">
                  <c:v>3.56</c:v>
                </c:pt>
                <c:pt idx="146">
                  <c:v>3.64</c:v>
                </c:pt>
                <c:pt idx="147">
                  <c:v>3.32</c:v>
                </c:pt>
                <c:pt idx="148">
                  <c:v>3.16</c:v>
                </c:pt>
                <c:pt idx="149">
                  <c:v>3.08</c:v>
                </c:pt>
                <c:pt idx="150">
                  <c:v>3</c:v>
                </c:pt>
                <c:pt idx="151">
                  <c:v>3</c:v>
                </c:pt>
                <c:pt idx="152">
                  <c:v>3.16</c:v>
                </c:pt>
                <c:pt idx="153">
                  <c:v>3.08</c:v>
                </c:pt>
                <c:pt idx="154">
                  <c:v>3.24</c:v>
                </c:pt>
                <c:pt idx="155">
                  <c:v>3.24</c:v>
                </c:pt>
                <c:pt idx="156">
                  <c:v>3.16</c:v>
                </c:pt>
                <c:pt idx="157">
                  <c:v>3.48</c:v>
                </c:pt>
                <c:pt idx="158">
                  <c:v>3.64</c:v>
                </c:pt>
                <c:pt idx="159">
                  <c:v>3.64</c:v>
                </c:pt>
                <c:pt idx="160">
                  <c:v>3.56</c:v>
                </c:pt>
                <c:pt idx="161">
                  <c:v>3.64</c:v>
                </c:pt>
                <c:pt idx="162">
                  <c:v>3.56</c:v>
                </c:pt>
                <c:pt idx="163">
                  <c:v>3.56</c:v>
                </c:pt>
                <c:pt idx="164">
                  <c:v>3.48</c:v>
                </c:pt>
                <c:pt idx="165">
                  <c:v>3.32</c:v>
                </c:pt>
                <c:pt idx="166">
                  <c:v>3.16</c:v>
                </c:pt>
                <c:pt idx="167">
                  <c:v>3</c:v>
                </c:pt>
                <c:pt idx="168">
                  <c:v>3</c:v>
                </c:pt>
                <c:pt idx="169">
                  <c:v>3</c:v>
                </c:pt>
                <c:pt idx="170">
                  <c:v>3</c:v>
                </c:pt>
                <c:pt idx="171">
                  <c:v>3</c:v>
                </c:pt>
                <c:pt idx="172">
                  <c:v>3</c:v>
                </c:pt>
                <c:pt idx="173">
                  <c:v>3</c:v>
                </c:pt>
                <c:pt idx="174">
                  <c:v>3</c:v>
                </c:pt>
                <c:pt idx="175">
                  <c:v>3</c:v>
                </c:pt>
                <c:pt idx="176">
                  <c:v>3</c:v>
                </c:pt>
                <c:pt idx="177">
                  <c:v>3</c:v>
                </c:pt>
                <c:pt idx="178">
                  <c:v>3.08</c:v>
                </c:pt>
                <c:pt idx="179">
                  <c:v>3.08</c:v>
                </c:pt>
                <c:pt idx="180">
                  <c:v>3</c:v>
                </c:pt>
                <c:pt idx="181">
                  <c:v>3.08</c:v>
                </c:pt>
                <c:pt idx="182">
                  <c:v>3.16</c:v>
                </c:pt>
                <c:pt idx="183">
                  <c:v>3.16</c:v>
                </c:pt>
                <c:pt idx="184">
                  <c:v>3</c:v>
                </c:pt>
                <c:pt idx="185">
                  <c:v>3</c:v>
                </c:pt>
                <c:pt idx="186">
                  <c:v>3</c:v>
                </c:pt>
                <c:pt idx="187">
                  <c:v>3</c:v>
                </c:pt>
                <c:pt idx="188">
                  <c:v>3</c:v>
                </c:pt>
                <c:pt idx="189">
                  <c:v>3.08</c:v>
                </c:pt>
                <c:pt idx="190">
                  <c:v>3.56</c:v>
                </c:pt>
                <c:pt idx="191">
                  <c:v>3.16</c:v>
                </c:pt>
              </c:numCache>
            </c:numRef>
          </c:val>
          <c:smooth val="0"/>
        </c:ser>
        <c:ser>
          <c:idx val="3"/>
          <c:order val="3"/>
          <c:tx>
            <c:strRef>
              <c:f>Sheet1!$E$1</c:f>
              <c:strCache>
                <c:ptCount val="1"/>
                <c:pt idx="0">
                  <c:v>s3</c:v>
                </c:pt>
              </c:strCache>
            </c:strRef>
          </c:tx>
          <c:spPr>
            <a:solidFill>
              <a:srgbClr val="8CC9C0"/>
            </a:solidFill>
            <a:ln w="9525" cap="flat">
              <a:solidFill>
                <a:srgbClr val="8CC9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C9C0"/>
              </a:solidFill>
              <a:ln w="9525" cap="flat">
                <a:solidFill>
                  <a:srgbClr val="8CC9C0"/>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Sheet1!$E$2:$E$193</c:f>
              <c:numCache>
                <c:formatCode>General</c:formatCode>
                <c:ptCount val="192"/>
                <c:pt idx="0">
                  <c:v>2.539</c:v>
                </c:pt>
                <c:pt idx="1">
                  <c:v>2.539</c:v>
                </c:pt>
                <c:pt idx="2">
                  <c:v>2.539</c:v>
                </c:pt>
                <c:pt idx="3">
                  <c:v>2.539</c:v>
                </c:pt>
                <c:pt idx="4">
                  <c:v>2.523</c:v>
                </c:pt>
                <c:pt idx="5">
                  <c:v>2.523</c:v>
                </c:pt>
                <c:pt idx="6">
                  <c:v>2.523</c:v>
                </c:pt>
                <c:pt idx="7">
                  <c:v>2.552</c:v>
                </c:pt>
                <c:pt idx="8">
                  <c:v>2.567</c:v>
                </c:pt>
                <c:pt idx="9">
                  <c:v>2.612</c:v>
                </c:pt>
                <c:pt idx="10">
                  <c:v>2.612</c:v>
                </c:pt>
                <c:pt idx="11">
                  <c:v>2.51</c:v>
                </c:pt>
                <c:pt idx="12">
                  <c:v>2.523</c:v>
                </c:pt>
                <c:pt idx="13">
                  <c:v>2.552</c:v>
                </c:pt>
                <c:pt idx="14">
                  <c:v>2.567</c:v>
                </c:pt>
                <c:pt idx="15">
                  <c:v>2.596</c:v>
                </c:pt>
                <c:pt idx="16">
                  <c:v>2.583</c:v>
                </c:pt>
                <c:pt idx="17">
                  <c:v>2.552</c:v>
                </c:pt>
                <c:pt idx="18">
                  <c:v>2.51</c:v>
                </c:pt>
                <c:pt idx="19">
                  <c:v>2.465</c:v>
                </c:pt>
                <c:pt idx="20">
                  <c:v>2.452</c:v>
                </c:pt>
                <c:pt idx="21">
                  <c:v>2.379</c:v>
                </c:pt>
                <c:pt idx="22">
                  <c:v>2.335</c:v>
                </c:pt>
                <c:pt idx="23">
                  <c:v>2.29</c:v>
                </c:pt>
                <c:pt idx="24">
                  <c:v>2.277</c:v>
                </c:pt>
                <c:pt idx="25">
                  <c:v>2.248</c:v>
                </c:pt>
                <c:pt idx="26">
                  <c:v>2.233</c:v>
                </c:pt>
                <c:pt idx="27">
                  <c:v>2.233</c:v>
                </c:pt>
                <c:pt idx="28">
                  <c:v>2.233</c:v>
                </c:pt>
                <c:pt idx="29">
                  <c:v>2.22</c:v>
                </c:pt>
                <c:pt idx="30">
                  <c:v>2.204</c:v>
                </c:pt>
                <c:pt idx="31">
                  <c:v>2.22</c:v>
                </c:pt>
                <c:pt idx="32">
                  <c:v>2.233</c:v>
                </c:pt>
                <c:pt idx="33">
                  <c:v>2.248</c:v>
                </c:pt>
                <c:pt idx="34">
                  <c:v>2.261</c:v>
                </c:pt>
                <c:pt idx="35">
                  <c:v>2.29</c:v>
                </c:pt>
                <c:pt idx="36">
                  <c:v>2.322</c:v>
                </c:pt>
                <c:pt idx="37">
                  <c:v>2.35</c:v>
                </c:pt>
                <c:pt idx="38">
                  <c:v>2.363</c:v>
                </c:pt>
                <c:pt idx="39">
                  <c:v>2.379</c:v>
                </c:pt>
                <c:pt idx="40">
                  <c:v>2.379</c:v>
                </c:pt>
                <c:pt idx="41">
                  <c:v>2.363</c:v>
                </c:pt>
                <c:pt idx="42">
                  <c:v>2.335</c:v>
                </c:pt>
                <c:pt idx="43">
                  <c:v>2.306</c:v>
                </c:pt>
                <c:pt idx="44">
                  <c:v>2.29</c:v>
                </c:pt>
                <c:pt idx="45">
                  <c:v>2.261</c:v>
                </c:pt>
                <c:pt idx="46">
                  <c:v>2.22</c:v>
                </c:pt>
                <c:pt idx="47">
                  <c:v>2.191</c:v>
                </c:pt>
                <c:pt idx="48">
                  <c:v>2.159</c:v>
                </c:pt>
                <c:pt idx="49">
                  <c:v>2.131</c:v>
                </c:pt>
                <c:pt idx="50">
                  <c:v>2.118</c:v>
                </c:pt>
                <c:pt idx="51">
                  <c:v>2.118</c:v>
                </c:pt>
                <c:pt idx="52">
                  <c:v>2.089</c:v>
                </c:pt>
                <c:pt idx="53">
                  <c:v>2.089</c:v>
                </c:pt>
                <c:pt idx="54">
                  <c:v>2.089</c:v>
                </c:pt>
                <c:pt idx="55">
                  <c:v>2.131</c:v>
                </c:pt>
                <c:pt idx="56">
                  <c:v>2.191</c:v>
                </c:pt>
                <c:pt idx="57">
                  <c:v>2.248</c:v>
                </c:pt>
                <c:pt idx="58">
                  <c:v>2.29</c:v>
                </c:pt>
                <c:pt idx="59">
                  <c:v>2.322</c:v>
                </c:pt>
                <c:pt idx="60">
                  <c:v>2.363</c:v>
                </c:pt>
                <c:pt idx="61">
                  <c:v>2.392</c:v>
                </c:pt>
                <c:pt idx="62">
                  <c:v>2.392</c:v>
                </c:pt>
                <c:pt idx="63">
                  <c:v>2.421</c:v>
                </c:pt>
                <c:pt idx="64">
                  <c:v>2.408</c:v>
                </c:pt>
                <c:pt idx="65">
                  <c:v>2.392</c:v>
                </c:pt>
                <c:pt idx="66">
                  <c:v>2.379</c:v>
                </c:pt>
                <c:pt idx="67">
                  <c:v>2.35</c:v>
                </c:pt>
                <c:pt idx="68">
                  <c:v>2.335</c:v>
                </c:pt>
                <c:pt idx="69">
                  <c:v>2.322</c:v>
                </c:pt>
                <c:pt idx="70">
                  <c:v>2.322</c:v>
                </c:pt>
                <c:pt idx="71">
                  <c:v>2.306</c:v>
                </c:pt>
                <c:pt idx="72">
                  <c:v>2.306</c:v>
                </c:pt>
                <c:pt idx="73">
                  <c:v>2.29</c:v>
                </c:pt>
                <c:pt idx="74">
                  <c:v>2.29</c:v>
                </c:pt>
                <c:pt idx="75">
                  <c:v>2.29</c:v>
                </c:pt>
                <c:pt idx="76">
                  <c:v>2.261</c:v>
                </c:pt>
                <c:pt idx="77">
                  <c:v>2.261</c:v>
                </c:pt>
                <c:pt idx="78">
                  <c:v>2.261</c:v>
                </c:pt>
                <c:pt idx="79">
                  <c:v>2.29</c:v>
                </c:pt>
                <c:pt idx="80">
                  <c:v>2.35</c:v>
                </c:pt>
                <c:pt idx="81">
                  <c:v>2.421</c:v>
                </c:pt>
                <c:pt idx="82">
                  <c:v>2.465</c:v>
                </c:pt>
                <c:pt idx="83">
                  <c:v>2.465</c:v>
                </c:pt>
                <c:pt idx="84">
                  <c:v>2.465</c:v>
                </c:pt>
                <c:pt idx="85">
                  <c:v>2.481</c:v>
                </c:pt>
                <c:pt idx="86">
                  <c:v>2.481</c:v>
                </c:pt>
                <c:pt idx="87">
                  <c:v>2.465</c:v>
                </c:pt>
                <c:pt idx="88">
                  <c:v>2.452</c:v>
                </c:pt>
                <c:pt idx="89">
                  <c:v>2.437</c:v>
                </c:pt>
                <c:pt idx="90">
                  <c:v>2.421</c:v>
                </c:pt>
                <c:pt idx="91">
                  <c:v>2.421</c:v>
                </c:pt>
                <c:pt idx="92">
                  <c:v>2.421</c:v>
                </c:pt>
                <c:pt idx="93">
                  <c:v>2.408</c:v>
                </c:pt>
                <c:pt idx="94">
                  <c:v>2.408</c:v>
                </c:pt>
                <c:pt idx="95">
                  <c:v>2.408</c:v>
                </c:pt>
                <c:pt idx="96">
                  <c:v>2.408</c:v>
                </c:pt>
                <c:pt idx="97">
                  <c:v>2.408</c:v>
                </c:pt>
                <c:pt idx="98">
                  <c:v>2.408</c:v>
                </c:pt>
                <c:pt idx="99">
                  <c:v>2.408</c:v>
                </c:pt>
                <c:pt idx="100">
                  <c:v>2.421</c:v>
                </c:pt>
                <c:pt idx="101">
                  <c:v>2.421</c:v>
                </c:pt>
                <c:pt idx="102">
                  <c:v>2.437</c:v>
                </c:pt>
                <c:pt idx="103">
                  <c:v>2.465</c:v>
                </c:pt>
                <c:pt idx="104">
                  <c:v>2.494</c:v>
                </c:pt>
                <c:pt idx="105">
                  <c:v>2.51</c:v>
                </c:pt>
                <c:pt idx="106">
                  <c:v>2.51</c:v>
                </c:pt>
                <c:pt idx="107">
                  <c:v>2.523</c:v>
                </c:pt>
                <c:pt idx="108">
                  <c:v>2.523</c:v>
                </c:pt>
                <c:pt idx="109">
                  <c:v>2.539</c:v>
                </c:pt>
                <c:pt idx="110">
                  <c:v>2.552</c:v>
                </c:pt>
                <c:pt idx="111">
                  <c:v>2.567</c:v>
                </c:pt>
                <c:pt idx="112">
                  <c:v>2.567</c:v>
                </c:pt>
                <c:pt idx="113">
                  <c:v>2.552</c:v>
                </c:pt>
                <c:pt idx="114">
                  <c:v>2.552</c:v>
                </c:pt>
                <c:pt idx="115">
                  <c:v>2.523</c:v>
                </c:pt>
                <c:pt idx="116">
                  <c:v>2.523</c:v>
                </c:pt>
                <c:pt idx="117">
                  <c:v>2.523</c:v>
                </c:pt>
                <c:pt idx="118">
                  <c:v>2.523</c:v>
                </c:pt>
                <c:pt idx="119">
                  <c:v>2.523</c:v>
                </c:pt>
                <c:pt idx="120">
                  <c:v>2.523</c:v>
                </c:pt>
                <c:pt idx="121">
                  <c:v>2.523</c:v>
                </c:pt>
                <c:pt idx="122">
                  <c:v>2.523</c:v>
                </c:pt>
                <c:pt idx="123">
                  <c:v>2.539</c:v>
                </c:pt>
                <c:pt idx="124">
                  <c:v>2.539</c:v>
                </c:pt>
                <c:pt idx="125">
                  <c:v>2.539</c:v>
                </c:pt>
                <c:pt idx="126">
                  <c:v>2.539</c:v>
                </c:pt>
                <c:pt idx="127">
                  <c:v>2.465</c:v>
                </c:pt>
                <c:pt idx="128">
                  <c:v>2.465</c:v>
                </c:pt>
                <c:pt idx="129">
                  <c:v>2.408</c:v>
                </c:pt>
                <c:pt idx="130">
                  <c:v>2.392</c:v>
                </c:pt>
                <c:pt idx="131">
                  <c:v>2.35</c:v>
                </c:pt>
                <c:pt idx="132">
                  <c:v>2.322</c:v>
                </c:pt>
                <c:pt idx="133">
                  <c:v>2.335</c:v>
                </c:pt>
                <c:pt idx="134">
                  <c:v>2.35</c:v>
                </c:pt>
                <c:pt idx="135">
                  <c:v>2.363</c:v>
                </c:pt>
                <c:pt idx="136">
                  <c:v>2.392</c:v>
                </c:pt>
                <c:pt idx="137">
                  <c:v>2.408</c:v>
                </c:pt>
                <c:pt idx="138">
                  <c:v>2.379</c:v>
                </c:pt>
                <c:pt idx="139">
                  <c:v>2.35</c:v>
                </c:pt>
                <c:pt idx="140">
                  <c:v>2.335</c:v>
                </c:pt>
                <c:pt idx="141">
                  <c:v>2.322</c:v>
                </c:pt>
                <c:pt idx="142">
                  <c:v>2.306</c:v>
                </c:pt>
                <c:pt idx="143">
                  <c:v>2.277</c:v>
                </c:pt>
                <c:pt idx="144">
                  <c:v>2.261</c:v>
                </c:pt>
                <c:pt idx="145">
                  <c:v>2.248</c:v>
                </c:pt>
                <c:pt idx="146">
                  <c:v>2.248</c:v>
                </c:pt>
                <c:pt idx="147">
                  <c:v>2.233</c:v>
                </c:pt>
                <c:pt idx="148">
                  <c:v>2.233</c:v>
                </c:pt>
                <c:pt idx="149">
                  <c:v>2.191</c:v>
                </c:pt>
                <c:pt idx="150">
                  <c:v>2.175</c:v>
                </c:pt>
                <c:pt idx="151">
                  <c:v>2.204</c:v>
                </c:pt>
                <c:pt idx="152">
                  <c:v>2.233</c:v>
                </c:pt>
                <c:pt idx="153">
                  <c:v>2.277</c:v>
                </c:pt>
                <c:pt idx="154">
                  <c:v>2.322</c:v>
                </c:pt>
                <c:pt idx="155">
                  <c:v>2.35</c:v>
                </c:pt>
                <c:pt idx="156">
                  <c:v>2.392</c:v>
                </c:pt>
                <c:pt idx="157">
                  <c:v>2.408</c:v>
                </c:pt>
                <c:pt idx="158">
                  <c:v>2.421</c:v>
                </c:pt>
                <c:pt idx="159">
                  <c:v>2.421</c:v>
                </c:pt>
                <c:pt idx="160">
                  <c:v>2.452</c:v>
                </c:pt>
                <c:pt idx="161">
                  <c:v>2.408</c:v>
                </c:pt>
                <c:pt idx="162">
                  <c:v>2.379</c:v>
                </c:pt>
                <c:pt idx="163">
                  <c:v>2.363</c:v>
                </c:pt>
                <c:pt idx="164">
                  <c:v>2.335</c:v>
                </c:pt>
                <c:pt idx="165">
                  <c:v>2.306</c:v>
                </c:pt>
                <c:pt idx="166">
                  <c:v>2.29</c:v>
                </c:pt>
                <c:pt idx="167">
                  <c:v>2.261</c:v>
                </c:pt>
                <c:pt idx="168">
                  <c:v>2.248</c:v>
                </c:pt>
                <c:pt idx="169">
                  <c:v>2.233</c:v>
                </c:pt>
                <c:pt idx="170">
                  <c:v>2.22</c:v>
                </c:pt>
                <c:pt idx="171">
                  <c:v>2.233</c:v>
                </c:pt>
                <c:pt idx="172">
                  <c:v>2.22</c:v>
                </c:pt>
                <c:pt idx="173">
                  <c:v>2.191</c:v>
                </c:pt>
                <c:pt idx="174">
                  <c:v>2.191</c:v>
                </c:pt>
                <c:pt idx="175">
                  <c:v>2.233</c:v>
                </c:pt>
                <c:pt idx="176">
                  <c:v>2.29</c:v>
                </c:pt>
                <c:pt idx="177">
                  <c:v>2.363</c:v>
                </c:pt>
                <c:pt idx="178">
                  <c:v>2.408</c:v>
                </c:pt>
                <c:pt idx="179">
                  <c:v>2.465</c:v>
                </c:pt>
                <c:pt idx="180">
                  <c:v>2.494</c:v>
                </c:pt>
                <c:pt idx="181">
                  <c:v>2.51</c:v>
                </c:pt>
                <c:pt idx="182">
                  <c:v>2.51</c:v>
                </c:pt>
                <c:pt idx="183">
                  <c:v>2.51</c:v>
                </c:pt>
                <c:pt idx="184">
                  <c:v>2.494</c:v>
                </c:pt>
                <c:pt idx="185">
                  <c:v>2.465</c:v>
                </c:pt>
                <c:pt idx="186">
                  <c:v>2.452</c:v>
                </c:pt>
                <c:pt idx="187">
                  <c:v>2.421</c:v>
                </c:pt>
                <c:pt idx="188">
                  <c:v>2.392</c:v>
                </c:pt>
                <c:pt idx="189">
                  <c:v>2.392</c:v>
                </c:pt>
                <c:pt idx="190">
                  <c:v>2.379</c:v>
                </c:pt>
                <c:pt idx="191">
                  <c:v>2.35</c:v>
                </c:pt>
              </c:numCache>
            </c:numRef>
          </c:val>
          <c:smooth val="0"/>
        </c:ser>
        <c:ser>
          <c:idx val="4"/>
          <c:order val="4"/>
          <c:tx>
            <c:strRef>
              <c:f>Sheet1!$F$1</c:f>
              <c:strCache>
                <c:ptCount val="1"/>
                <c:pt idx="0">
                  <c:v>s4</c:v>
                </c:pt>
              </c:strCache>
            </c:strRef>
          </c:tx>
          <c:spPr>
            <a:solidFill>
              <a:srgbClr val="3B7F76"/>
            </a:solidFill>
            <a:ln w="9525" cap="flat">
              <a:solidFill>
                <a:srgbClr val="3B7F7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7F76"/>
              </a:solidFill>
              <a:ln w="9525" cap="flat">
                <a:solidFill>
                  <a:srgbClr val="3B7F76"/>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Sheet1!$F$2:$F$193</c:f>
              <c:numCache>
                <c:formatCode>General</c:formatCode>
                <c:ptCount val="192"/>
                <c:pt idx="0">
                  <c:v>1.7</c:v>
                </c:pt>
                <c:pt idx="1">
                  <c:v>1.7</c:v>
                </c:pt>
                <c:pt idx="2">
                  <c:v>1.67</c:v>
                </c:pt>
                <c:pt idx="3">
                  <c:v>1.7</c:v>
                </c:pt>
                <c:pt idx="4">
                  <c:v>1.7</c:v>
                </c:pt>
                <c:pt idx="5">
                  <c:v>1.74</c:v>
                </c:pt>
                <c:pt idx="6">
                  <c:v>1.74</c:v>
                </c:pt>
                <c:pt idx="7">
                  <c:v>1.68</c:v>
                </c:pt>
                <c:pt idx="8">
                  <c:v>1.68</c:v>
                </c:pt>
                <c:pt idx="9">
                  <c:v>1.59</c:v>
                </c:pt>
                <c:pt idx="10">
                  <c:v>1.57</c:v>
                </c:pt>
                <c:pt idx="11">
                  <c:v>1.67</c:v>
                </c:pt>
                <c:pt idx="12">
                  <c:v>1.54</c:v>
                </c:pt>
                <c:pt idx="13">
                  <c:v>1.44</c:v>
                </c:pt>
                <c:pt idx="14">
                  <c:v>1.32</c:v>
                </c:pt>
                <c:pt idx="15">
                  <c:v>1.24</c:v>
                </c:pt>
                <c:pt idx="16">
                  <c:v>1.21</c:v>
                </c:pt>
                <c:pt idx="17">
                  <c:v>1.15</c:v>
                </c:pt>
                <c:pt idx="18">
                  <c:v>1.13</c:v>
                </c:pt>
                <c:pt idx="19">
                  <c:v>1.16</c:v>
                </c:pt>
                <c:pt idx="20">
                  <c:v>1.21</c:v>
                </c:pt>
                <c:pt idx="21">
                  <c:v>1.23</c:v>
                </c:pt>
                <c:pt idx="22">
                  <c:v>1.34</c:v>
                </c:pt>
                <c:pt idx="23">
                  <c:v>1.36</c:v>
                </c:pt>
                <c:pt idx="24">
                  <c:v>1.38</c:v>
                </c:pt>
                <c:pt idx="25">
                  <c:v>1.44</c:v>
                </c:pt>
                <c:pt idx="26">
                  <c:v>1.44</c:v>
                </c:pt>
                <c:pt idx="27">
                  <c:v>1.44</c:v>
                </c:pt>
                <c:pt idx="28">
                  <c:v>1.44</c:v>
                </c:pt>
                <c:pt idx="29">
                  <c:v>1.44</c:v>
                </c:pt>
                <c:pt idx="30">
                  <c:v>1.44</c:v>
                </c:pt>
                <c:pt idx="31">
                  <c:v>1.23</c:v>
                </c:pt>
                <c:pt idx="32">
                  <c:v>1.18</c:v>
                </c:pt>
                <c:pt idx="33">
                  <c:v>1.19</c:v>
                </c:pt>
                <c:pt idx="34">
                  <c:v>1.19</c:v>
                </c:pt>
                <c:pt idx="35">
                  <c:v>1.12</c:v>
                </c:pt>
                <c:pt idx="36">
                  <c:v>1.15</c:v>
                </c:pt>
                <c:pt idx="37">
                  <c:v>1.11</c:v>
                </c:pt>
                <c:pt idx="38">
                  <c:v>1.1</c:v>
                </c:pt>
                <c:pt idx="39">
                  <c:v>1.09</c:v>
                </c:pt>
                <c:pt idx="40">
                  <c:v>1.14</c:v>
                </c:pt>
                <c:pt idx="41">
                  <c:v>1.13</c:v>
                </c:pt>
                <c:pt idx="42">
                  <c:v>1.15</c:v>
                </c:pt>
                <c:pt idx="43">
                  <c:v>1.18</c:v>
                </c:pt>
                <c:pt idx="44">
                  <c:v>1.21</c:v>
                </c:pt>
                <c:pt idx="45">
                  <c:v>1.31</c:v>
                </c:pt>
                <c:pt idx="46">
                  <c:v>1.29</c:v>
                </c:pt>
                <c:pt idx="47">
                  <c:v>1.3</c:v>
                </c:pt>
                <c:pt idx="48">
                  <c:v>1.34</c:v>
                </c:pt>
                <c:pt idx="49">
                  <c:v>1.41</c:v>
                </c:pt>
                <c:pt idx="50">
                  <c:v>1.46</c:v>
                </c:pt>
                <c:pt idx="51">
                  <c:v>1.46</c:v>
                </c:pt>
                <c:pt idx="52">
                  <c:v>1.51</c:v>
                </c:pt>
                <c:pt idx="53">
                  <c:v>1.51</c:v>
                </c:pt>
                <c:pt idx="54">
                  <c:v>1.48</c:v>
                </c:pt>
                <c:pt idx="55">
                  <c:v>1.38</c:v>
                </c:pt>
                <c:pt idx="56">
                  <c:v>1.23</c:v>
                </c:pt>
                <c:pt idx="57">
                  <c:v>1.09</c:v>
                </c:pt>
                <c:pt idx="58">
                  <c:v>1.06</c:v>
                </c:pt>
                <c:pt idx="59">
                  <c:v>1.1</c:v>
                </c:pt>
                <c:pt idx="60">
                  <c:v>1.04</c:v>
                </c:pt>
                <c:pt idx="61">
                  <c:v>1.03</c:v>
                </c:pt>
                <c:pt idx="62">
                  <c:v>1.05</c:v>
                </c:pt>
                <c:pt idx="63">
                  <c:v>1.07</c:v>
                </c:pt>
                <c:pt idx="64">
                  <c:v>1.08</c:v>
                </c:pt>
                <c:pt idx="65">
                  <c:v>1.08</c:v>
                </c:pt>
                <c:pt idx="66">
                  <c:v>1.12</c:v>
                </c:pt>
                <c:pt idx="67">
                  <c:v>1.15</c:v>
                </c:pt>
                <c:pt idx="68">
                  <c:v>1.17</c:v>
                </c:pt>
                <c:pt idx="69">
                  <c:v>1.19</c:v>
                </c:pt>
                <c:pt idx="70">
                  <c:v>1.19</c:v>
                </c:pt>
                <c:pt idx="71">
                  <c:v>1.32</c:v>
                </c:pt>
                <c:pt idx="72">
                  <c:v>1.36</c:v>
                </c:pt>
                <c:pt idx="73">
                  <c:v>1.36</c:v>
                </c:pt>
                <c:pt idx="74">
                  <c:v>1.33</c:v>
                </c:pt>
                <c:pt idx="75">
                  <c:v>1.31</c:v>
                </c:pt>
                <c:pt idx="76">
                  <c:v>1.35</c:v>
                </c:pt>
                <c:pt idx="77">
                  <c:v>1.35</c:v>
                </c:pt>
                <c:pt idx="78">
                  <c:v>1.33</c:v>
                </c:pt>
                <c:pt idx="79">
                  <c:v>1.12</c:v>
                </c:pt>
                <c:pt idx="80">
                  <c:v>1.21</c:v>
                </c:pt>
                <c:pt idx="81">
                  <c:v>1.15</c:v>
                </c:pt>
                <c:pt idx="82">
                  <c:v>1.29</c:v>
                </c:pt>
                <c:pt idx="83">
                  <c:v>1.31</c:v>
                </c:pt>
                <c:pt idx="84">
                  <c:v>1.31</c:v>
                </c:pt>
                <c:pt idx="85">
                  <c:v>1.28</c:v>
                </c:pt>
                <c:pt idx="86">
                  <c:v>1.28</c:v>
                </c:pt>
                <c:pt idx="87">
                  <c:v>1.29</c:v>
                </c:pt>
                <c:pt idx="88">
                  <c:v>1.35</c:v>
                </c:pt>
                <c:pt idx="89">
                  <c:v>1.35</c:v>
                </c:pt>
                <c:pt idx="90">
                  <c:v>1.37</c:v>
                </c:pt>
                <c:pt idx="91">
                  <c:v>1.37</c:v>
                </c:pt>
                <c:pt idx="92">
                  <c:v>1.37</c:v>
                </c:pt>
                <c:pt idx="93">
                  <c:v>1.41</c:v>
                </c:pt>
                <c:pt idx="94">
                  <c:v>1.43</c:v>
                </c:pt>
                <c:pt idx="95">
                  <c:v>1.45</c:v>
                </c:pt>
                <c:pt idx="96">
                  <c:v>1.48</c:v>
                </c:pt>
                <c:pt idx="97">
                  <c:v>1.5</c:v>
                </c:pt>
                <c:pt idx="98">
                  <c:v>1.5</c:v>
                </c:pt>
                <c:pt idx="99">
                  <c:v>1.5</c:v>
                </c:pt>
                <c:pt idx="100">
                  <c:v>1.48</c:v>
                </c:pt>
                <c:pt idx="101">
                  <c:v>1.48</c:v>
                </c:pt>
                <c:pt idx="102">
                  <c:v>1.48</c:v>
                </c:pt>
                <c:pt idx="103">
                  <c:v>1.48</c:v>
                </c:pt>
                <c:pt idx="104">
                  <c:v>1.44</c:v>
                </c:pt>
                <c:pt idx="105">
                  <c:v>1.46</c:v>
                </c:pt>
                <c:pt idx="106">
                  <c:v>1.51</c:v>
                </c:pt>
                <c:pt idx="107">
                  <c:v>1.51</c:v>
                </c:pt>
                <c:pt idx="108">
                  <c:v>1.54</c:v>
                </c:pt>
                <c:pt idx="109">
                  <c:v>1.54</c:v>
                </c:pt>
                <c:pt idx="110">
                  <c:v>1.54</c:v>
                </c:pt>
                <c:pt idx="111">
                  <c:v>1.56</c:v>
                </c:pt>
                <c:pt idx="112">
                  <c:v>1.56</c:v>
                </c:pt>
                <c:pt idx="113">
                  <c:v>1.62</c:v>
                </c:pt>
                <c:pt idx="114">
                  <c:v>1.59</c:v>
                </c:pt>
                <c:pt idx="115">
                  <c:v>1.67</c:v>
                </c:pt>
                <c:pt idx="116">
                  <c:v>1.67</c:v>
                </c:pt>
                <c:pt idx="117">
                  <c:v>1.7</c:v>
                </c:pt>
                <c:pt idx="118">
                  <c:v>1.7</c:v>
                </c:pt>
                <c:pt idx="119">
                  <c:v>1.7</c:v>
                </c:pt>
                <c:pt idx="120">
                  <c:v>1.7</c:v>
                </c:pt>
                <c:pt idx="121">
                  <c:v>1.7</c:v>
                </c:pt>
                <c:pt idx="122">
                  <c:v>1.7</c:v>
                </c:pt>
                <c:pt idx="123">
                  <c:v>1.67</c:v>
                </c:pt>
                <c:pt idx="124">
                  <c:v>1.67</c:v>
                </c:pt>
                <c:pt idx="125">
                  <c:v>1.67</c:v>
                </c:pt>
                <c:pt idx="126">
                  <c:v>1.67</c:v>
                </c:pt>
                <c:pt idx="127">
                  <c:v>1.77</c:v>
                </c:pt>
                <c:pt idx="128">
                  <c:v>1.73</c:v>
                </c:pt>
                <c:pt idx="129">
                  <c:v>1.67</c:v>
                </c:pt>
                <c:pt idx="130">
                  <c:v>1.7</c:v>
                </c:pt>
                <c:pt idx="131">
                  <c:v>1.77</c:v>
                </c:pt>
                <c:pt idx="132">
                  <c:v>1.73</c:v>
                </c:pt>
                <c:pt idx="133">
                  <c:v>1.61</c:v>
                </c:pt>
                <c:pt idx="134">
                  <c:v>1.61</c:v>
                </c:pt>
                <c:pt idx="135">
                  <c:v>1.58</c:v>
                </c:pt>
                <c:pt idx="136">
                  <c:v>1.53</c:v>
                </c:pt>
                <c:pt idx="137">
                  <c:v>1.45</c:v>
                </c:pt>
                <c:pt idx="138">
                  <c:v>1.45</c:v>
                </c:pt>
                <c:pt idx="139">
                  <c:v>1.5</c:v>
                </c:pt>
                <c:pt idx="140">
                  <c:v>1.52</c:v>
                </c:pt>
                <c:pt idx="141">
                  <c:v>1.5</c:v>
                </c:pt>
                <c:pt idx="142">
                  <c:v>1.5</c:v>
                </c:pt>
                <c:pt idx="143">
                  <c:v>1.58</c:v>
                </c:pt>
                <c:pt idx="144">
                  <c:v>1.47</c:v>
                </c:pt>
                <c:pt idx="145">
                  <c:v>1.49</c:v>
                </c:pt>
                <c:pt idx="146">
                  <c:v>1.47</c:v>
                </c:pt>
                <c:pt idx="147">
                  <c:v>1.49</c:v>
                </c:pt>
                <c:pt idx="148">
                  <c:v>1.47</c:v>
                </c:pt>
                <c:pt idx="149">
                  <c:v>1.57</c:v>
                </c:pt>
                <c:pt idx="150">
                  <c:v>1.6</c:v>
                </c:pt>
                <c:pt idx="151">
                  <c:v>1.54</c:v>
                </c:pt>
                <c:pt idx="152">
                  <c:v>1.44</c:v>
                </c:pt>
                <c:pt idx="153">
                  <c:v>1.35</c:v>
                </c:pt>
                <c:pt idx="154">
                  <c:v>1.24</c:v>
                </c:pt>
                <c:pt idx="155">
                  <c:v>1.21</c:v>
                </c:pt>
                <c:pt idx="156">
                  <c:v>1.16</c:v>
                </c:pt>
                <c:pt idx="157">
                  <c:v>1.14</c:v>
                </c:pt>
                <c:pt idx="158">
                  <c:v>1.08</c:v>
                </c:pt>
                <c:pt idx="159">
                  <c:v>1.08</c:v>
                </c:pt>
                <c:pt idx="160">
                  <c:v>1.12</c:v>
                </c:pt>
                <c:pt idx="161">
                  <c:v>1.25</c:v>
                </c:pt>
                <c:pt idx="162">
                  <c:v>1.28</c:v>
                </c:pt>
                <c:pt idx="163">
                  <c:v>1.32</c:v>
                </c:pt>
                <c:pt idx="164">
                  <c:v>1.4</c:v>
                </c:pt>
                <c:pt idx="165">
                  <c:v>1.36</c:v>
                </c:pt>
                <c:pt idx="166">
                  <c:v>1.38</c:v>
                </c:pt>
                <c:pt idx="167">
                  <c:v>1.42</c:v>
                </c:pt>
                <c:pt idx="168">
                  <c:v>1.44</c:v>
                </c:pt>
                <c:pt idx="169">
                  <c:v>1.49</c:v>
                </c:pt>
                <c:pt idx="170">
                  <c:v>1.54</c:v>
                </c:pt>
                <c:pt idx="171">
                  <c:v>1.52</c:v>
                </c:pt>
                <c:pt idx="172">
                  <c:v>1.54</c:v>
                </c:pt>
                <c:pt idx="173">
                  <c:v>1.6</c:v>
                </c:pt>
                <c:pt idx="174">
                  <c:v>1.54</c:v>
                </c:pt>
                <c:pt idx="175">
                  <c:v>1.55</c:v>
                </c:pt>
                <c:pt idx="176">
                  <c:v>1.47</c:v>
                </c:pt>
                <c:pt idx="177">
                  <c:v>1.36</c:v>
                </c:pt>
                <c:pt idx="178">
                  <c:v>1.27</c:v>
                </c:pt>
                <c:pt idx="179">
                  <c:v>1.19</c:v>
                </c:pt>
                <c:pt idx="180">
                  <c:v>1.18</c:v>
                </c:pt>
                <c:pt idx="181">
                  <c:v>1.21</c:v>
                </c:pt>
                <c:pt idx="182">
                  <c:v>1.23</c:v>
                </c:pt>
                <c:pt idx="183">
                  <c:v>1.26</c:v>
                </c:pt>
                <c:pt idx="184">
                  <c:v>1.31</c:v>
                </c:pt>
                <c:pt idx="185">
                  <c:v>1.37</c:v>
                </c:pt>
                <c:pt idx="186">
                  <c:v>1.37</c:v>
                </c:pt>
                <c:pt idx="187">
                  <c:v>1.41</c:v>
                </c:pt>
                <c:pt idx="188">
                  <c:v>1.5</c:v>
                </c:pt>
                <c:pt idx="189">
                  <c:v>1.45</c:v>
                </c:pt>
                <c:pt idx="190">
                  <c:v>1.48</c:v>
                </c:pt>
                <c:pt idx="191">
                  <c:v>1.53</c:v>
                </c:pt>
              </c:numCache>
            </c:numRef>
          </c:val>
          <c:smooth val="0"/>
        </c:ser>
        <c:ser>
          <c:idx val="5"/>
          <c:order val="5"/>
          <c:tx>
            <c:strRef>
              <c:f>Sheet1!$G$1</c:f>
              <c:strCache>
                <c:ptCount val="1"/>
                <c:pt idx="0">
                  <c:v>s5</c:v>
                </c:pt>
              </c:strCache>
            </c:strRef>
          </c:tx>
          <c:spPr>
            <a:solidFill>
              <a:srgbClr val="B5DDD7"/>
            </a:solidFill>
            <a:ln w="9525" cap="flat">
              <a:solidFill>
                <a:srgbClr val="B5DDD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5DDD7"/>
              </a:solidFill>
              <a:ln w="9525" cap="flat">
                <a:solidFill>
                  <a:srgbClr val="B5DDD7"/>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Sheet1!$G$2:$G$193</c:f>
              <c:numCache>
                <c:formatCode>General</c:formatCode>
                <c:ptCount val="192"/>
                <c:pt idx="0">
                  <c:v>0.386</c:v>
                </c:pt>
                <c:pt idx="1">
                  <c:v>0.328</c:v>
                </c:pt>
                <c:pt idx="2">
                  <c:v>0.328</c:v>
                </c:pt>
                <c:pt idx="3">
                  <c:v>0.328</c:v>
                </c:pt>
                <c:pt idx="4">
                  <c:v>0.357</c:v>
                </c:pt>
                <c:pt idx="5">
                  <c:v>0.357</c:v>
                </c:pt>
                <c:pt idx="6">
                  <c:v>0.357</c:v>
                </c:pt>
                <c:pt idx="7">
                  <c:v>0.472</c:v>
                </c:pt>
                <c:pt idx="8">
                  <c:v>0.506</c:v>
                </c:pt>
                <c:pt idx="9">
                  <c:v>0.65</c:v>
                </c:pt>
                <c:pt idx="10">
                  <c:v>0.593</c:v>
                </c:pt>
                <c:pt idx="11">
                  <c:v>0.506</c:v>
                </c:pt>
                <c:pt idx="12">
                  <c:v>0.443</c:v>
                </c:pt>
                <c:pt idx="13">
                  <c:v>0.443</c:v>
                </c:pt>
                <c:pt idx="14">
                  <c:v>0.265</c:v>
                </c:pt>
                <c:pt idx="15">
                  <c:v>0.357</c:v>
                </c:pt>
                <c:pt idx="16">
                  <c:v>0.472</c:v>
                </c:pt>
                <c:pt idx="17">
                  <c:v>0.386</c:v>
                </c:pt>
                <c:pt idx="18">
                  <c:v>0.386</c:v>
                </c:pt>
                <c:pt idx="19">
                  <c:v>0.328</c:v>
                </c:pt>
                <c:pt idx="20">
                  <c:v>0.386</c:v>
                </c:pt>
                <c:pt idx="21">
                  <c:v>0.386</c:v>
                </c:pt>
                <c:pt idx="22">
                  <c:v>0.443</c:v>
                </c:pt>
                <c:pt idx="23">
                  <c:v>0.414</c:v>
                </c:pt>
                <c:pt idx="24">
                  <c:v>0.472</c:v>
                </c:pt>
                <c:pt idx="25">
                  <c:v>0.443</c:v>
                </c:pt>
                <c:pt idx="26">
                  <c:v>0.472</c:v>
                </c:pt>
                <c:pt idx="27">
                  <c:v>0.443</c:v>
                </c:pt>
                <c:pt idx="28">
                  <c:v>0.443</c:v>
                </c:pt>
                <c:pt idx="29">
                  <c:v>0.414</c:v>
                </c:pt>
                <c:pt idx="30">
                  <c:v>0.386</c:v>
                </c:pt>
                <c:pt idx="31">
                  <c:v>0.472</c:v>
                </c:pt>
                <c:pt idx="32">
                  <c:v>0.472</c:v>
                </c:pt>
                <c:pt idx="33">
                  <c:v>0.414</c:v>
                </c:pt>
                <c:pt idx="34">
                  <c:v>0.299</c:v>
                </c:pt>
                <c:pt idx="35">
                  <c:v>0.472</c:v>
                </c:pt>
                <c:pt idx="36">
                  <c:v>0.414</c:v>
                </c:pt>
                <c:pt idx="37">
                  <c:v>0.386</c:v>
                </c:pt>
                <c:pt idx="38">
                  <c:v>0.265</c:v>
                </c:pt>
                <c:pt idx="39">
                  <c:v>0.357</c:v>
                </c:pt>
                <c:pt idx="40">
                  <c:v>0.443</c:v>
                </c:pt>
                <c:pt idx="41">
                  <c:v>0.328</c:v>
                </c:pt>
                <c:pt idx="42">
                  <c:v>0.236</c:v>
                </c:pt>
                <c:pt idx="43">
                  <c:v>0.207</c:v>
                </c:pt>
                <c:pt idx="44">
                  <c:v>0.178</c:v>
                </c:pt>
                <c:pt idx="45">
                  <c:v>0.207</c:v>
                </c:pt>
                <c:pt idx="46">
                  <c:v>0.328</c:v>
                </c:pt>
                <c:pt idx="47">
                  <c:v>0.386</c:v>
                </c:pt>
                <c:pt idx="48">
                  <c:v>0.414</c:v>
                </c:pt>
                <c:pt idx="49">
                  <c:v>0.414</c:v>
                </c:pt>
                <c:pt idx="50">
                  <c:v>0.328</c:v>
                </c:pt>
                <c:pt idx="51">
                  <c:v>0.265</c:v>
                </c:pt>
                <c:pt idx="52">
                  <c:v>0.265</c:v>
                </c:pt>
                <c:pt idx="53">
                  <c:v>0.357</c:v>
                </c:pt>
                <c:pt idx="54">
                  <c:v>0.178</c:v>
                </c:pt>
                <c:pt idx="55">
                  <c:v>0.265</c:v>
                </c:pt>
                <c:pt idx="56">
                  <c:v>0.357</c:v>
                </c:pt>
                <c:pt idx="57">
                  <c:v>0.328</c:v>
                </c:pt>
                <c:pt idx="58">
                  <c:v>0.328</c:v>
                </c:pt>
                <c:pt idx="59">
                  <c:v>0.386</c:v>
                </c:pt>
                <c:pt idx="60">
                  <c:v>0.178</c:v>
                </c:pt>
                <c:pt idx="61">
                  <c:v>0.207</c:v>
                </c:pt>
                <c:pt idx="62">
                  <c:v>0.299</c:v>
                </c:pt>
                <c:pt idx="63">
                  <c:v>0.299</c:v>
                </c:pt>
                <c:pt idx="64">
                  <c:v>0.265</c:v>
                </c:pt>
                <c:pt idx="65">
                  <c:v>0.15</c:v>
                </c:pt>
                <c:pt idx="66">
                  <c:v>0.207</c:v>
                </c:pt>
                <c:pt idx="67">
                  <c:v>0.299</c:v>
                </c:pt>
                <c:pt idx="68">
                  <c:v>0.265</c:v>
                </c:pt>
                <c:pt idx="69">
                  <c:v>0.207</c:v>
                </c:pt>
                <c:pt idx="70">
                  <c:v>0.265</c:v>
                </c:pt>
                <c:pt idx="71">
                  <c:v>0.178</c:v>
                </c:pt>
                <c:pt idx="72">
                  <c:v>0.15</c:v>
                </c:pt>
                <c:pt idx="73">
                  <c:v>0.207</c:v>
                </c:pt>
                <c:pt idx="74">
                  <c:v>0.15</c:v>
                </c:pt>
                <c:pt idx="75">
                  <c:v>0.236</c:v>
                </c:pt>
                <c:pt idx="76">
                  <c:v>0.265</c:v>
                </c:pt>
                <c:pt idx="77">
                  <c:v>0.265</c:v>
                </c:pt>
                <c:pt idx="78">
                  <c:v>0.207</c:v>
                </c:pt>
                <c:pt idx="79">
                  <c:v>0.265</c:v>
                </c:pt>
                <c:pt idx="80">
                  <c:v>0.299</c:v>
                </c:pt>
                <c:pt idx="81">
                  <c:v>0.443</c:v>
                </c:pt>
                <c:pt idx="82">
                  <c:v>0.357</c:v>
                </c:pt>
                <c:pt idx="83">
                  <c:v>0.357</c:v>
                </c:pt>
                <c:pt idx="84">
                  <c:v>0.265</c:v>
                </c:pt>
                <c:pt idx="85">
                  <c:v>0.299</c:v>
                </c:pt>
                <c:pt idx="86">
                  <c:v>0.328</c:v>
                </c:pt>
                <c:pt idx="87">
                  <c:v>0.299</c:v>
                </c:pt>
                <c:pt idx="88">
                  <c:v>0.357</c:v>
                </c:pt>
                <c:pt idx="89">
                  <c:v>0.328</c:v>
                </c:pt>
                <c:pt idx="90">
                  <c:v>0.236</c:v>
                </c:pt>
                <c:pt idx="91">
                  <c:v>0.265</c:v>
                </c:pt>
                <c:pt idx="92">
                  <c:v>0.299</c:v>
                </c:pt>
                <c:pt idx="93">
                  <c:v>0.299</c:v>
                </c:pt>
                <c:pt idx="94">
                  <c:v>0.299</c:v>
                </c:pt>
                <c:pt idx="95">
                  <c:v>0.328</c:v>
                </c:pt>
                <c:pt idx="96">
                  <c:v>0.299</c:v>
                </c:pt>
                <c:pt idx="97">
                  <c:v>0.299</c:v>
                </c:pt>
                <c:pt idx="98">
                  <c:v>0.328</c:v>
                </c:pt>
                <c:pt idx="99">
                  <c:v>0.386</c:v>
                </c:pt>
                <c:pt idx="100">
                  <c:v>0.414</c:v>
                </c:pt>
                <c:pt idx="101">
                  <c:v>0.414</c:v>
                </c:pt>
                <c:pt idx="102">
                  <c:v>0.414</c:v>
                </c:pt>
                <c:pt idx="103">
                  <c:v>0.386</c:v>
                </c:pt>
                <c:pt idx="104">
                  <c:v>0.443</c:v>
                </c:pt>
                <c:pt idx="105">
                  <c:v>0.386</c:v>
                </c:pt>
                <c:pt idx="106">
                  <c:v>0.357</c:v>
                </c:pt>
                <c:pt idx="107">
                  <c:v>0.506</c:v>
                </c:pt>
                <c:pt idx="108">
                  <c:v>0.506</c:v>
                </c:pt>
                <c:pt idx="109">
                  <c:v>0.506</c:v>
                </c:pt>
                <c:pt idx="110">
                  <c:v>0.472</c:v>
                </c:pt>
                <c:pt idx="111">
                  <c:v>0.386</c:v>
                </c:pt>
                <c:pt idx="112">
                  <c:v>0.357</c:v>
                </c:pt>
                <c:pt idx="113">
                  <c:v>0.357</c:v>
                </c:pt>
                <c:pt idx="114">
                  <c:v>0.357</c:v>
                </c:pt>
                <c:pt idx="115">
                  <c:v>0.265</c:v>
                </c:pt>
                <c:pt idx="116">
                  <c:v>0.357</c:v>
                </c:pt>
                <c:pt idx="117">
                  <c:v>0.386</c:v>
                </c:pt>
                <c:pt idx="118">
                  <c:v>0.386</c:v>
                </c:pt>
                <c:pt idx="119">
                  <c:v>0.386</c:v>
                </c:pt>
                <c:pt idx="120">
                  <c:v>0.443</c:v>
                </c:pt>
                <c:pt idx="121">
                  <c:v>0.443</c:v>
                </c:pt>
                <c:pt idx="122">
                  <c:v>0.443</c:v>
                </c:pt>
                <c:pt idx="123">
                  <c:v>0.414</c:v>
                </c:pt>
                <c:pt idx="124">
                  <c:v>0.443</c:v>
                </c:pt>
                <c:pt idx="125">
                  <c:v>0.357</c:v>
                </c:pt>
                <c:pt idx="126">
                  <c:v>0.357</c:v>
                </c:pt>
                <c:pt idx="127">
                  <c:v>0.472</c:v>
                </c:pt>
                <c:pt idx="128">
                  <c:v>0.472</c:v>
                </c:pt>
                <c:pt idx="129">
                  <c:v>0.472</c:v>
                </c:pt>
                <c:pt idx="130">
                  <c:v>0.357</c:v>
                </c:pt>
                <c:pt idx="131">
                  <c:v>0.443</c:v>
                </c:pt>
                <c:pt idx="132">
                  <c:v>0.414</c:v>
                </c:pt>
                <c:pt idx="133">
                  <c:v>0.472</c:v>
                </c:pt>
                <c:pt idx="134">
                  <c:v>0.357</c:v>
                </c:pt>
                <c:pt idx="135">
                  <c:v>0.299</c:v>
                </c:pt>
                <c:pt idx="136">
                  <c:v>0.265</c:v>
                </c:pt>
                <c:pt idx="137">
                  <c:v>0.328</c:v>
                </c:pt>
                <c:pt idx="138">
                  <c:v>0.236</c:v>
                </c:pt>
                <c:pt idx="139">
                  <c:v>0.299</c:v>
                </c:pt>
                <c:pt idx="140">
                  <c:v>0.386</c:v>
                </c:pt>
                <c:pt idx="141">
                  <c:v>0.265</c:v>
                </c:pt>
                <c:pt idx="142">
                  <c:v>0.265</c:v>
                </c:pt>
                <c:pt idx="143">
                  <c:v>0.328</c:v>
                </c:pt>
                <c:pt idx="144">
                  <c:v>0.357</c:v>
                </c:pt>
                <c:pt idx="145">
                  <c:v>0.328</c:v>
                </c:pt>
                <c:pt idx="146">
                  <c:v>0.328</c:v>
                </c:pt>
                <c:pt idx="147">
                  <c:v>0.299</c:v>
                </c:pt>
                <c:pt idx="148">
                  <c:v>0.299</c:v>
                </c:pt>
                <c:pt idx="149">
                  <c:v>0.236</c:v>
                </c:pt>
                <c:pt idx="150">
                  <c:v>0.178</c:v>
                </c:pt>
                <c:pt idx="151">
                  <c:v>0.207</c:v>
                </c:pt>
                <c:pt idx="152">
                  <c:v>0.328</c:v>
                </c:pt>
                <c:pt idx="153">
                  <c:v>0.386</c:v>
                </c:pt>
                <c:pt idx="154">
                  <c:v>0.299</c:v>
                </c:pt>
                <c:pt idx="155">
                  <c:v>0.386</c:v>
                </c:pt>
                <c:pt idx="156">
                  <c:v>0.357</c:v>
                </c:pt>
                <c:pt idx="157">
                  <c:v>0.236</c:v>
                </c:pt>
                <c:pt idx="158">
                  <c:v>0.265</c:v>
                </c:pt>
                <c:pt idx="159">
                  <c:v>0.265</c:v>
                </c:pt>
                <c:pt idx="160">
                  <c:v>0.207</c:v>
                </c:pt>
                <c:pt idx="161">
                  <c:v>0.236</c:v>
                </c:pt>
                <c:pt idx="162">
                  <c:v>0.236</c:v>
                </c:pt>
                <c:pt idx="163">
                  <c:v>0.178</c:v>
                </c:pt>
                <c:pt idx="164">
                  <c:v>0.178</c:v>
                </c:pt>
                <c:pt idx="165">
                  <c:v>0.207</c:v>
                </c:pt>
                <c:pt idx="166">
                  <c:v>0.178</c:v>
                </c:pt>
                <c:pt idx="167">
                  <c:v>0.15</c:v>
                </c:pt>
                <c:pt idx="168">
                  <c:v>0.15</c:v>
                </c:pt>
                <c:pt idx="169">
                  <c:v>0.121</c:v>
                </c:pt>
                <c:pt idx="170">
                  <c:v>0.086</c:v>
                </c:pt>
                <c:pt idx="171">
                  <c:v>0.121</c:v>
                </c:pt>
                <c:pt idx="172">
                  <c:v>0.121</c:v>
                </c:pt>
                <c:pt idx="173">
                  <c:v>0.15</c:v>
                </c:pt>
                <c:pt idx="174">
                  <c:v>0.236</c:v>
                </c:pt>
                <c:pt idx="175">
                  <c:v>0.265</c:v>
                </c:pt>
                <c:pt idx="176">
                  <c:v>0.265</c:v>
                </c:pt>
                <c:pt idx="177">
                  <c:v>0.299</c:v>
                </c:pt>
                <c:pt idx="178">
                  <c:v>0.207</c:v>
                </c:pt>
                <c:pt idx="179">
                  <c:v>0.15</c:v>
                </c:pt>
                <c:pt idx="180">
                  <c:v>0.328</c:v>
                </c:pt>
                <c:pt idx="181">
                  <c:v>0.207</c:v>
                </c:pt>
                <c:pt idx="182">
                  <c:v>0.328</c:v>
                </c:pt>
                <c:pt idx="183">
                  <c:v>0.299</c:v>
                </c:pt>
                <c:pt idx="184">
                  <c:v>0.207</c:v>
                </c:pt>
                <c:pt idx="185">
                  <c:v>0.299</c:v>
                </c:pt>
                <c:pt idx="186">
                  <c:v>0.236</c:v>
                </c:pt>
                <c:pt idx="187">
                  <c:v>0.178</c:v>
                </c:pt>
                <c:pt idx="188">
                  <c:v>0.178</c:v>
                </c:pt>
                <c:pt idx="189">
                  <c:v>0.15</c:v>
                </c:pt>
                <c:pt idx="190">
                  <c:v>0.15</c:v>
                </c:pt>
                <c:pt idx="191">
                  <c:v>0.121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19050"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Sheet1!$A$2:$A$25</c:f>
              <c:multiLvlStrCache>
                <c:ptCount val="2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lvl>
              </c:multiLvlStrCache>
            </c:multiLvlStrRef>
          </c:cat>
          <c:val>
            <c:numRef>
              <c:f>Sheet1!$B$2:$B$25</c:f>
              <c:numCache>
                <c:formatCode>General</c:formatCode>
                <c:ptCount val="24"/>
                <c:pt idx="0">
                  <c:v>0</c:v>
                </c:pt>
                <c:pt idx="1">
                  <c:v>0</c:v>
                </c:pt>
                <c:pt idx="2">
                  <c:v>0</c:v>
                </c:pt>
                <c:pt idx="3">
                  <c:v>0</c:v>
                </c:pt>
                <c:pt idx="4">
                  <c:v>0</c:v>
                </c:pt>
                <c:pt idx="5">
                  <c:v>0</c:v>
                </c:pt>
                <c:pt idx="6">
                  <c:v>0</c:v>
                </c:pt>
                <c:pt idx="7">
                  <c:v>0.788</c:v>
                </c:pt>
                <c:pt idx="8">
                  <c:v>1.742</c:v>
                </c:pt>
                <c:pt idx="9">
                  <c:v>2.38</c:v>
                </c:pt>
                <c:pt idx="10">
                  <c:v>3.061</c:v>
                </c:pt>
                <c:pt idx="11">
                  <c:v>3.61</c:v>
                </c:pt>
                <c:pt idx="12">
                  <c:v>3.313</c:v>
                </c:pt>
                <c:pt idx="13">
                  <c:v>2.675</c:v>
                </c:pt>
                <c:pt idx="14">
                  <c:v>2.365</c:v>
                </c:pt>
                <c:pt idx="15">
                  <c:v>1.882</c:v>
                </c:pt>
                <c:pt idx="16">
                  <c:v>0.892</c:v>
                </c:pt>
                <c:pt idx="17">
                  <c:v>0.332</c:v>
                </c:pt>
                <c:pt idx="18">
                  <c:v>0.034</c:v>
                </c:pt>
                <c:pt idx="19">
                  <c:v>0</c:v>
                </c:pt>
                <c:pt idx="20">
                  <c:v>0</c:v>
                </c:pt>
                <c:pt idx="21">
                  <c:v>0</c:v>
                </c:pt>
                <c:pt idx="22">
                  <c:v>0</c:v>
                </c:pt>
                <c:pt idx="2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raw</c:v>
                </c:pt>
              </c:strCache>
            </c:strRef>
          </c:tx>
          <c:spPr>
            <a:solidFill>
              <a:srgbClr val="E76F51"/>
            </a:solidFill>
            <a:ln w="1270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Sheet1!$A$2:$A$865</c:f>
              <c:multiLvlStrCache>
                <c:ptCount val="864"/>
                <c:lvl>
                  <c:pt idx="0">
                    <c:v>21/02</c:v>
                  </c:pt>
                  <c:pt idx="288">
                    <c:v>22/02</c:v>
                  </c:pt>
                  <c:pt idx="576">
                    <c:v>23/02</c:v>
                  </c:pt>
                </c:lvl>
              </c:multiLvlStrCache>
            </c:multiLvlStrRef>
          </c:cat>
          <c:val>
            <c:numRef>
              <c:f>Sheet1!$B$2:$B$865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21.528</c:v>
                </c:pt>
                <c:pt idx="859">
                  <c:v>0</c:v>
                </c:pt>
                <c:pt idx="860">
                  <c:v>0</c:v>
                </c:pt>
                <c:pt idx="861">
                  <c:v>0</c:v>
                </c:pt>
                <c:pt idx="862">
                  <c:v>0</c:v>
                </c:pt>
                <c:pt idx="863">
                  <c:v>0</c:v>
                </c:pt>
              </c:numCache>
            </c:numRef>
          </c:val>
          <c:smooth val="0"/>
        </c:ser>
        <c:ser>
          <c:idx val="1"/>
          <c:order val="1"/>
          <c:tx>
            <c:strRef>
              <c:f>Sheet1!$C$1</c:f>
              <c:strCache>
                <c:ptCount val="1"/>
                <c:pt idx="0">
                  <c:v>kept</c:v>
                </c:pt>
              </c:strCache>
            </c:strRef>
          </c:tx>
          <c:spPr>
            <a:solidFill>
              <a:srgbClr val="E89B0C"/>
            </a:solidFill>
            <a:ln w="12700"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Sheet1!$A$2:$A$865</c:f>
              <c:multiLvlStrCache>
                <c:ptCount val="864"/>
                <c:lvl>
                  <c:pt idx="0">
                    <c:v>21/02</c:v>
                  </c:pt>
                  <c:pt idx="288">
                    <c:v>22/02</c:v>
                  </c:pt>
                  <c:pt idx="576">
                    <c:v>23/02</c:v>
                  </c:pt>
                </c:lvl>
              </c:multiLvlStrCache>
            </c:multiLvlStrRef>
          </c:cat>
          <c:val>
            <c:numRef>
              <c:f>Sheet1!$C$2:$C$865</c:f>
              <c:numCache>
                <c:formatCode>General</c:formatCode>
                <c:ptCount val="86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0.014</c:v>
                </c:pt>
                <c:pt idx="74">
                  <c:v>0.028</c:v>
                </c:pt>
                <c:pt idx="75">
                  <c:v>0.041</c:v>
                </c:pt>
                <c:pt idx="76">
                  <c:v>0.053</c:v>
                </c:pt>
                <c:pt idx="77">
                  <c:v>0.069</c:v>
                </c:pt>
                <c:pt idx="78">
                  <c:v>0.077</c:v>
                </c:pt>
                <c:pt idx="79">
                  <c:v>0.093</c:v>
                </c:pt>
                <c:pt idx="80">
                  <c:v>0.114</c:v>
                </c:pt>
                <c:pt idx="81">
                  <c:v>0.125</c:v>
                </c:pt>
                <c:pt idx="82">
                  <c:v>0.136</c:v>
                </c:pt>
                <c:pt idx="83">
                  <c:v>0.148</c:v>
                </c:pt>
                <c:pt idx="84">
                  <c:v>0.165</c:v>
                </c:pt>
                <c:pt idx="85">
                  <c:v>0.215</c:v>
                </c:pt>
                <c:pt idx="86">
                  <c:v>0.257</c:v>
                </c:pt>
                <c:pt idx="87">
                  <c:v>0.272</c:v>
                </c:pt>
                <c:pt idx="88">
                  <c:v>0.346</c:v>
                </c:pt>
                <c:pt idx="89">
                  <c:v>0.377</c:v>
                </c:pt>
                <c:pt idx="90">
                  <c:v>0.438</c:v>
                </c:pt>
                <c:pt idx="91">
                  <c:v>0.475</c:v>
                </c:pt>
                <c:pt idx="92">
                  <c:v>0.519</c:v>
                </c:pt>
                <c:pt idx="93">
                  <c:v>0.551</c:v>
                </c:pt>
                <c:pt idx="94">
                  <c:v>0.582</c:v>
                </c:pt>
                <c:pt idx="95">
                  <c:v>0.652</c:v>
                </c:pt>
                <c:pt idx="96">
                  <c:v>0.71</c:v>
                </c:pt>
                <c:pt idx="97">
                  <c:v>0.744</c:v>
                </c:pt>
                <c:pt idx="98">
                  <c:v>0.835</c:v>
                </c:pt>
                <c:pt idx="99">
                  <c:v>0.966</c:v>
                </c:pt>
                <c:pt idx="100">
                  <c:v>0.999</c:v>
                </c:pt>
                <c:pt idx="101">
                  <c:v>1.05</c:v>
                </c:pt>
                <c:pt idx="102">
                  <c:v>1.146</c:v>
                </c:pt>
                <c:pt idx="103">
                  <c:v>1.254</c:v>
                </c:pt>
                <c:pt idx="104">
                  <c:v>1.385</c:v>
                </c:pt>
                <c:pt idx="105">
                  <c:v>1.346</c:v>
                </c:pt>
                <c:pt idx="106">
                  <c:v>1.595</c:v>
                </c:pt>
                <c:pt idx="107">
                  <c:v>1.552</c:v>
                </c:pt>
                <c:pt idx="108">
                  <c:v>1.631</c:v>
                </c:pt>
                <c:pt idx="109">
                  <c:v>1.669</c:v>
                </c:pt>
                <c:pt idx="110">
                  <c:v>1.774</c:v>
                </c:pt>
                <c:pt idx="111">
                  <c:v>1.861</c:v>
                </c:pt>
                <c:pt idx="112">
                  <c:v>1.955</c:v>
                </c:pt>
                <c:pt idx="113">
                  <c:v>1.954</c:v>
                </c:pt>
                <c:pt idx="114">
                  <c:v>2.013</c:v>
                </c:pt>
                <c:pt idx="115">
                  <c:v>2.135</c:v>
                </c:pt>
                <c:pt idx="116">
                  <c:v>2.171</c:v>
                </c:pt>
                <c:pt idx="117">
                  <c:v>2.094</c:v>
                </c:pt>
                <c:pt idx="118">
                  <c:v>2.235</c:v>
                </c:pt>
                <c:pt idx="119">
                  <c:v>2.382</c:v>
                </c:pt>
                <c:pt idx="120">
                  <c:v>2.427</c:v>
                </c:pt>
                <c:pt idx="121">
                  <c:v>2.353</c:v>
                </c:pt>
                <c:pt idx="122">
                  <c:v>2.646</c:v>
                </c:pt>
                <c:pt idx="123">
                  <c:v>2.604</c:v>
                </c:pt>
                <c:pt idx="124">
                  <c:v>2.624</c:v>
                </c:pt>
                <c:pt idx="125">
                  <c:v>2.533</c:v>
                </c:pt>
                <c:pt idx="126">
                  <c:v>2.69</c:v>
                </c:pt>
                <c:pt idx="127">
                  <c:v>2.618</c:v>
                </c:pt>
                <c:pt idx="128">
                  <c:v>2.688</c:v>
                </c:pt>
                <c:pt idx="129">
                  <c:v>2.667</c:v>
                </c:pt>
                <c:pt idx="130">
                  <c:v>2.797</c:v>
                </c:pt>
                <c:pt idx="131">
                  <c:v>2.787</c:v>
                </c:pt>
                <c:pt idx="132">
                  <c:v>2.769</c:v>
                </c:pt>
                <c:pt idx="133">
                  <c:v>2.788</c:v>
                </c:pt>
                <c:pt idx="134">
                  <c:v>2.76</c:v>
                </c:pt>
                <c:pt idx="135">
                  <c:v>2.766</c:v>
                </c:pt>
                <c:pt idx="136">
                  <c:v>2.838</c:v>
                </c:pt>
                <c:pt idx="137">
                  <c:v>2.772</c:v>
                </c:pt>
                <c:pt idx="138">
                  <c:v>2.758</c:v>
                </c:pt>
                <c:pt idx="139">
                  <c:v>2.895</c:v>
                </c:pt>
                <c:pt idx="140">
                  <c:v>2.84</c:v>
                </c:pt>
                <c:pt idx="141">
                  <c:v>2.88</c:v>
                </c:pt>
                <c:pt idx="142">
                  <c:v>2.719</c:v>
                </c:pt>
                <c:pt idx="143">
                  <c:v>2.884</c:v>
                </c:pt>
                <c:pt idx="144">
                  <c:v>2.954</c:v>
                </c:pt>
                <c:pt idx="145">
                  <c:v>2.712</c:v>
                </c:pt>
                <c:pt idx="146">
                  <c:v>3.039</c:v>
                </c:pt>
                <c:pt idx="147">
                  <c:v>2.974</c:v>
                </c:pt>
                <c:pt idx="148">
                  <c:v>2.827</c:v>
                </c:pt>
                <c:pt idx="149">
                  <c:v>3.003</c:v>
                </c:pt>
                <c:pt idx="150">
                  <c:v>2.858</c:v>
                </c:pt>
                <c:pt idx="151">
                  <c:v>2.736</c:v>
                </c:pt>
                <c:pt idx="152">
                  <c:v>2.784</c:v>
                </c:pt>
                <c:pt idx="153">
                  <c:v>2.843</c:v>
                </c:pt>
                <c:pt idx="154">
                  <c:v>2.836</c:v>
                </c:pt>
                <c:pt idx="155">
                  <c:v>2.706</c:v>
                </c:pt>
                <c:pt idx="156">
                  <c:v>2.662</c:v>
                </c:pt>
                <c:pt idx="157">
                  <c:v>2.641</c:v>
                </c:pt>
                <c:pt idx="158">
                  <c:v>2.849</c:v>
                </c:pt>
                <c:pt idx="159">
                  <c:v>2.731</c:v>
                </c:pt>
                <c:pt idx="160">
                  <c:v>2.567</c:v>
                </c:pt>
                <c:pt idx="161">
                  <c:v>2.516</c:v>
                </c:pt>
                <c:pt idx="162">
                  <c:v>2.429</c:v>
                </c:pt>
                <c:pt idx="163">
                  <c:v>2.502</c:v>
                </c:pt>
                <c:pt idx="164">
                  <c:v>2.293</c:v>
                </c:pt>
                <c:pt idx="165">
                  <c:v>2.419</c:v>
                </c:pt>
                <c:pt idx="166">
                  <c:v>2.334</c:v>
                </c:pt>
                <c:pt idx="167">
                  <c:v>2.224</c:v>
                </c:pt>
                <c:pt idx="168">
                  <c:v>2.184</c:v>
                </c:pt>
                <c:pt idx="169">
                  <c:v>2.185</c:v>
                </c:pt>
                <c:pt idx="170">
                  <c:v>2.136</c:v>
                </c:pt>
                <c:pt idx="171">
                  <c:v>2.24</c:v>
                </c:pt>
                <c:pt idx="172">
                  <c:v>2.097</c:v>
                </c:pt>
                <c:pt idx="173">
                  <c:v>2.257</c:v>
                </c:pt>
                <c:pt idx="174">
                  <c:v>1.913</c:v>
                </c:pt>
                <c:pt idx="175">
                  <c:v>1.887</c:v>
                </c:pt>
                <c:pt idx="176">
                  <c:v>1.971</c:v>
                </c:pt>
                <c:pt idx="177">
                  <c:v>1.916</c:v>
                </c:pt>
                <c:pt idx="178">
                  <c:v>1.905</c:v>
                </c:pt>
                <c:pt idx="179">
                  <c:v>1.858</c:v>
                </c:pt>
                <c:pt idx="180">
                  <c:v>1.804</c:v>
                </c:pt>
                <c:pt idx="181">
                  <c:v>1.808</c:v>
                </c:pt>
                <c:pt idx="182">
                  <c:v>1.863</c:v>
                </c:pt>
                <c:pt idx="183">
                  <c:v>1.788</c:v>
                </c:pt>
                <c:pt idx="184">
                  <c:v>1.662</c:v>
                </c:pt>
                <c:pt idx="185">
                  <c:v>1.578</c:v>
                </c:pt>
                <c:pt idx="186">
                  <c:v>1.562</c:v>
                </c:pt>
                <c:pt idx="187">
                  <c:v>1.398</c:v>
                </c:pt>
                <c:pt idx="188">
                  <c:v>1.496</c:v>
                </c:pt>
                <c:pt idx="189">
                  <c:v>1.417</c:v>
                </c:pt>
                <c:pt idx="190">
                  <c:v>1.293</c:v>
                </c:pt>
                <c:pt idx="191">
                  <c:v>1.365</c:v>
                </c:pt>
                <c:pt idx="192">
                  <c:v>1.26</c:v>
                </c:pt>
                <c:pt idx="193">
                  <c:v>1.197</c:v>
                </c:pt>
                <c:pt idx="194">
                  <c:v>1.182</c:v>
                </c:pt>
                <c:pt idx="195">
                  <c:v>1.09</c:v>
                </c:pt>
                <c:pt idx="196">
                  <c:v>1.022</c:v>
                </c:pt>
                <c:pt idx="197">
                  <c:v>0.966</c:v>
                </c:pt>
                <c:pt idx="198">
                  <c:v>0.85</c:v>
                </c:pt>
                <c:pt idx="199">
                  <c:v>0.776</c:v>
                </c:pt>
                <c:pt idx="200">
                  <c:v>0.727</c:v>
                </c:pt>
                <c:pt idx="201">
                  <c:v>0.688</c:v>
                </c:pt>
                <c:pt idx="202">
                  <c:v>0.584</c:v>
                </c:pt>
                <c:pt idx="203">
                  <c:v>0.536</c:v>
                </c:pt>
                <c:pt idx="204">
                  <c:v>0.454</c:v>
                </c:pt>
                <c:pt idx="205">
                  <c:v>0.413</c:v>
                </c:pt>
                <c:pt idx="206">
                  <c:v>0.373</c:v>
                </c:pt>
                <c:pt idx="207">
                  <c:v>0.328</c:v>
                </c:pt>
                <c:pt idx="208">
                  <c:v>0.301</c:v>
                </c:pt>
                <c:pt idx="209">
                  <c:v>0.256</c:v>
                </c:pt>
                <c:pt idx="210">
                  <c:v>0.227</c:v>
                </c:pt>
                <c:pt idx="211">
                  <c:v>0.198</c:v>
                </c:pt>
                <c:pt idx="212">
                  <c:v>0.16</c:v>
                </c:pt>
                <c:pt idx="213">
                  <c:v>0.114</c:v>
                </c:pt>
                <c:pt idx="214">
                  <c:v>0.076</c:v>
                </c:pt>
                <c:pt idx="215">
                  <c:v>0.039</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0.017</c:v>
                </c:pt>
                <c:pt idx="362">
                  <c:v>0.032</c:v>
                </c:pt>
                <c:pt idx="363">
                  <c:v>0.046</c:v>
                </c:pt>
                <c:pt idx="364">
                  <c:v>0.065</c:v>
                </c:pt>
                <c:pt idx="365">
                  <c:v>0.08</c:v>
                </c:pt>
                <c:pt idx="366">
                  <c:v>0.097</c:v>
                </c:pt>
                <c:pt idx="367">
                  <c:v>0.118</c:v>
                </c:pt>
                <c:pt idx="368">
                  <c:v>0.129</c:v>
                </c:pt>
                <c:pt idx="369">
                  <c:v>0.149</c:v>
                </c:pt>
                <c:pt idx="370">
                  <c:v>0.166</c:v>
                </c:pt>
                <c:pt idx="371">
                  <c:v>0.185</c:v>
                </c:pt>
                <c:pt idx="372">
                  <c:v>0.192</c:v>
                </c:pt>
                <c:pt idx="373">
                  <c:v>0.244</c:v>
                </c:pt>
                <c:pt idx="374">
                  <c:v>0.291</c:v>
                </c:pt>
                <c:pt idx="375">
                  <c:v>0.33</c:v>
                </c:pt>
                <c:pt idx="376">
                  <c:v>0.379</c:v>
                </c:pt>
                <c:pt idx="377">
                  <c:v>0.425</c:v>
                </c:pt>
                <c:pt idx="378">
                  <c:v>0.477</c:v>
                </c:pt>
                <c:pt idx="379">
                  <c:v>0.523</c:v>
                </c:pt>
                <c:pt idx="380">
                  <c:v>0.617</c:v>
                </c:pt>
                <c:pt idx="381">
                  <c:v>0.615</c:v>
                </c:pt>
                <c:pt idx="382">
                  <c:v>0.642</c:v>
                </c:pt>
                <c:pt idx="383">
                  <c:v>0.721</c:v>
                </c:pt>
                <c:pt idx="384">
                  <c:v>0.775</c:v>
                </c:pt>
                <c:pt idx="385">
                  <c:v>0.821</c:v>
                </c:pt>
                <c:pt idx="386">
                  <c:v>0.94</c:v>
                </c:pt>
                <c:pt idx="387">
                  <c:v>0.999</c:v>
                </c:pt>
                <c:pt idx="388">
                  <c:v>0.963</c:v>
                </c:pt>
                <c:pt idx="389">
                  <c:v>1.149</c:v>
                </c:pt>
                <c:pt idx="390">
                  <c:v>1.142</c:v>
                </c:pt>
                <c:pt idx="391">
                  <c:v>1.209</c:v>
                </c:pt>
                <c:pt idx="392">
                  <c:v>1.259</c:v>
                </c:pt>
                <c:pt idx="393">
                  <c:v>1.379</c:v>
                </c:pt>
                <c:pt idx="394">
                  <c:v>1.449</c:v>
                </c:pt>
                <c:pt idx="395">
                  <c:v>1.457</c:v>
                </c:pt>
                <c:pt idx="396">
                  <c:v>1.575</c:v>
                </c:pt>
                <c:pt idx="397">
                  <c:v>1.632</c:v>
                </c:pt>
                <c:pt idx="398">
                  <c:v>1.64</c:v>
                </c:pt>
                <c:pt idx="399">
                  <c:v>1.768</c:v>
                </c:pt>
                <c:pt idx="400">
                  <c:v>1.923</c:v>
                </c:pt>
                <c:pt idx="401">
                  <c:v>2.003</c:v>
                </c:pt>
                <c:pt idx="402">
                  <c:v>2.015</c:v>
                </c:pt>
                <c:pt idx="403">
                  <c:v>2.051</c:v>
                </c:pt>
                <c:pt idx="404">
                  <c:v>2.121</c:v>
                </c:pt>
                <c:pt idx="405">
                  <c:v>2.146</c:v>
                </c:pt>
                <c:pt idx="406">
                  <c:v>2.288</c:v>
                </c:pt>
                <c:pt idx="407">
                  <c:v>2.317</c:v>
                </c:pt>
                <c:pt idx="408">
                  <c:v>2.441</c:v>
                </c:pt>
                <c:pt idx="409">
                  <c:v>2.498</c:v>
                </c:pt>
                <c:pt idx="410">
                  <c:v>2.414</c:v>
                </c:pt>
                <c:pt idx="411">
                  <c:v>2.552</c:v>
                </c:pt>
                <c:pt idx="412">
                  <c:v>2.581</c:v>
                </c:pt>
                <c:pt idx="413">
                  <c:v>2.732</c:v>
                </c:pt>
                <c:pt idx="414">
                  <c:v>2.818</c:v>
                </c:pt>
                <c:pt idx="415">
                  <c:v>2.896</c:v>
                </c:pt>
                <c:pt idx="416">
                  <c:v>3</c:v>
                </c:pt>
                <c:pt idx="417">
                  <c:v>2.952</c:v>
                </c:pt>
                <c:pt idx="418">
                  <c:v>3.027</c:v>
                </c:pt>
                <c:pt idx="419">
                  <c:v>3.118</c:v>
                </c:pt>
                <c:pt idx="420">
                  <c:v>3.187</c:v>
                </c:pt>
                <c:pt idx="421">
                  <c:v>3.176</c:v>
                </c:pt>
                <c:pt idx="422">
                  <c:v>3.169</c:v>
                </c:pt>
                <c:pt idx="423">
                  <c:v>3.353</c:v>
                </c:pt>
                <c:pt idx="424">
                  <c:v>3.083</c:v>
                </c:pt>
                <c:pt idx="425">
                  <c:v>3.172</c:v>
                </c:pt>
                <c:pt idx="426">
                  <c:v>3.279</c:v>
                </c:pt>
                <c:pt idx="427">
                  <c:v>3.407</c:v>
                </c:pt>
                <c:pt idx="428">
                  <c:v>3.366</c:v>
                </c:pt>
                <c:pt idx="429">
                  <c:v>3.621</c:v>
                </c:pt>
                <c:pt idx="430">
                  <c:v>3.494</c:v>
                </c:pt>
                <c:pt idx="431">
                  <c:v>3.485</c:v>
                </c:pt>
                <c:pt idx="432">
                  <c:v>3.475</c:v>
                </c:pt>
                <c:pt idx="433">
                  <c:v>3.659</c:v>
                </c:pt>
                <c:pt idx="434">
                  <c:v>3.477</c:v>
                </c:pt>
                <c:pt idx="435">
                  <c:v>3.306</c:v>
                </c:pt>
                <c:pt idx="436">
                  <c:v>3.427</c:v>
                </c:pt>
                <c:pt idx="437">
                  <c:v>3.462</c:v>
                </c:pt>
                <c:pt idx="438">
                  <c:v>3.431</c:v>
                </c:pt>
                <c:pt idx="439">
                  <c:v>3.411</c:v>
                </c:pt>
                <c:pt idx="440">
                  <c:v>3.369</c:v>
                </c:pt>
                <c:pt idx="441">
                  <c:v>3.185</c:v>
                </c:pt>
                <c:pt idx="442">
                  <c:v>3.371</c:v>
                </c:pt>
                <c:pt idx="443">
                  <c:v>3.336</c:v>
                </c:pt>
                <c:pt idx="444">
                  <c:v>3.28</c:v>
                </c:pt>
                <c:pt idx="445">
                  <c:v>3.127</c:v>
                </c:pt>
                <c:pt idx="446">
                  <c:v>3.286</c:v>
                </c:pt>
                <c:pt idx="447">
                  <c:v>3.067</c:v>
                </c:pt>
                <c:pt idx="448">
                  <c:v>2.983</c:v>
                </c:pt>
                <c:pt idx="449">
                  <c:v>3.05</c:v>
                </c:pt>
                <c:pt idx="450">
                  <c:v>2.873</c:v>
                </c:pt>
                <c:pt idx="451">
                  <c:v>2.861</c:v>
                </c:pt>
                <c:pt idx="452">
                  <c:v>2.792</c:v>
                </c:pt>
                <c:pt idx="453">
                  <c:v>2.752</c:v>
                </c:pt>
                <c:pt idx="454">
                  <c:v>2.847</c:v>
                </c:pt>
                <c:pt idx="455">
                  <c:v>2.577</c:v>
                </c:pt>
                <c:pt idx="456">
                  <c:v>2.621</c:v>
                </c:pt>
                <c:pt idx="457">
                  <c:v>2.525</c:v>
                </c:pt>
                <c:pt idx="458">
                  <c:v>2.387</c:v>
                </c:pt>
                <c:pt idx="459">
                  <c:v>2.577</c:v>
                </c:pt>
                <c:pt idx="460">
                  <c:v>2.457</c:v>
                </c:pt>
                <c:pt idx="474">
                  <c:v>2.106</c:v>
                </c:pt>
                <c:pt idx="475">
                  <c:v>1.965</c:v>
                </c:pt>
                <c:pt idx="476">
                  <c:v>1.869</c:v>
                </c:pt>
                <c:pt idx="477">
                  <c:v>1.787</c:v>
                </c:pt>
                <c:pt idx="478">
                  <c:v>1.642</c:v>
                </c:pt>
                <c:pt idx="479">
                  <c:v>1.613</c:v>
                </c:pt>
                <c:pt idx="480">
                  <c:v>1.494</c:v>
                </c:pt>
                <c:pt idx="481">
                  <c:v>1.465</c:v>
                </c:pt>
                <c:pt idx="482">
                  <c:v>1.307</c:v>
                </c:pt>
                <c:pt idx="483">
                  <c:v>1.333</c:v>
                </c:pt>
                <c:pt idx="484">
                  <c:v>1.103</c:v>
                </c:pt>
                <c:pt idx="485">
                  <c:v>1.137</c:v>
                </c:pt>
                <c:pt idx="486">
                  <c:v>1.018</c:v>
                </c:pt>
                <c:pt idx="487">
                  <c:v>0.985</c:v>
                </c:pt>
                <c:pt idx="488">
                  <c:v>0.886</c:v>
                </c:pt>
                <c:pt idx="489">
                  <c:v>0.816</c:v>
                </c:pt>
                <c:pt idx="490">
                  <c:v>0.754</c:v>
                </c:pt>
                <c:pt idx="491">
                  <c:v>0.669</c:v>
                </c:pt>
                <c:pt idx="492">
                  <c:v>0.597</c:v>
                </c:pt>
                <c:pt idx="493">
                  <c:v>0.557</c:v>
                </c:pt>
                <c:pt idx="494">
                  <c:v>0.509</c:v>
                </c:pt>
                <c:pt idx="495">
                  <c:v>0.461</c:v>
                </c:pt>
                <c:pt idx="496">
                  <c:v>0.408</c:v>
                </c:pt>
                <c:pt idx="497">
                  <c:v>0.345</c:v>
                </c:pt>
                <c:pt idx="498">
                  <c:v>0.292</c:v>
                </c:pt>
                <c:pt idx="499">
                  <c:v>0.256</c:v>
                </c:pt>
                <c:pt idx="500">
                  <c:v>0.205</c:v>
                </c:pt>
                <c:pt idx="501">
                  <c:v>0.158</c:v>
                </c:pt>
                <c:pt idx="502">
                  <c:v>0.108</c:v>
                </c:pt>
                <c:pt idx="503">
                  <c:v>0.053</c:v>
                </c:pt>
                <c:pt idx="504">
                  <c:v>0.009</c:v>
                </c:pt>
                <c:pt idx="505">
                  <c:v>0.008</c:v>
                </c:pt>
                <c:pt idx="506">
                  <c:v>0.007</c:v>
                </c:pt>
                <c:pt idx="507">
                  <c:v>0.006</c:v>
                </c:pt>
                <c:pt idx="508">
                  <c:v>0.006</c:v>
                </c:pt>
                <c:pt idx="509">
                  <c:v>0.005</c:v>
                </c:pt>
                <c:pt idx="510">
                  <c:v>0.004</c:v>
                </c:pt>
                <c:pt idx="511">
                  <c:v>0.003</c:v>
                </c:pt>
                <c:pt idx="512">
                  <c:v>0.003</c:v>
                </c:pt>
                <c:pt idx="513">
                  <c:v>0.002</c:v>
                </c:pt>
                <c:pt idx="514">
                  <c:v>0.001</c:v>
                </c:pt>
                <c:pt idx="515">
                  <c:v>0.001</c:v>
                </c:pt>
                <c:pt idx="516">
                  <c:v>0</c:v>
                </c:pt>
                <c:pt idx="517">
                  <c:v>0</c:v>
                </c:pt>
                <c:pt idx="518">
                  <c:v>0</c:v>
                </c:pt>
                <c:pt idx="519">
                  <c:v>0</c:v>
                </c:pt>
                <c:pt idx="520">
                  <c:v>0</c:v>
                </c:pt>
                <c:pt idx="521">
                  <c:v>0</c:v>
                </c:pt>
                <c:pt idx="522">
                  <c:v>0</c:v>
                </c:pt>
                <c:pt idx="523">
                  <c:v>0</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0</c:v>
                </c:pt>
                <c:pt idx="547">
                  <c:v>0</c:v>
                </c:pt>
                <c:pt idx="548">
                  <c:v>0</c:v>
                </c:pt>
                <c:pt idx="549">
                  <c:v>0</c:v>
                </c:pt>
                <c:pt idx="550">
                  <c:v>0</c:v>
                </c:pt>
                <c:pt idx="551">
                  <c:v>0</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c:v>
                </c:pt>
                <c:pt idx="567">
                  <c:v>0</c:v>
                </c:pt>
                <c:pt idx="568">
                  <c:v>0</c:v>
                </c:pt>
                <c:pt idx="569">
                  <c:v>0</c:v>
                </c:pt>
                <c:pt idx="570">
                  <c:v>0</c:v>
                </c:pt>
                <c:pt idx="571">
                  <c:v>0</c:v>
                </c:pt>
                <c:pt idx="572">
                  <c:v>0</c:v>
                </c:pt>
                <c:pt idx="573">
                  <c:v>0</c:v>
                </c:pt>
                <c:pt idx="574">
                  <c:v>0</c:v>
                </c:pt>
                <c:pt idx="575">
                  <c:v>0</c:v>
                </c:pt>
                <c:pt idx="576">
                  <c:v>0</c:v>
                </c:pt>
                <c:pt idx="577">
                  <c:v>0</c:v>
                </c:pt>
                <c:pt idx="578">
                  <c:v>0</c:v>
                </c:pt>
                <c:pt idx="579">
                  <c:v>0</c:v>
                </c:pt>
                <c:pt idx="580">
                  <c:v>0</c:v>
                </c:pt>
                <c:pt idx="581">
                  <c:v>0</c:v>
                </c:pt>
                <c:pt idx="582">
                  <c:v>0</c:v>
                </c:pt>
                <c:pt idx="583">
                  <c:v>0</c:v>
                </c:pt>
                <c:pt idx="584">
                  <c:v>0</c:v>
                </c:pt>
                <c:pt idx="585">
                  <c:v>0</c:v>
                </c:pt>
                <c:pt idx="586">
                  <c:v>0</c:v>
                </c:pt>
                <c:pt idx="587">
                  <c:v>0</c:v>
                </c:pt>
                <c:pt idx="588">
                  <c:v>0</c:v>
                </c:pt>
                <c:pt idx="589">
                  <c:v>0</c:v>
                </c:pt>
                <c:pt idx="590">
                  <c:v>0</c:v>
                </c:pt>
                <c:pt idx="591">
                  <c:v>0</c:v>
                </c:pt>
                <c:pt idx="592">
                  <c:v>0</c:v>
                </c:pt>
                <c:pt idx="593">
                  <c:v>0</c:v>
                </c:pt>
                <c:pt idx="594">
                  <c:v>0</c:v>
                </c:pt>
                <c:pt idx="595">
                  <c:v>0</c:v>
                </c:pt>
                <c:pt idx="596">
                  <c:v>0</c:v>
                </c:pt>
                <c:pt idx="597">
                  <c:v>0</c:v>
                </c:pt>
                <c:pt idx="598">
                  <c:v>0</c:v>
                </c:pt>
                <c:pt idx="599">
                  <c:v>0</c:v>
                </c:pt>
                <c:pt idx="600">
                  <c:v>0</c:v>
                </c:pt>
                <c:pt idx="601">
                  <c:v>0</c:v>
                </c:pt>
                <c:pt idx="602">
                  <c:v>0</c:v>
                </c:pt>
                <c:pt idx="603">
                  <c:v>0</c:v>
                </c:pt>
                <c:pt idx="604">
                  <c:v>0</c:v>
                </c:pt>
                <c:pt idx="605">
                  <c:v>0</c:v>
                </c:pt>
                <c:pt idx="606">
                  <c:v>0</c:v>
                </c:pt>
                <c:pt idx="607">
                  <c:v>0</c:v>
                </c:pt>
                <c:pt idx="608">
                  <c:v>0</c:v>
                </c:pt>
                <c:pt idx="609">
                  <c:v>0</c:v>
                </c:pt>
                <c:pt idx="610">
                  <c:v>0</c:v>
                </c:pt>
                <c:pt idx="611">
                  <c:v>0</c:v>
                </c:pt>
                <c:pt idx="612">
                  <c:v>0</c:v>
                </c:pt>
                <c:pt idx="613">
                  <c:v>0</c:v>
                </c:pt>
                <c:pt idx="614">
                  <c:v>0</c:v>
                </c:pt>
                <c:pt idx="615">
                  <c:v>0</c:v>
                </c:pt>
                <c:pt idx="616">
                  <c:v>0</c:v>
                </c:pt>
                <c:pt idx="617">
                  <c:v>0</c:v>
                </c:pt>
                <c:pt idx="618">
                  <c:v>0</c:v>
                </c:pt>
                <c:pt idx="619">
                  <c:v>0</c:v>
                </c:pt>
                <c:pt idx="620">
                  <c:v>0</c:v>
                </c:pt>
                <c:pt idx="621">
                  <c:v>0</c:v>
                </c:pt>
                <c:pt idx="622">
                  <c:v>0</c:v>
                </c:pt>
                <c:pt idx="623">
                  <c:v>0</c:v>
                </c:pt>
                <c:pt idx="624">
                  <c:v>0</c:v>
                </c:pt>
                <c:pt idx="625">
                  <c:v>0</c:v>
                </c:pt>
                <c:pt idx="626">
                  <c:v>0</c:v>
                </c:pt>
                <c:pt idx="627">
                  <c:v>0</c:v>
                </c:pt>
                <c:pt idx="628">
                  <c:v>0</c:v>
                </c:pt>
                <c:pt idx="629">
                  <c:v>0</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0.019</c:v>
                </c:pt>
                <c:pt idx="650">
                  <c:v>0.036</c:v>
                </c:pt>
                <c:pt idx="651">
                  <c:v>0.059</c:v>
                </c:pt>
                <c:pt idx="652">
                  <c:v>0.081</c:v>
                </c:pt>
                <c:pt idx="653">
                  <c:v>0.097</c:v>
                </c:pt>
                <c:pt idx="654">
                  <c:v>0.115</c:v>
                </c:pt>
                <c:pt idx="655">
                  <c:v>0.144</c:v>
                </c:pt>
                <c:pt idx="656">
                  <c:v>0.153</c:v>
                </c:pt>
                <c:pt idx="657">
                  <c:v>0.182</c:v>
                </c:pt>
                <c:pt idx="658">
                  <c:v>0.19</c:v>
                </c:pt>
                <c:pt idx="659">
                  <c:v>0.223</c:v>
                </c:pt>
                <c:pt idx="660">
                  <c:v>0.227</c:v>
                </c:pt>
                <c:pt idx="661">
                  <c:v>0.3</c:v>
                </c:pt>
                <c:pt idx="662">
                  <c:v>0.356</c:v>
                </c:pt>
                <c:pt idx="663">
                  <c:v>0.399</c:v>
                </c:pt>
                <c:pt idx="664">
                  <c:v>0.45</c:v>
                </c:pt>
                <c:pt idx="665">
                  <c:v>0.523</c:v>
                </c:pt>
                <c:pt idx="666">
                  <c:v>0.603</c:v>
                </c:pt>
                <c:pt idx="667">
                  <c:v>0.626</c:v>
                </c:pt>
                <c:pt idx="668">
                  <c:v>0.703</c:v>
                </c:pt>
                <c:pt idx="669">
                  <c:v>0.74</c:v>
                </c:pt>
                <c:pt idx="670">
                  <c:v>0.807</c:v>
                </c:pt>
                <c:pt idx="671">
                  <c:v>0.877</c:v>
                </c:pt>
                <c:pt idx="672">
                  <c:v>0.964</c:v>
                </c:pt>
                <c:pt idx="673">
                  <c:v>0.976</c:v>
                </c:pt>
                <c:pt idx="674">
                  <c:v>1.085</c:v>
                </c:pt>
                <c:pt idx="675">
                  <c:v>1.192</c:v>
                </c:pt>
                <c:pt idx="676">
                  <c:v>1.179</c:v>
                </c:pt>
                <c:pt idx="677">
                  <c:v>1.385</c:v>
                </c:pt>
                <c:pt idx="678">
                  <c:v>1.44</c:v>
                </c:pt>
                <c:pt idx="679">
                  <c:v>1.422</c:v>
                </c:pt>
                <c:pt idx="680">
                  <c:v>1.607</c:v>
                </c:pt>
                <c:pt idx="681">
                  <c:v>1.612</c:v>
                </c:pt>
                <c:pt idx="682">
                  <c:v>1.761</c:v>
                </c:pt>
                <c:pt idx="683">
                  <c:v>1.913</c:v>
                </c:pt>
                <c:pt idx="684">
                  <c:v>1.907</c:v>
                </c:pt>
                <c:pt idx="685">
                  <c:v>1.997</c:v>
                </c:pt>
                <c:pt idx="686">
                  <c:v>2.06</c:v>
                </c:pt>
                <c:pt idx="687">
                  <c:v>2.073</c:v>
                </c:pt>
                <c:pt idx="688">
                  <c:v>2.101</c:v>
                </c:pt>
                <c:pt idx="689">
                  <c:v>2.157</c:v>
                </c:pt>
                <c:pt idx="690">
                  <c:v>2.359</c:v>
                </c:pt>
                <c:pt idx="691">
                  <c:v>2.391</c:v>
                </c:pt>
                <c:pt idx="692">
                  <c:v>2.438</c:v>
                </c:pt>
                <c:pt idx="693">
                  <c:v>2.477</c:v>
                </c:pt>
                <c:pt idx="694">
                  <c:v>2.629</c:v>
                </c:pt>
                <c:pt idx="695">
                  <c:v>2.632</c:v>
                </c:pt>
                <c:pt idx="696">
                  <c:v>2.763</c:v>
                </c:pt>
                <c:pt idx="697">
                  <c:v>2.737</c:v>
                </c:pt>
                <c:pt idx="698">
                  <c:v>2.926</c:v>
                </c:pt>
                <c:pt idx="699">
                  <c:v>2.813</c:v>
                </c:pt>
                <c:pt idx="700">
                  <c:v>2.772</c:v>
                </c:pt>
                <c:pt idx="701">
                  <c:v>2.897</c:v>
                </c:pt>
                <c:pt idx="702">
                  <c:v>2.823</c:v>
                </c:pt>
                <c:pt idx="703">
                  <c:v>2.943</c:v>
                </c:pt>
                <c:pt idx="704">
                  <c:v>2.852</c:v>
                </c:pt>
                <c:pt idx="705">
                  <c:v>3.007</c:v>
                </c:pt>
                <c:pt idx="706">
                  <c:v>3.002</c:v>
                </c:pt>
                <c:pt idx="707">
                  <c:v>2.979</c:v>
                </c:pt>
                <c:pt idx="708">
                  <c:v>3.057</c:v>
                </c:pt>
                <c:pt idx="709">
                  <c:v>3.22</c:v>
                </c:pt>
                <c:pt idx="710">
                  <c:v>2.913</c:v>
                </c:pt>
                <c:pt idx="711">
                  <c:v>2.962</c:v>
                </c:pt>
                <c:pt idx="712">
                  <c:v>2.924</c:v>
                </c:pt>
                <c:pt idx="713">
                  <c:v>3.114</c:v>
                </c:pt>
                <c:pt idx="714">
                  <c:v>2.946</c:v>
                </c:pt>
                <c:pt idx="715">
                  <c:v>2.937</c:v>
                </c:pt>
                <c:pt idx="716">
                  <c:v>3.099</c:v>
                </c:pt>
                <c:pt idx="717">
                  <c:v>2.915</c:v>
                </c:pt>
                <c:pt idx="718">
                  <c:v>3.1</c:v>
                </c:pt>
                <c:pt idx="719">
                  <c:v>2.934</c:v>
                </c:pt>
                <c:pt idx="720">
                  <c:v>2.98</c:v>
                </c:pt>
                <c:pt idx="721">
                  <c:v>2.962</c:v>
                </c:pt>
                <c:pt idx="722">
                  <c:v>2.873</c:v>
                </c:pt>
                <c:pt idx="723">
                  <c:v>2.786</c:v>
                </c:pt>
                <c:pt idx="724">
                  <c:v>2.513</c:v>
                </c:pt>
                <c:pt idx="725">
                  <c:v>2.661</c:v>
                </c:pt>
                <c:pt idx="726">
                  <c:v>2.565</c:v>
                </c:pt>
                <c:pt idx="727">
                  <c:v>2.584</c:v>
                </c:pt>
                <c:pt idx="728">
                  <c:v>2.525</c:v>
                </c:pt>
                <c:pt idx="729">
                  <c:v>2.252</c:v>
                </c:pt>
                <c:pt idx="730">
                  <c:v>2.27</c:v>
                </c:pt>
                <c:pt idx="731">
                  <c:v>2.293</c:v>
                </c:pt>
                <c:pt idx="732">
                  <c:v>2.326</c:v>
                </c:pt>
                <c:pt idx="733">
                  <c:v>2.052</c:v>
                </c:pt>
                <c:pt idx="734">
                  <c:v>2.006</c:v>
                </c:pt>
                <c:pt idx="735">
                  <c:v>1.819</c:v>
                </c:pt>
                <c:pt idx="736">
                  <c:v>1.788</c:v>
                </c:pt>
                <c:pt idx="737">
                  <c:v>1.68</c:v>
                </c:pt>
                <c:pt idx="738">
                  <c:v>1.582</c:v>
                </c:pt>
                <c:pt idx="739">
                  <c:v>1.453</c:v>
                </c:pt>
                <c:pt idx="740">
                  <c:v>1.388</c:v>
                </c:pt>
                <c:pt idx="741">
                  <c:v>1.234</c:v>
                </c:pt>
                <c:pt idx="742">
                  <c:v>1.203</c:v>
                </c:pt>
                <c:pt idx="743">
                  <c:v>1.084</c:v>
                </c:pt>
                <c:pt idx="744">
                  <c:v>0.98</c:v>
                </c:pt>
                <c:pt idx="745">
                  <c:v>0.988</c:v>
                </c:pt>
                <c:pt idx="746">
                  <c:v>1</c:v>
                </c:pt>
                <c:pt idx="747">
                  <c:v>1.007</c:v>
                </c:pt>
                <c:pt idx="748">
                  <c:v>1.08</c:v>
                </c:pt>
                <c:pt idx="749">
                  <c:v>1.077</c:v>
                </c:pt>
                <c:pt idx="750">
                  <c:v>1.123</c:v>
                </c:pt>
                <c:pt idx="751">
                  <c:v>1.279</c:v>
                </c:pt>
                <c:pt idx="752">
                  <c:v>1.234</c:v>
                </c:pt>
                <c:pt idx="753">
                  <c:v>1.252</c:v>
                </c:pt>
                <c:pt idx="754">
                  <c:v>1.294</c:v>
                </c:pt>
                <c:pt idx="755">
                  <c:v>1.305</c:v>
                </c:pt>
                <c:pt idx="756">
                  <c:v>1.42</c:v>
                </c:pt>
                <c:pt idx="757">
                  <c:v>1.322</c:v>
                </c:pt>
                <c:pt idx="758">
                  <c:v>1.207</c:v>
                </c:pt>
                <c:pt idx="759">
                  <c:v>1.187</c:v>
                </c:pt>
                <c:pt idx="760">
                  <c:v>1.129</c:v>
                </c:pt>
                <c:pt idx="761">
                  <c:v>1.044</c:v>
                </c:pt>
                <c:pt idx="762">
                  <c:v>0.94</c:v>
                </c:pt>
                <c:pt idx="763">
                  <c:v>0.886</c:v>
                </c:pt>
                <c:pt idx="764">
                  <c:v>0.827</c:v>
                </c:pt>
                <c:pt idx="765">
                  <c:v>0.752</c:v>
                </c:pt>
                <c:pt idx="766">
                  <c:v>0.662</c:v>
                </c:pt>
                <c:pt idx="767">
                  <c:v>0.606</c:v>
                </c:pt>
                <c:pt idx="768">
                  <c:v>0.508</c:v>
                </c:pt>
                <c:pt idx="769">
                  <c:v>0.502</c:v>
                </c:pt>
                <c:pt idx="770">
                  <c:v>0.455</c:v>
                </c:pt>
                <c:pt idx="771">
                  <c:v>0.445</c:v>
                </c:pt>
                <c:pt idx="772">
                  <c:v>0.437</c:v>
                </c:pt>
                <c:pt idx="773">
                  <c:v>0.378</c:v>
                </c:pt>
                <c:pt idx="774">
                  <c:v>0.373</c:v>
                </c:pt>
                <c:pt idx="775">
                  <c:v>0.31</c:v>
                </c:pt>
                <c:pt idx="776">
                  <c:v>0.304</c:v>
                </c:pt>
                <c:pt idx="777">
                  <c:v>0.272</c:v>
                </c:pt>
                <c:pt idx="778">
                  <c:v>0.248</c:v>
                </c:pt>
                <c:pt idx="779">
                  <c:v>0.223</c:v>
                </c:pt>
                <c:pt idx="780">
                  <c:v>0.2</c:v>
                </c:pt>
                <c:pt idx="781">
                  <c:v>0.175</c:v>
                </c:pt>
                <c:pt idx="782">
                  <c:v>0.161</c:v>
                </c:pt>
                <c:pt idx="783">
                  <c:v>0.147</c:v>
                </c:pt>
                <c:pt idx="784">
                  <c:v>0.123</c:v>
                </c:pt>
                <c:pt idx="785">
                  <c:v>0.111</c:v>
                </c:pt>
                <c:pt idx="786">
                  <c:v>0.095</c:v>
                </c:pt>
                <c:pt idx="787">
                  <c:v>0.077</c:v>
                </c:pt>
                <c:pt idx="788">
                  <c:v>0.064</c:v>
                </c:pt>
                <c:pt idx="789">
                  <c:v>0.046</c:v>
                </c:pt>
                <c:pt idx="790">
                  <c:v>0.032</c:v>
                </c:pt>
                <c:pt idx="791">
                  <c:v>0.016</c:v>
                </c:pt>
                <c:pt idx="792">
                  <c:v>0</c:v>
                </c:pt>
                <c:pt idx="793">
                  <c:v>0</c:v>
                </c:pt>
                <c:pt idx="794">
                  <c:v>0</c:v>
                </c:pt>
                <c:pt idx="795">
                  <c:v>0</c:v>
                </c:pt>
                <c:pt idx="796">
                  <c:v>0</c:v>
                </c:pt>
                <c:pt idx="797">
                  <c:v>0</c:v>
                </c:pt>
                <c:pt idx="798">
                  <c:v>0</c:v>
                </c:pt>
                <c:pt idx="799">
                  <c:v>0</c:v>
                </c:pt>
                <c:pt idx="800">
                  <c:v>0</c:v>
                </c:pt>
                <c:pt idx="801">
                  <c:v>0</c:v>
                </c:pt>
                <c:pt idx="802">
                  <c:v>0</c:v>
                </c:pt>
                <c:pt idx="803">
                  <c:v>0</c:v>
                </c:pt>
                <c:pt idx="804">
                  <c:v>0</c:v>
                </c:pt>
                <c:pt idx="805">
                  <c:v>0</c:v>
                </c:pt>
                <c:pt idx="806">
                  <c:v>0</c:v>
                </c:pt>
                <c:pt idx="807">
                  <c:v>0</c:v>
                </c:pt>
                <c:pt idx="808">
                  <c:v>0</c:v>
                </c:pt>
                <c:pt idx="809">
                  <c:v>0</c:v>
                </c:pt>
                <c:pt idx="810">
                  <c:v>0</c:v>
                </c:pt>
                <c:pt idx="811">
                  <c:v>0</c:v>
                </c:pt>
                <c:pt idx="812">
                  <c:v>0</c:v>
                </c:pt>
                <c:pt idx="813">
                  <c:v>0</c:v>
                </c:pt>
                <c:pt idx="814">
                  <c:v>0</c:v>
                </c:pt>
                <c:pt idx="815">
                  <c:v>0</c:v>
                </c:pt>
                <c:pt idx="816">
                  <c:v>0</c:v>
                </c:pt>
                <c:pt idx="817">
                  <c:v>0</c:v>
                </c:pt>
                <c:pt idx="818">
                  <c:v>0</c:v>
                </c:pt>
                <c:pt idx="819">
                  <c:v>0</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9">
                  <c:v>0</c:v>
                </c:pt>
                <c:pt idx="860">
                  <c:v>0</c:v>
                </c:pt>
                <c:pt idx="861">
                  <c:v>0</c:v>
                </c:pt>
                <c:pt idx="862">
                  <c:v>0</c:v>
                </c:pt>
                <c:pt idx="863">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BD5E0"/>
            </a:solidFill>
            <a:prstDash val="solid"/>
            <a:round/>
          </a:ln>
        </c:spPr>
        <c:txPr>
          <a:bodyPr/>
          <a:lstStyle/>
          <a:p>
            <a:pPr>
              <a:defRPr sz="900" b="0" i="0" u="none" strike="noStrike">
                <a:solidFill>
                  <a:srgbClr val="4A5568"/>
                </a:solidFill>
                <a:latin typeface="+mn-lt"/>
              </a:defRPr>
            </a:pPr>
            <a:endParaRPr lang="en-US"/>
          </a:p>
        </c:txPr>
        <c:crossAx val="2094734552"/>
        <c:crosses val="autoZero"/>
        <c:auto val="1"/>
        <c:lblAlgn val="ctr"/>
        <c:noMultiLvlLbl val="1"/>
        <c:tickLblSkip val="1"/>
      </c:catAx>
      <c:valAx>
        <c:axId val="2094734552"/>
        <c:scaling>
          <c:orientation val="minMax"/>
          <c:max val="6"/>
          <c:min val="0"/>
        </c:scaling>
        <c:delete val="0"/>
        <c:axPos val="l"/>
        <c:majorGridlines>
          <c:spPr>
            <a:ln w="6350" cap="flat">
              <a:solidFill>
                <a:srgbClr val="EDF2F7"/>
              </a:solidFill>
              <a:prstDash val="solid"/>
              <a:round/>
            </a:ln>
          </c:spPr>
        </c:majorGridlines>
        <c:title>
          <c:tx>
            <c:rich>
              <a:bodyPr/>
              <a:lstStyle/>
              <a:p>
                <a:pPr>
                  <a:defRPr sz="900" b="0" i="0" u="none" strike="noStrike">
                    <a:solidFill>
                      <a:srgbClr val="4A5568"/>
                    </a:solidFill>
                    <a:latin typeface="Arial"/>
                  </a:defRPr>
                </a:pPr>
                <a:r>
                  <a:rPr sz="900" b="0" i="0" u="none" strike="noStrike">
                    <a:solidFill>
                      <a:srgbClr val="4A5568"/>
                    </a:solidFill>
                    <a:latin typeface="Arial"/>
                  </a:rPr>
                  <a:t>kW</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3"/>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obs</c:v>
                </c:pt>
              </c:strCache>
            </c:strRef>
          </c:tx>
          <c:spPr>
            <a:solidFill>
              <a:srgbClr val="E89B0C"/>
            </a:solidFill>
            <a:ln w="15875"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Sheet1!$A$2:$A$169</c:f>
              <c:multiLvlStrCache>
                <c:ptCount val="168"/>
                <c:lvl>
                  <c:pt idx="0">
                    <c:v>13/06</c:v>
                  </c:pt>
                  <c:pt idx="24">
                    <c:v>14/06</c:v>
                  </c:pt>
                  <c:pt idx="48">
                    <c:v>15/06</c:v>
                  </c:pt>
                  <c:pt idx="72">
                    <c:v>16/06</c:v>
                  </c:pt>
                  <c:pt idx="96">
                    <c:v>17/06</c:v>
                  </c:pt>
                  <c:pt idx="120">
                    <c:v>18/06</c:v>
                  </c:pt>
                  <c:pt idx="144">
                    <c:v>19/06</c:v>
                  </c:pt>
                </c:lvl>
              </c:multiLvlStrCache>
            </c:multiLvlStrRef>
          </c:cat>
          <c:val>
            <c:numRef>
              <c:f>Sheet1!$B$2:$B$169</c:f>
              <c:numCache>
                <c:formatCode>General</c:formatCode>
                <c:ptCount val="168"/>
                <c:pt idx="0">
                  <c:v>0</c:v>
                </c:pt>
                <c:pt idx="1">
                  <c:v>0</c:v>
                </c:pt>
                <c:pt idx="2">
                  <c:v>0</c:v>
                </c:pt>
                <c:pt idx="3">
                  <c:v>0</c:v>
                </c:pt>
                <c:pt idx="4">
                  <c:v>0</c:v>
                </c:pt>
                <c:pt idx="5">
                  <c:v>0</c:v>
                </c:pt>
                <c:pt idx="6">
                  <c:v>0.531</c:v>
                </c:pt>
                <c:pt idx="7">
                  <c:v>1.205</c:v>
                </c:pt>
                <c:pt idx="8">
                  <c:v>1.945</c:v>
                </c:pt>
                <c:pt idx="9">
                  <c:v>2.328</c:v>
                </c:pt>
                <c:pt idx="10">
                  <c:v>2.541</c:v>
                </c:pt>
                <c:pt idx="11">
                  <c:v>2.993</c:v>
                </c:pt>
                <c:pt idx="12">
                  <c:v>2.756</c:v>
                </c:pt>
                <c:pt idx="13">
                  <c:v>2.36</c:v>
                </c:pt>
                <c:pt idx="14">
                  <c:v>2.444</c:v>
                </c:pt>
                <c:pt idx="15">
                  <c:v>1.723</c:v>
                </c:pt>
                <c:pt idx="16">
                  <c:v>0.867</c:v>
                </c:pt>
                <c:pt idx="17">
                  <c:v>0.287</c:v>
                </c:pt>
                <c:pt idx="18">
                  <c:v>0.077</c:v>
                </c:pt>
                <c:pt idx="19">
                  <c:v>0</c:v>
                </c:pt>
                <c:pt idx="20">
                  <c:v>0</c:v>
                </c:pt>
                <c:pt idx="21">
                  <c:v>0</c:v>
                </c:pt>
                <c:pt idx="22">
                  <c:v>0</c:v>
                </c:pt>
                <c:pt idx="23">
                  <c:v>0</c:v>
                </c:pt>
                <c:pt idx="24">
                  <c:v>0</c:v>
                </c:pt>
                <c:pt idx="25">
                  <c:v>0</c:v>
                </c:pt>
                <c:pt idx="26">
                  <c:v>0</c:v>
                </c:pt>
                <c:pt idx="27">
                  <c:v>0</c:v>
                </c:pt>
                <c:pt idx="28">
                  <c:v>0</c:v>
                </c:pt>
                <c:pt idx="29">
                  <c:v>0</c:v>
                </c:pt>
                <c:pt idx="30">
                  <c:v>0.504</c:v>
                </c:pt>
                <c:pt idx="31">
                  <c:v>1.181</c:v>
                </c:pt>
                <c:pt idx="32">
                  <c:v>1.929</c:v>
                </c:pt>
                <c:pt idx="33">
                  <c:v>2.432</c:v>
                </c:pt>
                <c:pt idx="34">
                  <c:v>2.866</c:v>
                </c:pt>
                <c:pt idx="35">
                  <c:v>3.323</c:v>
                </c:pt>
                <c:pt idx="36">
                  <c:v>3.495</c:v>
                </c:pt>
                <c:pt idx="37">
                  <c:v>3.306</c:v>
                </c:pt>
                <c:pt idx="38">
                  <c:v>2.903</c:v>
                </c:pt>
                <c:pt idx="39">
                  <c:v>1.93</c:v>
                </c:pt>
                <c:pt idx="40">
                  <c:v>1.081</c:v>
                </c:pt>
                <c:pt idx="41">
                  <c:v>0.52</c:v>
                </c:pt>
                <c:pt idx="42">
                  <c:v>0.074</c:v>
                </c:pt>
                <c:pt idx="43">
                  <c:v>0</c:v>
                </c:pt>
                <c:pt idx="44">
                  <c:v>0</c:v>
                </c:pt>
                <c:pt idx="45">
                  <c:v>0</c:v>
                </c:pt>
                <c:pt idx="46">
                  <c:v>0</c:v>
                </c:pt>
                <c:pt idx="47">
                  <c:v>0</c:v>
                </c:pt>
                <c:pt idx="48">
                  <c:v>0</c:v>
                </c:pt>
                <c:pt idx="49">
                  <c:v>0</c:v>
                </c:pt>
                <c:pt idx="50">
                  <c:v>0</c:v>
                </c:pt>
                <c:pt idx="51">
                  <c:v>0</c:v>
                </c:pt>
                <c:pt idx="52">
                  <c:v>0</c:v>
                </c:pt>
                <c:pt idx="53">
                  <c:v>0</c:v>
                </c:pt>
                <c:pt idx="54">
                  <c:v>0.454</c:v>
                </c:pt>
                <c:pt idx="55">
                  <c:v>0.927</c:v>
                </c:pt>
                <c:pt idx="56">
                  <c:v>1.754</c:v>
                </c:pt>
                <c:pt idx="57">
                  <c:v>2.664</c:v>
                </c:pt>
                <c:pt idx="58">
                  <c:v>3.12</c:v>
                </c:pt>
                <c:pt idx="59">
                  <c:v>2.808</c:v>
                </c:pt>
                <c:pt idx="60">
                  <c:v>2.496</c:v>
                </c:pt>
                <c:pt idx="61">
                  <c:v>2.184</c:v>
                </c:pt>
                <c:pt idx="68">
                  <c:v>0</c:v>
                </c:pt>
                <c:pt idx="69">
                  <c:v>0</c:v>
                </c:pt>
                <c:pt idx="70">
                  <c:v>0</c:v>
                </c:pt>
                <c:pt idx="71">
                  <c:v>0</c:v>
                </c:pt>
                <c:pt idx="72">
                  <c:v>0</c:v>
                </c:pt>
                <c:pt idx="73">
                  <c:v>0</c:v>
                </c:pt>
                <c:pt idx="74">
                  <c:v>0</c:v>
                </c:pt>
                <c:pt idx="75">
                  <c:v>0</c:v>
                </c:pt>
                <c:pt idx="76">
                  <c:v>0</c:v>
                </c:pt>
                <c:pt idx="77">
                  <c:v>0</c:v>
                </c:pt>
                <c:pt idx="78">
                  <c:v>0</c:v>
                </c:pt>
                <c:pt idx="79">
                  <c:v>0</c:v>
                </c:pt>
                <c:pt idx="80">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16">
                  <c:v>0</c:v>
                </c:pt>
                <c:pt idx="117">
                  <c:v>0</c:v>
                </c:pt>
                <c:pt idx="118">
                  <c:v>0</c:v>
                </c:pt>
                <c:pt idx="119">
                  <c:v>0</c:v>
                </c:pt>
                <c:pt idx="120">
                  <c:v>0</c:v>
                </c:pt>
                <c:pt idx="121">
                  <c:v>0</c:v>
                </c:pt>
                <c:pt idx="122">
                  <c:v>0</c:v>
                </c:pt>
                <c:pt idx="123">
                  <c:v>0</c:v>
                </c:pt>
                <c:pt idx="124">
                  <c:v>0</c:v>
                </c:pt>
                <c:pt idx="125">
                  <c:v>0</c:v>
                </c:pt>
                <c:pt idx="126">
                  <c:v>0.5</c:v>
                </c:pt>
                <c:pt idx="127">
                  <c:v>1.145</c:v>
                </c:pt>
                <c:pt idx="128">
                  <c:v>1.908</c:v>
                </c:pt>
                <c:pt idx="129">
                  <c:v>2.51</c:v>
                </c:pt>
                <c:pt idx="130">
                  <c:v>2.657</c:v>
                </c:pt>
                <c:pt idx="131">
                  <c:v>2.855</c:v>
                </c:pt>
                <c:pt idx="132">
                  <c:v>3.022</c:v>
                </c:pt>
                <c:pt idx="133">
                  <c:v>2.869</c:v>
                </c:pt>
                <c:pt idx="134">
                  <c:v>2.827</c:v>
                </c:pt>
                <c:pt idx="135">
                  <c:v>2.009</c:v>
                </c:pt>
                <c:pt idx="136">
                  <c:v>1.142</c:v>
                </c:pt>
                <c:pt idx="137">
                  <c:v>0.479</c:v>
                </c:pt>
                <c:pt idx="138">
                  <c:v>0.102</c:v>
                </c:pt>
                <c:pt idx="139">
                  <c:v>0</c:v>
                </c:pt>
                <c:pt idx="140">
                  <c:v>0</c:v>
                </c:pt>
                <c:pt idx="141">
                  <c:v>0</c:v>
                </c:pt>
                <c:pt idx="142">
                  <c:v>0</c:v>
                </c:pt>
                <c:pt idx="143">
                  <c:v>0</c:v>
                </c:pt>
                <c:pt idx="144">
                  <c:v>0</c:v>
                </c:pt>
                <c:pt idx="145">
                  <c:v>0</c:v>
                </c:pt>
                <c:pt idx="146">
                  <c:v>0</c:v>
                </c:pt>
                <c:pt idx="147">
                  <c:v>0</c:v>
                </c:pt>
                <c:pt idx="148">
                  <c:v>0</c:v>
                </c:pt>
                <c:pt idx="149">
                  <c:v>0</c:v>
                </c:pt>
                <c:pt idx="150">
                  <c:v>0.495</c:v>
                </c:pt>
                <c:pt idx="151">
                  <c:v>1.113</c:v>
                </c:pt>
                <c:pt idx="152">
                  <c:v>1.778</c:v>
                </c:pt>
                <c:pt idx="153">
                  <c:v>2.223</c:v>
                </c:pt>
                <c:pt idx="154">
                  <c:v>2.466</c:v>
                </c:pt>
                <c:pt idx="155">
                  <c:v>2.825</c:v>
                </c:pt>
                <c:pt idx="156">
                  <c:v>3.249</c:v>
                </c:pt>
                <c:pt idx="157">
                  <c:v>3.159</c:v>
                </c:pt>
                <c:pt idx="158">
                  <c:v>2.819</c:v>
                </c:pt>
                <c:pt idx="159">
                  <c:v>2.288</c:v>
                </c:pt>
                <c:pt idx="160">
                  <c:v>1.501</c:v>
                </c:pt>
                <c:pt idx="161">
                  <c:v>0.615</c:v>
                </c:pt>
                <c:pt idx="162">
                  <c:v>0.097</c:v>
                </c:pt>
                <c:pt idx="163">
                  <c:v>0</c:v>
                </c:pt>
                <c:pt idx="164">
                  <c:v>0</c:v>
                </c:pt>
                <c:pt idx="165">
                  <c:v>0</c:v>
                </c:pt>
                <c:pt idx="166">
                  <c:v>0</c:v>
                </c:pt>
                <c:pt idx="167">
                  <c:v>0</c:v>
                </c:pt>
              </c:numCache>
            </c:numRef>
          </c:val>
          <c:smooth val="0"/>
        </c:ser>
        <c:ser>
          <c:idx val="1"/>
          <c:order val="1"/>
          <c:tx>
            <c:strRef>
              <c:f>Sheet1!$C$1</c:f>
              <c:strCache>
                <c:ptCount val="1"/>
                <c:pt idx="0">
                  <c:v>fill</c:v>
                </c:pt>
              </c:strCache>
            </c:strRef>
          </c:tx>
          <c:spPr>
            <a:solidFill>
              <a:srgbClr val="2A9D8F"/>
            </a:solidFill>
            <a:ln w="15875" cap="flat">
              <a:solidFill>
                <a:srgbClr val="2A9D8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Sheet1!$A$2:$A$169</c:f>
              <c:multiLvlStrCache>
                <c:ptCount val="168"/>
                <c:lvl>
                  <c:pt idx="0">
                    <c:v>13/06</c:v>
                  </c:pt>
                  <c:pt idx="24">
                    <c:v>14/06</c:v>
                  </c:pt>
                  <c:pt idx="48">
                    <c:v>15/06</c:v>
                  </c:pt>
                  <c:pt idx="72">
                    <c:v>16/06</c:v>
                  </c:pt>
                  <c:pt idx="96">
                    <c:v>17/06</c:v>
                  </c:pt>
                  <c:pt idx="120">
                    <c:v>18/06</c:v>
                  </c:pt>
                  <c:pt idx="144">
                    <c:v>19/06</c:v>
                  </c:pt>
                </c:lvl>
              </c:multiLvlStrCache>
            </c:multiLvlStrRef>
          </c:cat>
          <c:val>
            <c:numRef>
              <c:f>Sheet1!$C$2:$C$169</c:f>
              <c:numCache>
                <c:formatCode>General</c:formatCode>
                <c:ptCount val="168"/>
                <c:pt idx="61">
                  <c:v>2.184</c:v>
                </c:pt>
                <c:pt idx="62">
                  <c:v>2.772</c:v>
                </c:pt>
                <c:pt idx="63">
                  <c:v>2.096</c:v>
                </c:pt>
                <c:pt idx="64">
                  <c:v>1.286</c:v>
                </c:pt>
                <c:pt idx="65">
                  <c:v>0.91</c:v>
                </c:pt>
                <c:pt idx="66">
                  <c:v>0.146</c:v>
                </c:pt>
                <c:pt idx="67">
                  <c:v>0.008</c:v>
                </c:pt>
                <c:pt idx="68">
                  <c:v>0</c:v>
                </c:pt>
                <c:pt idx="80">
                  <c:v>0</c:v>
                </c:pt>
                <c:pt idx="81">
                  <c:v>2.592</c:v>
                </c:pt>
                <c:pt idx="82">
                  <c:v>3.152</c:v>
                </c:pt>
                <c:pt idx="83">
                  <c:v>3.601</c:v>
                </c:pt>
                <c:pt idx="84">
                  <c:v>3.402</c:v>
                </c:pt>
                <c:pt idx="85">
                  <c:v>1.52</c:v>
                </c:pt>
                <c:pt idx="86">
                  <c:v>2.054</c:v>
                </c:pt>
                <c:pt idx="87">
                  <c:v>1.336</c:v>
                </c:pt>
                <c:pt idx="88">
                  <c:v>0.944</c:v>
                </c:pt>
                <c:pt idx="89">
                  <c:v>0.614</c:v>
                </c:pt>
                <c:pt idx="90">
                  <c:v>0.157</c:v>
                </c:pt>
                <c:pt idx="91">
                  <c:v>0.008</c:v>
                </c:pt>
                <c:pt idx="92">
                  <c:v>0</c:v>
                </c:pt>
                <c:pt idx="104">
                  <c:v>0</c:v>
                </c:pt>
                <c:pt idx="105">
                  <c:v>2.139</c:v>
                </c:pt>
                <c:pt idx="106">
                  <c:v>1.467</c:v>
                </c:pt>
                <c:pt idx="107">
                  <c:v>1.313</c:v>
                </c:pt>
                <c:pt idx="108">
                  <c:v>1.659</c:v>
                </c:pt>
                <c:pt idx="109">
                  <c:v>2.158</c:v>
                </c:pt>
                <c:pt idx="110">
                  <c:v>2.066</c:v>
                </c:pt>
                <c:pt idx="111">
                  <c:v>1.478</c:v>
                </c:pt>
                <c:pt idx="112">
                  <c:v>1.398</c:v>
                </c:pt>
                <c:pt idx="113">
                  <c:v>0.372</c:v>
                </c:pt>
                <c:pt idx="114">
                  <c:v>0.15</c:v>
                </c:pt>
                <c:pt idx="115">
                  <c:v>0.004</c:v>
                </c:pt>
                <c:pt idx="116">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BD5E0"/>
            </a:solidFill>
            <a:prstDash val="solid"/>
            <a:round/>
          </a:ln>
        </c:spPr>
        <c:txPr>
          <a:bodyPr/>
          <a:lstStyle/>
          <a:p>
            <a:pPr>
              <a:defRPr sz="900" b="0" i="0" u="none" strike="noStrike">
                <a:solidFill>
                  <a:srgbClr val="4A5568"/>
                </a:solidFill>
                <a:latin typeface="+mn-lt"/>
              </a:defRPr>
            </a:pPr>
            <a:endParaRPr lang="en-US"/>
          </a:p>
        </c:txPr>
        <c:crossAx val="2094734552"/>
        <c:crosses val="autoZero"/>
        <c:auto val="1"/>
        <c:lblAlgn val="ctr"/>
        <c:noMultiLvlLbl val="1"/>
        <c:tickLblSkip val="1"/>
      </c:catAx>
      <c:valAx>
        <c:axId val="2094734552"/>
        <c:scaling>
          <c:orientation val="minMax"/>
          <c:max val="4.5"/>
          <c:min val="0"/>
        </c:scaling>
        <c:delete val="0"/>
        <c:axPos val="l"/>
        <c:majorGridlines>
          <c:spPr>
            <a:ln w="6350" cap="flat">
              <a:solidFill>
                <a:srgbClr val="EDF2F7"/>
              </a:solidFill>
              <a:prstDash val="solid"/>
              <a:round/>
            </a:ln>
          </c:spPr>
        </c:majorGridlines>
        <c:title>
          <c:tx>
            <c:rich>
              <a:bodyPr/>
              <a:lstStyle/>
              <a:p>
                <a:pPr>
                  <a:defRPr sz="900" b="0" i="0" u="none" strike="noStrike">
                    <a:solidFill>
                      <a:srgbClr val="4A5568"/>
                    </a:solidFill>
                    <a:latin typeface="Arial"/>
                  </a:defRPr>
                </a:pPr>
                <a:r>
                  <a:rPr sz="900" b="0" i="0" u="none" strike="noStrike">
                    <a:solidFill>
                      <a:srgbClr val="4A5568"/>
                    </a:solidFill>
                    <a:latin typeface="Arial"/>
                  </a:rPr>
                  <a:t>kWh</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2"/>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pv</c:v>
                </c:pt>
              </c:strCache>
            </c:strRef>
          </c:tx>
          <c:spPr>
            <a:solidFill>
              <a:srgbClr val="E89B0C"/>
            </a:solidFill>
            <a:ln w="15875"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Sheet1!$A$2:$A$169</c:f>
              <c:multiLvlStrCache>
                <c:ptCount val="168"/>
                <c:lvl>
                  <c:pt idx="0">
                    <c:v>15/03</c:v>
                  </c:pt>
                  <c:pt idx="24">
                    <c:v>16/03</c:v>
                  </c:pt>
                  <c:pt idx="48">
                    <c:v>17/03</c:v>
                  </c:pt>
                  <c:pt idx="72">
                    <c:v>18/03</c:v>
                  </c:pt>
                  <c:pt idx="96">
                    <c:v>19/03</c:v>
                  </c:pt>
                  <c:pt idx="120">
                    <c:v>20/03</c:v>
                  </c:pt>
                  <c:pt idx="144">
                    <c:v>21/03</c:v>
                  </c:pt>
                </c:lvl>
              </c:multiLvlStrCache>
            </c:multiLvlStrRef>
          </c:cat>
          <c:val>
            <c:numRef>
              <c:f>Sheet1!$B$2:$B$169</c:f>
              <c:numCache>
                <c:formatCode>General</c:formatCode>
                <c:ptCount val="168"/>
                <c:pt idx="0">
                  <c:v>0</c:v>
                </c:pt>
                <c:pt idx="1">
                  <c:v>0</c:v>
                </c:pt>
                <c:pt idx="2">
                  <c:v>0</c:v>
                </c:pt>
                <c:pt idx="3">
                  <c:v>0</c:v>
                </c:pt>
                <c:pt idx="4">
                  <c:v>0</c:v>
                </c:pt>
                <c:pt idx="5">
                  <c:v>0</c:v>
                </c:pt>
                <c:pt idx="6">
                  <c:v>0</c:v>
                </c:pt>
                <c:pt idx="7">
                  <c:v>0.192</c:v>
                </c:pt>
                <c:pt idx="8">
                  <c:v>0.461</c:v>
                </c:pt>
                <c:pt idx="9">
                  <c:v>0.696</c:v>
                </c:pt>
                <c:pt idx="10">
                  <c:v>0.888</c:v>
                </c:pt>
                <c:pt idx="11">
                  <c:v>0.989</c:v>
                </c:pt>
                <c:pt idx="12">
                  <c:v>1</c:v>
                </c:pt>
                <c:pt idx="13">
                  <c:v>0.967</c:v>
                </c:pt>
                <c:pt idx="14">
                  <c:v>0.855</c:v>
                </c:pt>
                <c:pt idx="15">
                  <c:v>0.663</c:v>
                </c:pt>
                <c:pt idx="16">
                  <c:v>0.408</c:v>
                </c:pt>
                <c:pt idx="17">
                  <c:v>0.143</c:v>
                </c:pt>
                <c:pt idx="18">
                  <c:v>0.009</c:v>
                </c:pt>
                <c:pt idx="19">
                  <c:v>0</c:v>
                </c:pt>
                <c:pt idx="20">
                  <c:v>0</c:v>
                </c:pt>
                <c:pt idx="21">
                  <c:v>0</c:v>
                </c:pt>
                <c:pt idx="22">
                  <c:v>0</c:v>
                </c:pt>
                <c:pt idx="23">
                  <c:v>0</c:v>
                </c:pt>
                <c:pt idx="24">
                  <c:v>0</c:v>
                </c:pt>
                <c:pt idx="25">
                  <c:v>0</c:v>
                </c:pt>
                <c:pt idx="26">
                  <c:v>0</c:v>
                </c:pt>
                <c:pt idx="27">
                  <c:v>0</c:v>
                </c:pt>
                <c:pt idx="28">
                  <c:v>0</c:v>
                </c:pt>
                <c:pt idx="29">
                  <c:v>0</c:v>
                </c:pt>
                <c:pt idx="30">
                  <c:v>0</c:v>
                </c:pt>
                <c:pt idx="31">
                  <c:v>0.2</c:v>
                </c:pt>
                <c:pt idx="32">
                  <c:v>0.461</c:v>
                </c:pt>
                <c:pt idx="33">
                  <c:v>0.706</c:v>
                </c:pt>
                <c:pt idx="34">
                  <c:v>0.877</c:v>
                </c:pt>
                <c:pt idx="35">
                  <c:v>0.975</c:v>
                </c:pt>
                <c:pt idx="36">
                  <c:v>0.981</c:v>
                </c:pt>
                <c:pt idx="37">
                  <c:v>0.899</c:v>
                </c:pt>
                <c:pt idx="38">
                  <c:v>0.752</c:v>
                </c:pt>
                <c:pt idx="39">
                  <c:v>0.538</c:v>
                </c:pt>
                <c:pt idx="40">
                  <c:v>0.286</c:v>
                </c:pt>
                <c:pt idx="41">
                  <c:v>0.114</c:v>
                </c:pt>
                <c:pt idx="42">
                  <c:v>0.007</c:v>
                </c:pt>
                <c:pt idx="43">
                  <c:v>0</c:v>
                </c:pt>
                <c:pt idx="44">
                  <c:v>0</c:v>
                </c:pt>
                <c:pt idx="45">
                  <c:v>0</c:v>
                </c:pt>
                <c:pt idx="46">
                  <c:v>0</c:v>
                </c:pt>
                <c:pt idx="47">
                  <c:v>0</c:v>
                </c:pt>
                <c:pt idx="48">
                  <c:v>0</c:v>
                </c:pt>
                <c:pt idx="49">
                  <c:v>0</c:v>
                </c:pt>
                <c:pt idx="50">
                  <c:v>0</c:v>
                </c:pt>
                <c:pt idx="51">
                  <c:v>0</c:v>
                </c:pt>
                <c:pt idx="52">
                  <c:v>0</c:v>
                </c:pt>
                <c:pt idx="53">
                  <c:v>0</c:v>
                </c:pt>
                <c:pt idx="54">
                  <c:v>0</c:v>
                </c:pt>
                <c:pt idx="55">
                  <c:v>0.201</c:v>
                </c:pt>
                <c:pt idx="56">
                  <c:v>0.426</c:v>
                </c:pt>
                <c:pt idx="57">
                  <c:v>0.644</c:v>
                </c:pt>
                <c:pt idx="58">
                  <c:v>0.855</c:v>
                </c:pt>
                <c:pt idx="59">
                  <c:v>0.947</c:v>
                </c:pt>
                <c:pt idx="60">
                  <c:v>0.946</c:v>
                </c:pt>
                <c:pt idx="61">
                  <c:v>0.926</c:v>
                </c:pt>
                <c:pt idx="62">
                  <c:v>0.72</c:v>
                </c:pt>
                <c:pt idx="63">
                  <c:v>0.453</c:v>
                </c:pt>
                <c:pt idx="64">
                  <c:v>0.291</c:v>
                </c:pt>
                <c:pt idx="65">
                  <c:v>0.128</c:v>
                </c:pt>
                <c:pt idx="66">
                  <c:v>0.008</c:v>
                </c:pt>
                <c:pt idx="67">
                  <c:v>0</c:v>
                </c:pt>
                <c:pt idx="68">
                  <c:v>0</c:v>
                </c:pt>
                <c:pt idx="69">
                  <c:v>0</c:v>
                </c:pt>
                <c:pt idx="70">
                  <c:v>0</c:v>
                </c:pt>
                <c:pt idx="71">
                  <c:v>0</c:v>
                </c:pt>
                <c:pt idx="72">
                  <c:v>0</c:v>
                </c:pt>
                <c:pt idx="73">
                  <c:v>0</c:v>
                </c:pt>
                <c:pt idx="74">
                  <c:v>0</c:v>
                </c:pt>
                <c:pt idx="75">
                  <c:v>0</c:v>
                </c:pt>
                <c:pt idx="76">
                  <c:v>0</c:v>
                </c:pt>
                <c:pt idx="77">
                  <c:v>0</c:v>
                </c:pt>
                <c:pt idx="78">
                  <c:v>0</c:v>
                </c:pt>
                <c:pt idx="79">
                  <c:v>0.194</c:v>
                </c:pt>
                <c:pt idx="80">
                  <c:v>0.317</c:v>
                </c:pt>
                <c:pt idx="81">
                  <c:v>0.289</c:v>
                </c:pt>
                <c:pt idx="82">
                  <c:v>0.304</c:v>
                </c:pt>
                <c:pt idx="83">
                  <c:v>0.376</c:v>
                </c:pt>
                <c:pt idx="84">
                  <c:v>0.363</c:v>
                </c:pt>
                <c:pt idx="85">
                  <c:v>0.314</c:v>
                </c:pt>
                <c:pt idx="86">
                  <c:v>0.328</c:v>
                </c:pt>
                <c:pt idx="87">
                  <c:v>0.316</c:v>
                </c:pt>
                <c:pt idx="88">
                  <c:v>0.165</c:v>
                </c:pt>
                <c:pt idx="89">
                  <c:v>0.037</c:v>
                </c:pt>
                <c:pt idx="90">
                  <c:v>0.004</c:v>
                </c:pt>
                <c:pt idx="91">
                  <c:v>0</c:v>
                </c:pt>
                <c:pt idx="92">
                  <c:v>0</c:v>
                </c:pt>
                <c:pt idx="93">
                  <c:v>0</c:v>
                </c:pt>
                <c:pt idx="94">
                  <c:v>0</c:v>
                </c:pt>
                <c:pt idx="95">
                  <c:v>0</c:v>
                </c:pt>
                <c:pt idx="96">
                  <c:v>0</c:v>
                </c:pt>
                <c:pt idx="97">
                  <c:v>0</c:v>
                </c:pt>
                <c:pt idx="98">
                  <c:v>0</c:v>
                </c:pt>
                <c:pt idx="99">
                  <c:v>0</c:v>
                </c:pt>
                <c:pt idx="100">
                  <c:v>0</c:v>
                </c:pt>
                <c:pt idx="101">
                  <c:v>0</c:v>
                </c:pt>
                <c:pt idx="102">
                  <c:v>0</c:v>
                </c:pt>
                <c:pt idx="103">
                  <c:v>0.073</c:v>
                </c:pt>
                <c:pt idx="104">
                  <c:v>0.212</c:v>
                </c:pt>
                <c:pt idx="105">
                  <c:v>0.28</c:v>
                </c:pt>
                <c:pt idx="106">
                  <c:v>0.233</c:v>
                </c:pt>
                <c:pt idx="107">
                  <c:v>0.253</c:v>
                </c:pt>
                <c:pt idx="108">
                  <c:v>0.27</c:v>
                </c:pt>
                <c:pt idx="109">
                  <c:v>0.337</c:v>
                </c:pt>
                <c:pt idx="110">
                  <c:v>0.369</c:v>
                </c:pt>
                <c:pt idx="111">
                  <c:v>0.304</c:v>
                </c:pt>
                <c:pt idx="112">
                  <c:v>0.202</c:v>
                </c:pt>
                <c:pt idx="113">
                  <c:v>0.06</c:v>
                </c:pt>
                <c:pt idx="114">
                  <c:v>0.006</c:v>
                </c:pt>
                <c:pt idx="115">
                  <c:v>0</c:v>
                </c:pt>
                <c:pt idx="116">
                  <c:v>0</c:v>
                </c:pt>
                <c:pt idx="117">
                  <c:v>0</c:v>
                </c:pt>
                <c:pt idx="118">
                  <c:v>0</c:v>
                </c:pt>
                <c:pt idx="119">
                  <c:v>0</c:v>
                </c:pt>
                <c:pt idx="120">
                  <c:v>0</c:v>
                </c:pt>
                <c:pt idx="121">
                  <c:v>0</c:v>
                </c:pt>
                <c:pt idx="122">
                  <c:v>0</c:v>
                </c:pt>
                <c:pt idx="123">
                  <c:v>0</c:v>
                </c:pt>
                <c:pt idx="124">
                  <c:v>0</c:v>
                </c:pt>
                <c:pt idx="125">
                  <c:v>0</c:v>
                </c:pt>
                <c:pt idx="126">
                  <c:v>0</c:v>
                </c:pt>
                <c:pt idx="127">
                  <c:v>0.198</c:v>
                </c:pt>
                <c:pt idx="128">
                  <c:v>0.437</c:v>
                </c:pt>
                <c:pt idx="129">
                  <c:v>0.597</c:v>
                </c:pt>
                <c:pt idx="130">
                  <c:v>0.768</c:v>
                </c:pt>
                <c:pt idx="131">
                  <c:v>0.906</c:v>
                </c:pt>
                <c:pt idx="132">
                  <c:v>0.831</c:v>
                </c:pt>
                <c:pt idx="133">
                  <c:v>0.671</c:v>
                </c:pt>
                <c:pt idx="134">
                  <c:v>0.593</c:v>
                </c:pt>
                <c:pt idx="135">
                  <c:v>0.472</c:v>
                </c:pt>
                <c:pt idx="136">
                  <c:v>0.224</c:v>
                </c:pt>
                <c:pt idx="137">
                  <c:v>0.083</c:v>
                </c:pt>
                <c:pt idx="138">
                  <c:v>0.008</c:v>
                </c:pt>
                <c:pt idx="139">
                  <c:v>0</c:v>
                </c:pt>
                <c:pt idx="140">
                  <c:v>0</c:v>
                </c:pt>
                <c:pt idx="141">
                  <c:v>0</c:v>
                </c:pt>
                <c:pt idx="142">
                  <c:v>0</c:v>
                </c:pt>
                <c:pt idx="143">
                  <c:v>0</c:v>
                </c:pt>
                <c:pt idx="144">
                  <c:v>0</c:v>
                </c:pt>
                <c:pt idx="145">
                  <c:v>0</c:v>
                </c:pt>
                <c:pt idx="146">
                  <c:v>0</c:v>
                </c:pt>
                <c:pt idx="147">
                  <c:v>0</c:v>
                </c:pt>
                <c:pt idx="148">
                  <c:v>0</c:v>
                </c:pt>
                <c:pt idx="149">
                  <c:v>0</c:v>
                </c:pt>
                <c:pt idx="150">
                  <c:v>0</c:v>
                </c:pt>
                <c:pt idx="151">
                  <c:v>0.21</c:v>
                </c:pt>
                <c:pt idx="152">
                  <c:v>0.468</c:v>
                </c:pt>
                <c:pt idx="153">
                  <c:v>0.692</c:v>
                </c:pt>
                <c:pt idx="154">
                  <c:v>0.863</c:v>
                </c:pt>
                <c:pt idx="155">
                  <c:v>0.959</c:v>
                </c:pt>
                <c:pt idx="156">
                  <c:v>0.977</c:v>
                </c:pt>
                <c:pt idx="157">
                  <c:v>0.92</c:v>
                </c:pt>
                <c:pt idx="158">
                  <c:v>0.777</c:v>
                </c:pt>
                <c:pt idx="159">
                  <c:v>0.617</c:v>
                </c:pt>
                <c:pt idx="160">
                  <c:v>0.391</c:v>
                </c:pt>
                <c:pt idx="161">
                  <c:v>0.138</c:v>
                </c:pt>
                <c:pt idx="162">
                  <c:v>0.01</c:v>
                </c:pt>
                <c:pt idx="163">
                  <c:v>0</c:v>
                </c:pt>
                <c:pt idx="164">
                  <c:v>0</c:v>
                </c:pt>
                <c:pt idx="165">
                  <c:v>0</c:v>
                </c:pt>
                <c:pt idx="166">
                  <c:v>0</c:v>
                </c:pt>
                <c:pt idx="167">
                  <c:v>0</c:v>
                </c:pt>
              </c:numCache>
            </c:numRef>
          </c:val>
          <c:smooth val="0"/>
        </c:ser>
        <c:ser>
          <c:idx val="1"/>
          <c:order val="1"/>
          <c:tx>
            <c:strRef>
              <c:f>Sheet1!$C$1</c:f>
              <c:strCache>
                <c:ptCount val="1"/>
                <c:pt idx="0">
                  <c:v>lead</c:v>
                </c:pt>
              </c:strCache>
            </c:strRef>
          </c:tx>
          <c:spPr>
            <a:solidFill>
              <a:srgbClr val="2A9D8F"/>
            </a:solidFill>
            <a:ln w="15875" cap="flat">
              <a:solidFill>
                <a:srgbClr val="2A9D8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9D8F"/>
              </a:solidFill>
              <a:ln w="9525" cap="flat">
                <a:solidFill>
                  <a:srgbClr val="2A9D8F"/>
                </a:solidFill>
                <a:prstDash val="solid"/>
                <a:round/>
              </a:ln>
              <a:effectLst/>
            </c:spPr>
          </c:marker>
          <c:cat>
            <c:multiLvlStrRef>
              <c:f>Sheet1!$A$2:$A$169</c:f>
              <c:multiLvlStrCache>
                <c:ptCount val="168"/>
                <c:lvl>
                  <c:pt idx="0">
                    <c:v>15/03</c:v>
                  </c:pt>
                  <c:pt idx="24">
                    <c:v>16/03</c:v>
                  </c:pt>
                  <c:pt idx="48">
                    <c:v>17/03</c:v>
                  </c:pt>
                  <c:pt idx="72">
                    <c:v>18/03</c:v>
                  </c:pt>
                  <c:pt idx="96">
                    <c:v>19/03</c:v>
                  </c:pt>
                  <c:pt idx="120">
                    <c:v>20/03</c:v>
                  </c:pt>
                  <c:pt idx="144">
                    <c:v>21/03</c:v>
                  </c:pt>
                </c:lvl>
              </c:multiLvlStrCache>
            </c:multiLvlStrRef>
          </c:cat>
          <c:val>
            <c:numRef>
              <c:f>Sheet1!$C$2:$C$169</c:f>
              <c:numCache>
                <c:formatCode>General</c:formatCode>
                <c:ptCount val="168"/>
                <c:pt idx="0">
                  <c:v>0</c:v>
                </c:pt>
                <c:pt idx="1">
                  <c:v>0</c:v>
                </c:pt>
                <c:pt idx="2">
                  <c:v>0</c:v>
                </c:pt>
                <c:pt idx="3">
                  <c:v>0</c:v>
                </c:pt>
                <c:pt idx="4">
                  <c:v>0</c:v>
                </c:pt>
                <c:pt idx="5">
                  <c:v>0</c:v>
                </c:pt>
                <c:pt idx="6">
                  <c:v>0.022</c:v>
                </c:pt>
                <c:pt idx="7">
                  <c:v>0.161</c:v>
                </c:pt>
                <c:pt idx="8">
                  <c:v>0.396</c:v>
                </c:pt>
                <c:pt idx="9">
                  <c:v>0.617</c:v>
                </c:pt>
                <c:pt idx="10">
                  <c:v>0.789</c:v>
                </c:pt>
                <c:pt idx="11">
                  <c:v>0.898</c:v>
                </c:pt>
                <c:pt idx="12">
                  <c:v>0.934</c:v>
                </c:pt>
                <c:pt idx="13">
                  <c:v>0.898</c:v>
                </c:pt>
                <c:pt idx="14">
                  <c:v>0.701</c:v>
                </c:pt>
                <c:pt idx="15">
                  <c:v>0.566</c:v>
                </c:pt>
                <c:pt idx="16">
                  <c:v>0.298</c:v>
                </c:pt>
                <c:pt idx="17">
                  <c:v>0.149</c:v>
                </c:pt>
                <c:pt idx="18">
                  <c:v>0.021</c:v>
                </c:pt>
                <c:pt idx="19">
                  <c:v>0</c:v>
                </c:pt>
                <c:pt idx="20">
                  <c:v>0</c:v>
                </c:pt>
                <c:pt idx="21">
                  <c:v>0</c:v>
                </c:pt>
                <c:pt idx="22">
                  <c:v>0</c:v>
                </c:pt>
                <c:pt idx="23">
                  <c:v>0</c:v>
                </c:pt>
                <c:pt idx="24">
                  <c:v>0</c:v>
                </c:pt>
                <c:pt idx="25">
                  <c:v>0</c:v>
                </c:pt>
                <c:pt idx="26">
                  <c:v>0</c:v>
                </c:pt>
                <c:pt idx="27">
                  <c:v>0</c:v>
                </c:pt>
                <c:pt idx="28">
                  <c:v>0</c:v>
                </c:pt>
                <c:pt idx="29">
                  <c:v>0</c:v>
                </c:pt>
                <c:pt idx="30">
                  <c:v>0.028</c:v>
                </c:pt>
                <c:pt idx="31">
                  <c:v>0.156</c:v>
                </c:pt>
                <c:pt idx="32">
                  <c:v>0.394</c:v>
                </c:pt>
                <c:pt idx="33">
                  <c:v>0.545</c:v>
                </c:pt>
                <c:pt idx="34">
                  <c:v>0.75</c:v>
                </c:pt>
                <c:pt idx="35">
                  <c:v>0.934</c:v>
                </c:pt>
                <c:pt idx="36">
                  <c:v>0.86</c:v>
                </c:pt>
                <c:pt idx="37">
                  <c:v>0.926</c:v>
                </c:pt>
                <c:pt idx="38">
                  <c:v>0.765</c:v>
                </c:pt>
                <c:pt idx="39">
                  <c:v>0.453</c:v>
                </c:pt>
                <c:pt idx="40">
                  <c:v>0.287</c:v>
                </c:pt>
                <c:pt idx="41">
                  <c:v>0.16</c:v>
                </c:pt>
                <c:pt idx="42">
                  <c:v>0.025</c:v>
                </c:pt>
                <c:pt idx="43">
                  <c:v>0</c:v>
                </c:pt>
                <c:pt idx="44">
                  <c:v>0</c:v>
                </c:pt>
                <c:pt idx="45">
                  <c:v>0</c:v>
                </c:pt>
                <c:pt idx="46">
                  <c:v>0</c:v>
                </c:pt>
                <c:pt idx="47">
                  <c:v>0</c:v>
                </c:pt>
                <c:pt idx="48">
                  <c:v>0</c:v>
                </c:pt>
                <c:pt idx="49">
                  <c:v>0</c:v>
                </c:pt>
                <c:pt idx="50">
                  <c:v>0</c:v>
                </c:pt>
                <c:pt idx="51">
                  <c:v>0</c:v>
                </c:pt>
                <c:pt idx="52">
                  <c:v>0</c:v>
                </c:pt>
                <c:pt idx="53">
                  <c:v>0</c:v>
                </c:pt>
                <c:pt idx="54">
                  <c:v>0.02</c:v>
                </c:pt>
                <c:pt idx="55">
                  <c:v>0.13</c:v>
                </c:pt>
                <c:pt idx="56">
                  <c:v>0.347</c:v>
                </c:pt>
                <c:pt idx="57">
                  <c:v>0.303</c:v>
                </c:pt>
                <c:pt idx="58">
                  <c:v>0.249</c:v>
                </c:pt>
                <c:pt idx="59">
                  <c:v>0.339</c:v>
                </c:pt>
                <c:pt idx="60">
                  <c:v>0.375</c:v>
                </c:pt>
                <c:pt idx="61">
                  <c:v>0.319</c:v>
                </c:pt>
                <c:pt idx="62">
                  <c:v>0.284</c:v>
                </c:pt>
                <c:pt idx="63">
                  <c:v>0.335</c:v>
                </c:pt>
                <c:pt idx="64">
                  <c:v>0.229</c:v>
                </c:pt>
                <c:pt idx="65">
                  <c:v>0.06</c:v>
                </c:pt>
                <c:pt idx="66">
                  <c:v>0.015</c:v>
                </c:pt>
                <c:pt idx="67">
                  <c:v>0</c:v>
                </c:pt>
                <c:pt idx="68">
                  <c:v>0</c:v>
                </c:pt>
                <c:pt idx="69">
                  <c:v>0</c:v>
                </c:pt>
                <c:pt idx="70">
                  <c:v>0</c:v>
                </c:pt>
                <c:pt idx="71">
                  <c:v>0</c:v>
                </c:pt>
                <c:pt idx="72">
                  <c:v>0</c:v>
                </c:pt>
                <c:pt idx="73">
                  <c:v>0</c:v>
                </c:pt>
                <c:pt idx="74">
                  <c:v>0</c:v>
                </c:pt>
                <c:pt idx="75">
                  <c:v>0</c:v>
                </c:pt>
                <c:pt idx="76">
                  <c:v>0</c:v>
                </c:pt>
                <c:pt idx="77">
                  <c:v>0</c:v>
                </c:pt>
                <c:pt idx="78">
                  <c:v>0.013</c:v>
                </c:pt>
                <c:pt idx="79">
                  <c:v>0.042</c:v>
                </c:pt>
                <c:pt idx="80">
                  <c:v>0.108</c:v>
                </c:pt>
                <c:pt idx="81">
                  <c:v>0.311</c:v>
                </c:pt>
                <c:pt idx="82">
                  <c:v>0.202</c:v>
                </c:pt>
                <c:pt idx="83">
                  <c:v>0.235</c:v>
                </c:pt>
                <c:pt idx="84">
                  <c:v>0.231</c:v>
                </c:pt>
                <c:pt idx="85">
                  <c:v>0.261</c:v>
                </c:pt>
                <c:pt idx="86">
                  <c:v>0.379</c:v>
                </c:pt>
                <c:pt idx="87">
                  <c:v>0.304</c:v>
                </c:pt>
                <c:pt idx="88">
                  <c:v>0.249</c:v>
                </c:pt>
                <c:pt idx="89">
                  <c:v>0.092</c:v>
                </c:pt>
                <c:pt idx="90">
                  <c:v>0.018</c:v>
                </c:pt>
                <c:pt idx="91">
                  <c:v>0</c:v>
                </c:pt>
                <c:pt idx="92">
                  <c:v>0</c:v>
                </c:pt>
                <c:pt idx="93">
                  <c:v>0</c:v>
                </c:pt>
                <c:pt idx="94">
                  <c:v>0</c:v>
                </c:pt>
                <c:pt idx="95">
                  <c:v>0</c:v>
                </c:pt>
                <c:pt idx="96">
                  <c:v>0</c:v>
                </c:pt>
                <c:pt idx="97">
                  <c:v>0</c:v>
                </c:pt>
                <c:pt idx="98">
                  <c:v>0</c:v>
                </c:pt>
                <c:pt idx="99">
                  <c:v>0</c:v>
                </c:pt>
                <c:pt idx="100">
                  <c:v>0</c:v>
                </c:pt>
                <c:pt idx="101">
                  <c:v>0</c:v>
                </c:pt>
                <c:pt idx="102">
                  <c:v>0.027</c:v>
                </c:pt>
                <c:pt idx="103">
                  <c:v>0.171</c:v>
                </c:pt>
                <c:pt idx="104">
                  <c:v>0.377</c:v>
                </c:pt>
                <c:pt idx="105">
                  <c:v>0.585</c:v>
                </c:pt>
                <c:pt idx="106">
                  <c:v>0.582</c:v>
                </c:pt>
                <c:pt idx="107">
                  <c:v>0.893</c:v>
                </c:pt>
                <c:pt idx="108">
                  <c:v>0.824</c:v>
                </c:pt>
                <c:pt idx="109">
                  <c:v>0.688</c:v>
                </c:pt>
                <c:pt idx="110">
                  <c:v>0.513</c:v>
                </c:pt>
                <c:pt idx="111">
                  <c:v>0.53</c:v>
                </c:pt>
                <c:pt idx="112">
                  <c:v>0.264</c:v>
                </c:pt>
                <c:pt idx="113">
                  <c:v>0.122</c:v>
                </c:pt>
                <c:pt idx="114">
                  <c:v>0.02</c:v>
                </c:pt>
                <c:pt idx="115">
                  <c:v>0</c:v>
                </c:pt>
                <c:pt idx="116">
                  <c:v>0</c:v>
                </c:pt>
                <c:pt idx="117">
                  <c:v>0</c:v>
                </c:pt>
                <c:pt idx="118">
                  <c:v>0</c:v>
                </c:pt>
                <c:pt idx="119">
                  <c:v>0</c:v>
                </c:pt>
                <c:pt idx="120">
                  <c:v>0</c:v>
                </c:pt>
                <c:pt idx="121">
                  <c:v>0</c:v>
                </c:pt>
                <c:pt idx="122">
                  <c:v>0</c:v>
                </c:pt>
                <c:pt idx="123">
                  <c:v>0</c:v>
                </c:pt>
                <c:pt idx="124">
                  <c:v>0</c:v>
                </c:pt>
                <c:pt idx="125">
                  <c:v>0</c:v>
                </c:pt>
                <c:pt idx="126">
                  <c:v>0.031</c:v>
                </c:pt>
                <c:pt idx="127">
                  <c:v>0.184</c:v>
                </c:pt>
                <c:pt idx="128">
                  <c:v>0.42</c:v>
                </c:pt>
                <c:pt idx="129">
                  <c:v>0.635</c:v>
                </c:pt>
                <c:pt idx="130">
                  <c:v>0.809</c:v>
                </c:pt>
                <c:pt idx="131">
                  <c:v>0.911</c:v>
                </c:pt>
                <c:pt idx="132">
                  <c:v>0.956</c:v>
                </c:pt>
                <c:pt idx="133">
                  <c:v>0.9</c:v>
                </c:pt>
                <c:pt idx="134">
                  <c:v>0.76</c:v>
                </c:pt>
                <c:pt idx="135">
                  <c:v>0.584</c:v>
                </c:pt>
                <c:pt idx="136">
                  <c:v>0.41</c:v>
                </c:pt>
                <c:pt idx="137">
                  <c:v>0.173</c:v>
                </c:pt>
                <c:pt idx="138">
                  <c:v>0.03</c:v>
                </c:pt>
                <c:pt idx="139">
                  <c:v>0</c:v>
                </c:pt>
                <c:pt idx="140">
                  <c:v>0</c:v>
                </c:pt>
                <c:pt idx="141">
                  <c:v>0</c:v>
                </c:pt>
                <c:pt idx="142">
                  <c:v>0</c:v>
                </c:pt>
                <c:pt idx="143">
                  <c:v>0</c:v>
                </c:pt>
                <c:pt idx="144">
                  <c:v>0</c:v>
                </c:pt>
                <c:pt idx="145">
                  <c:v>0</c:v>
                </c:pt>
                <c:pt idx="146">
                  <c:v>0</c:v>
                </c:pt>
                <c:pt idx="147">
                  <c:v>0</c:v>
                </c:pt>
                <c:pt idx="148">
                  <c:v>0</c:v>
                </c:pt>
                <c:pt idx="149">
                  <c:v>0</c:v>
                </c:pt>
                <c:pt idx="150">
                  <c:v>0.028</c:v>
                </c:pt>
                <c:pt idx="151">
                  <c:v>0.161</c:v>
                </c:pt>
                <c:pt idx="152">
                  <c:v>0.302</c:v>
                </c:pt>
                <c:pt idx="153">
                  <c:v>0.526</c:v>
                </c:pt>
                <c:pt idx="154">
                  <c:v>0.607</c:v>
                </c:pt>
                <c:pt idx="155">
                  <c:v>0.496</c:v>
                </c:pt>
                <c:pt idx="156">
                  <c:v>0.817</c:v>
                </c:pt>
                <c:pt idx="157">
                  <c:v>0.526</c:v>
                </c:pt>
                <c:pt idx="158">
                  <c:v>0.707</c:v>
                </c:pt>
                <c:pt idx="159">
                  <c:v>0.551</c:v>
                </c:pt>
                <c:pt idx="160">
                  <c:v>0.392</c:v>
                </c:pt>
                <c:pt idx="161">
                  <c:v>0.104</c:v>
                </c:pt>
                <c:pt idx="162">
                  <c:v>0.026</c:v>
                </c:pt>
                <c:pt idx="163">
                  <c:v>0</c:v>
                </c:pt>
                <c:pt idx="164">
                  <c:v>0</c:v>
                </c:pt>
                <c:pt idx="165">
                  <c:v>0</c:v>
                </c:pt>
                <c:pt idx="166">
                  <c:v>0</c:v>
                </c:pt>
                <c:pt idx="167">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CBD5E0"/>
            </a:solidFill>
            <a:prstDash val="solid"/>
            <a:round/>
          </a:ln>
        </c:spPr>
        <c:txPr>
          <a:bodyPr/>
          <a:lstStyle/>
          <a:p>
            <a:pPr>
              <a:defRPr sz="900" b="0" i="0" u="none" strike="noStrike">
                <a:solidFill>
                  <a:srgbClr val="4A5568"/>
                </a:solidFill>
                <a:latin typeface="+mn-lt"/>
              </a:defRPr>
            </a:pPr>
            <a:endParaRPr lang="en-US"/>
          </a:p>
        </c:txPr>
        <c:crossAx val="2094734552"/>
        <c:crosses val="autoZero"/>
        <c:auto val="1"/>
        <c:lblAlgn val="ctr"/>
        <c:noMultiLvlLbl val="1"/>
        <c:tickLblSkip val="1"/>
      </c:catAx>
      <c:valAx>
        <c:axId val="2094734552"/>
        <c:scaling>
          <c:orientation val="minMax"/>
          <c:max val="1.1"/>
          <c:min val="0"/>
        </c:scaling>
        <c:delete val="0"/>
        <c:axPos val="l"/>
        <c:majorGridlines>
          <c:spPr>
            <a:ln w="6350" cap="flat">
              <a:solidFill>
                <a:srgbClr val="EDF2F7"/>
              </a:solidFill>
              <a:prstDash val="solid"/>
              <a:round/>
            </a:ln>
          </c:spPr>
        </c:majorGridlines>
        <c:title>
          <c:tx>
            <c:rich>
              <a:bodyPr/>
              <a:lstStyle/>
              <a:p>
                <a:pPr>
                  <a:defRPr sz="900" b="0" i="0" u="none" strike="noStrike">
                    <a:solidFill>
                      <a:srgbClr val="4A5568"/>
                    </a:solidFill>
                    <a:latin typeface="Arial"/>
                  </a:defRPr>
                </a:pPr>
                <a:r>
                  <a:rPr sz="900" b="0" i="0" u="none" strike="noStrike">
                    <a:solidFill>
                      <a:srgbClr val="4A5568"/>
                    </a:solidFill>
                    <a:latin typeface="Arial"/>
                  </a:rPr>
                  <a:t>chuẩn hóa</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0.5"/>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4"/>
          <c:w val="0.96"/>
          <c:h val="0.92"/>
        </c:manualLayout>
      </c:layout>
      <c:lineChart>
        <c:varyColors val="0"/>
        <c:ser>
          <c:idx val="0"/>
          <c:order val="0"/>
          <c:tx>
            <c:strRef>
              <c:f>Sheet1!$B$1</c:f>
              <c:strCache>
                <c:ptCount val="1"/>
                <c:pt idx="0">
                  <c:v>s0</c:v>
                </c:pt>
              </c:strCache>
            </c:strRef>
          </c:tx>
          <c:spPr>
            <a:solidFill>
              <a:srgbClr val="E89B0C"/>
            </a:solidFill>
            <a:ln w="15875" cap="flat">
              <a:solidFill>
                <a:srgbClr val="E89B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9B0C"/>
              </a:solidFill>
              <a:ln w="9525" cap="flat">
                <a:solidFill>
                  <a:srgbClr val="E89B0C"/>
                </a:solidFill>
                <a:prstDash val="solid"/>
                <a:round/>
              </a:ln>
              <a:effectLst/>
            </c:spPr>
          </c:marker>
          <c:cat>
            <c:multiLvlStrRef>
              <c:f>Sheet1!$A$2:$A$193</c:f>
              <c:multiLvlStrCache>
                <c:ptCount val="19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lvl>
              </c:multiLvlStrCache>
            </c:multiLvlStrRef>
          </c:cat>
          <c:val>
            <c:numRef>
              <c:f>Sheet1!$B$2:$B$193</c:f>
              <c:numCache>
                <c:formatCode>General</c:formatCode>
                <c:ptCount val="192"/>
                <c:pt idx="0">
                  <c:v>0</c:v>
                </c:pt>
                <c:pt idx="1">
                  <c:v>0</c:v>
                </c:pt>
                <c:pt idx="2">
                  <c:v>0</c:v>
                </c:pt>
                <c:pt idx="3">
                  <c:v>0</c:v>
                </c:pt>
                <c:pt idx="4">
                  <c:v>0</c:v>
                </c:pt>
                <c:pt idx="5">
                  <c:v>0</c:v>
                </c:pt>
                <c:pt idx="6">
                  <c:v>0</c:v>
                </c:pt>
                <c:pt idx="7">
                  <c:v>0.612</c:v>
                </c:pt>
                <c:pt idx="8">
                  <c:v>1.421</c:v>
                </c:pt>
                <c:pt idx="9">
                  <c:v>1.869</c:v>
                </c:pt>
                <c:pt idx="10">
                  <c:v>1.906</c:v>
                </c:pt>
                <c:pt idx="11">
                  <c:v>2.254</c:v>
                </c:pt>
                <c:pt idx="12">
                  <c:v>2.514</c:v>
                </c:pt>
                <c:pt idx="13">
                  <c:v>2.171</c:v>
                </c:pt>
                <c:pt idx="14">
                  <c:v>2.07</c:v>
                </c:pt>
                <c:pt idx="15">
                  <c:v>2.023</c:v>
                </c:pt>
                <c:pt idx="16">
                  <c:v>1.114</c:v>
                </c:pt>
                <c:pt idx="17">
                  <c:v>0.282</c:v>
                </c:pt>
                <c:pt idx="18">
                  <c:v>0.029</c:v>
                </c:pt>
                <c:pt idx="19">
                  <c:v>0</c:v>
                </c:pt>
                <c:pt idx="20">
                  <c:v>0</c:v>
                </c:pt>
                <c:pt idx="21">
                  <c:v>0</c:v>
                </c:pt>
                <c:pt idx="22">
                  <c:v>0</c:v>
                </c:pt>
                <c:pt idx="23">
                  <c:v>0</c:v>
                </c:pt>
                <c:pt idx="24">
                  <c:v>0</c:v>
                </c:pt>
                <c:pt idx="25">
                  <c:v>0</c:v>
                </c:pt>
                <c:pt idx="26">
                  <c:v>0</c:v>
                </c:pt>
                <c:pt idx="27">
                  <c:v>0</c:v>
                </c:pt>
                <c:pt idx="28">
                  <c:v>0</c:v>
                </c:pt>
                <c:pt idx="29">
                  <c:v>0</c:v>
                </c:pt>
                <c:pt idx="30">
                  <c:v>0</c:v>
                </c:pt>
                <c:pt idx="31">
                  <c:v>0.406</c:v>
                </c:pt>
                <c:pt idx="32">
                  <c:v>1.257</c:v>
                </c:pt>
                <c:pt idx="33">
                  <c:v>2.145</c:v>
                </c:pt>
                <c:pt idx="34">
                  <c:v>1.761</c:v>
                </c:pt>
                <c:pt idx="35">
                  <c:v>1.46</c:v>
                </c:pt>
                <c:pt idx="36">
                  <c:v>1.605</c:v>
                </c:pt>
                <c:pt idx="37">
                  <c:v>2.038</c:v>
                </c:pt>
                <c:pt idx="38">
                  <c:v>2.703</c:v>
                </c:pt>
                <c:pt idx="39">
                  <c:v>2.155</c:v>
                </c:pt>
                <c:pt idx="40">
                  <c:v>1.254</c:v>
                </c:pt>
                <c:pt idx="41">
                  <c:v>0.397</c:v>
                </c:pt>
                <c:pt idx="42">
                  <c:v>0.017</c:v>
                </c:pt>
                <c:pt idx="43">
                  <c:v>0</c:v>
                </c:pt>
                <c:pt idx="44">
                  <c:v>0</c:v>
                </c:pt>
                <c:pt idx="45">
                  <c:v>0</c:v>
                </c:pt>
                <c:pt idx="46">
                  <c:v>0</c:v>
                </c:pt>
                <c:pt idx="47">
                  <c:v>0</c:v>
                </c:pt>
                <c:pt idx="48">
                  <c:v>0</c:v>
                </c:pt>
                <c:pt idx="49">
                  <c:v>0</c:v>
                </c:pt>
                <c:pt idx="50">
                  <c:v>0</c:v>
                </c:pt>
                <c:pt idx="51">
                  <c:v>0</c:v>
                </c:pt>
                <c:pt idx="52">
                  <c:v>0</c:v>
                </c:pt>
                <c:pt idx="53">
                  <c:v>0</c:v>
                </c:pt>
                <c:pt idx="54">
                  <c:v>0</c:v>
                </c:pt>
                <c:pt idx="55">
                  <c:v>0.764</c:v>
                </c:pt>
                <c:pt idx="56">
                  <c:v>1.838</c:v>
                </c:pt>
                <c:pt idx="57">
                  <c:v>2.774</c:v>
                </c:pt>
                <c:pt idx="58">
                  <c:v>3.539</c:v>
                </c:pt>
                <c:pt idx="59">
                  <c:v>3.941</c:v>
                </c:pt>
                <c:pt idx="60">
                  <c:v>3.986</c:v>
                </c:pt>
                <c:pt idx="61">
                  <c:v>3.855</c:v>
                </c:pt>
                <c:pt idx="62">
                  <c:v>3.409</c:v>
                </c:pt>
                <c:pt idx="63">
                  <c:v>2.644</c:v>
                </c:pt>
                <c:pt idx="64">
                  <c:v>1.626</c:v>
                </c:pt>
                <c:pt idx="65">
                  <c:v>0.57</c:v>
                </c:pt>
                <c:pt idx="66">
                  <c:v>0.035</c:v>
                </c:pt>
                <c:pt idx="67">
                  <c:v>0</c:v>
                </c:pt>
                <c:pt idx="68">
                  <c:v>0</c:v>
                </c:pt>
                <c:pt idx="69">
                  <c:v>0</c:v>
                </c:pt>
                <c:pt idx="70">
                  <c:v>0</c:v>
                </c:pt>
                <c:pt idx="71">
                  <c:v>0</c:v>
                </c:pt>
                <c:pt idx="72">
                  <c:v>0</c:v>
                </c:pt>
                <c:pt idx="73">
                  <c:v>0</c:v>
                </c:pt>
                <c:pt idx="74">
                  <c:v>0</c:v>
                </c:pt>
                <c:pt idx="75">
                  <c:v>0</c:v>
                </c:pt>
                <c:pt idx="76">
                  <c:v>0</c:v>
                </c:pt>
                <c:pt idx="77">
                  <c:v>0</c:v>
                </c:pt>
                <c:pt idx="78">
                  <c:v>0</c:v>
                </c:pt>
                <c:pt idx="79">
                  <c:v>0.797</c:v>
                </c:pt>
                <c:pt idx="80">
                  <c:v>1.838</c:v>
                </c:pt>
                <c:pt idx="81">
                  <c:v>2.815</c:v>
                </c:pt>
                <c:pt idx="82">
                  <c:v>3.495</c:v>
                </c:pt>
                <c:pt idx="83">
                  <c:v>3.888</c:v>
                </c:pt>
                <c:pt idx="84">
                  <c:v>3.909</c:v>
                </c:pt>
                <c:pt idx="85">
                  <c:v>3.583</c:v>
                </c:pt>
                <c:pt idx="86">
                  <c:v>2.998</c:v>
                </c:pt>
                <c:pt idx="87">
                  <c:v>2.145</c:v>
                </c:pt>
                <c:pt idx="88">
                  <c:v>1.139</c:v>
                </c:pt>
                <c:pt idx="89">
                  <c:v>0.454</c:v>
                </c:pt>
                <c:pt idx="90">
                  <c:v>0.029</c:v>
                </c:pt>
                <c:pt idx="91">
                  <c:v>0</c:v>
                </c:pt>
                <c:pt idx="92">
                  <c:v>0</c:v>
                </c:pt>
                <c:pt idx="93">
                  <c:v>0</c:v>
                </c:pt>
                <c:pt idx="94">
                  <c:v>0</c:v>
                </c:pt>
                <c:pt idx="95">
                  <c:v>0</c:v>
                </c:pt>
                <c:pt idx="96">
                  <c:v>0</c:v>
                </c:pt>
                <c:pt idx="97">
                  <c:v>0</c:v>
                </c:pt>
                <c:pt idx="98">
                  <c:v>0</c:v>
                </c:pt>
                <c:pt idx="99">
                  <c:v>0</c:v>
                </c:pt>
                <c:pt idx="100">
                  <c:v>0</c:v>
                </c:pt>
                <c:pt idx="101">
                  <c:v>0</c:v>
                </c:pt>
                <c:pt idx="102">
                  <c:v>0</c:v>
                </c:pt>
                <c:pt idx="103">
                  <c:v>0.8</c:v>
                </c:pt>
                <c:pt idx="104">
                  <c:v>1.699</c:v>
                </c:pt>
                <c:pt idx="105">
                  <c:v>2.566</c:v>
                </c:pt>
                <c:pt idx="106">
                  <c:v>3.407</c:v>
                </c:pt>
                <c:pt idx="107">
                  <c:v>3.775</c:v>
                </c:pt>
                <c:pt idx="108">
                  <c:v>3.77</c:v>
                </c:pt>
                <c:pt idx="109">
                  <c:v>3.69</c:v>
                </c:pt>
                <c:pt idx="110">
                  <c:v>2.87</c:v>
                </c:pt>
                <c:pt idx="111">
                  <c:v>1.807</c:v>
                </c:pt>
                <c:pt idx="112">
                  <c:v>1.16</c:v>
                </c:pt>
                <c:pt idx="113">
                  <c:v>0.51</c:v>
                </c:pt>
                <c:pt idx="114">
                  <c:v>0.031</c:v>
                </c:pt>
                <c:pt idx="115">
                  <c:v>0</c:v>
                </c:pt>
                <c:pt idx="116">
                  <c:v>0</c:v>
                </c:pt>
                <c:pt idx="117">
                  <c:v>0</c:v>
                </c:pt>
                <c:pt idx="118">
                  <c:v>0</c:v>
                </c:pt>
                <c:pt idx="119">
                  <c:v>0</c:v>
                </c:pt>
                <c:pt idx="120">
                  <c:v>0</c:v>
                </c:pt>
                <c:pt idx="121">
                  <c:v>0</c:v>
                </c:pt>
                <c:pt idx="122">
                  <c:v>0</c:v>
                </c:pt>
                <c:pt idx="123">
                  <c:v>0</c:v>
                </c:pt>
                <c:pt idx="124">
                  <c:v>0</c:v>
                </c:pt>
                <c:pt idx="125">
                  <c:v>0</c:v>
                </c:pt>
                <c:pt idx="126">
                  <c:v>0</c:v>
                </c:pt>
                <c:pt idx="127">
                  <c:v>0.774</c:v>
                </c:pt>
                <c:pt idx="128">
                  <c:v>1.264</c:v>
                </c:pt>
                <c:pt idx="129">
                  <c:v>1.153</c:v>
                </c:pt>
                <c:pt idx="130">
                  <c:v>1.211</c:v>
                </c:pt>
                <c:pt idx="131">
                  <c:v>1.5</c:v>
                </c:pt>
                <c:pt idx="132">
                  <c:v>1.445</c:v>
                </c:pt>
                <c:pt idx="133">
                  <c:v>1.251</c:v>
                </c:pt>
                <c:pt idx="134">
                  <c:v>1.306</c:v>
                </c:pt>
                <c:pt idx="135">
                  <c:v>1.259</c:v>
                </c:pt>
                <c:pt idx="136">
                  <c:v>0.657</c:v>
                </c:pt>
                <c:pt idx="137">
                  <c:v>0.149</c:v>
                </c:pt>
                <c:pt idx="138">
                  <c:v>0.018</c:v>
                </c:pt>
                <c:pt idx="139">
                  <c:v>0</c:v>
                </c:pt>
                <c:pt idx="140">
                  <c:v>0</c:v>
                </c:pt>
                <c:pt idx="141">
                  <c:v>0</c:v>
                </c:pt>
                <c:pt idx="142">
                  <c:v>0</c:v>
                </c:pt>
                <c:pt idx="143">
                  <c:v>0</c:v>
                </c:pt>
                <c:pt idx="144">
                  <c:v>0</c:v>
                </c:pt>
                <c:pt idx="145">
                  <c:v>0</c:v>
                </c:pt>
                <c:pt idx="146">
                  <c:v>0</c:v>
                </c:pt>
                <c:pt idx="147">
                  <c:v>0</c:v>
                </c:pt>
                <c:pt idx="148">
                  <c:v>0</c:v>
                </c:pt>
                <c:pt idx="149">
                  <c:v>0</c:v>
                </c:pt>
                <c:pt idx="150">
                  <c:v>0</c:v>
                </c:pt>
                <c:pt idx="151">
                  <c:v>0.291</c:v>
                </c:pt>
                <c:pt idx="152">
                  <c:v>0.844</c:v>
                </c:pt>
                <c:pt idx="153">
                  <c:v>1.114</c:v>
                </c:pt>
                <c:pt idx="154">
                  <c:v>0.929</c:v>
                </c:pt>
                <c:pt idx="155">
                  <c:v>1.008</c:v>
                </c:pt>
                <c:pt idx="156">
                  <c:v>1.076</c:v>
                </c:pt>
                <c:pt idx="157">
                  <c:v>1.345</c:v>
                </c:pt>
                <c:pt idx="158">
                  <c:v>1.471</c:v>
                </c:pt>
                <c:pt idx="159">
                  <c:v>1.213</c:v>
                </c:pt>
                <c:pt idx="160">
                  <c:v>0.804</c:v>
                </c:pt>
                <c:pt idx="161">
                  <c:v>0.24</c:v>
                </c:pt>
                <c:pt idx="162">
                  <c:v>0.023</c:v>
                </c:pt>
                <c:pt idx="163">
                  <c:v>0</c:v>
                </c:pt>
                <c:pt idx="164">
                  <c:v>0</c:v>
                </c:pt>
                <c:pt idx="165">
                  <c:v>0</c:v>
                </c:pt>
                <c:pt idx="166">
                  <c:v>0</c:v>
                </c:pt>
                <c:pt idx="167">
                  <c:v>0</c:v>
                </c:pt>
                <c:pt idx="168">
                  <c:v>0</c:v>
                </c:pt>
                <c:pt idx="169">
                  <c:v>0</c:v>
                </c:pt>
                <c:pt idx="170">
                  <c:v>0</c:v>
                </c:pt>
                <c:pt idx="171">
                  <c:v>0</c:v>
                </c:pt>
                <c:pt idx="172">
                  <c:v>0</c:v>
                </c:pt>
                <c:pt idx="173">
                  <c:v>0</c:v>
                </c:pt>
                <c:pt idx="174">
                  <c:v>0</c:v>
                </c:pt>
                <c:pt idx="175">
                  <c:v>0.788</c:v>
                </c:pt>
                <c:pt idx="176">
                  <c:v>1.742</c:v>
                </c:pt>
                <c:pt idx="177">
                  <c:v>2.38</c:v>
                </c:pt>
                <c:pt idx="178">
                  <c:v>3.061</c:v>
                </c:pt>
                <c:pt idx="179">
                  <c:v>3.61</c:v>
                </c:pt>
                <c:pt idx="180">
                  <c:v>3.313</c:v>
                </c:pt>
                <c:pt idx="181">
                  <c:v>2.675</c:v>
                </c:pt>
                <c:pt idx="182">
                  <c:v>2.365</c:v>
                </c:pt>
                <c:pt idx="183">
                  <c:v>1.882</c:v>
                </c:pt>
                <c:pt idx="184">
                  <c:v>0.892</c:v>
                </c:pt>
                <c:pt idx="185">
                  <c:v>0.332</c:v>
                </c:pt>
                <c:pt idx="186">
                  <c:v>0.034</c:v>
                </c:pt>
                <c:pt idx="187">
                  <c:v>0</c:v>
                </c:pt>
                <c:pt idx="188">
                  <c:v>0</c:v>
                </c:pt>
                <c:pt idx="189">
                  <c:v>0</c:v>
                </c:pt>
                <c:pt idx="190">
                  <c:v>0</c:v>
                </c:pt>
                <c:pt idx="19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khối có một biểu đồ thật từ dữ liệu minh họa (thời tiết TMY2 Miami kèm pvlib, PV mô phỏng 5 kWp, lỗi logger giả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minh họa: thời tiết TMY2 Miami (NREL, kèm pvlib), PV mô phỏng 5 kWp bằng pvlib, lỗi logger giả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GU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 y="228600"/>
            <a:ext cx="8412480" cy="502920"/>
          </a:xfrm>
          <a:prstGeom prst="rect">
            <a:avLst/>
          </a:prstGeom>
          <a:noFill/>
          <a:ln/>
        </p:spPr>
        <p:txBody>
          <a:bodyPr wrap="square" rtlCol="0"/>
          <a:lstStyle>
            <a:lvl1pPr algn="l" indent="0" marL="0">
              <a:buNone/>
              <a:defRPr lang="en-US" sz="2600" b="1" dirty="0">
                <a:solidFill>
                  <a:schemeClr val="tx1"/>
                </a:solidFill>
                <a:latin typeface="+mj-lt" pitchFamily="34" charset="0"/>
                <a:ea typeface="+mj-lt" pitchFamily="34" charset="-122"/>
                <a:cs typeface="+mj-lt" pitchFamily="34" charset="-120"/>
              </a:defRPr>
            </a:lvl1pPr>
          </a:lstStyle>
          <a:p>
            <a:pPr algn="l" indent="0" marL="0">
              <a:buNone/>
            </a:pPr>
            <a:endParaRPr lang="en-US" sz="2600" dirty="0"/>
          </a:p>
        </p:txBody>
      </p:sp>
      <p:sp>
        <p:nvSpPr>
          <p:cNvPr id="3" name="Text 0"/>
          <p:cNvSpPr/>
          <p:nvPr>
            <p:ph idx="101" type="body" hasCustomPrompt="1"/>
          </p:nvPr>
        </p:nvSpPr>
        <p:spPr>
          <a:xfrm>
            <a:off x="365760" y="4526280"/>
            <a:ext cx="8412480" cy="457200"/>
          </a:xfrm>
          <a:prstGeom prst="rect">
            <a:avLst/>
          </a:prstGeom>
          <a:noFill/>
          <a:ln/>
        </p:spPr>
        <p:txBody>
          <a:bodyPr wrap="square" rtlCol="0"/>
          <a:lstStyle>
            <a:lvl1pPr algn="l" indent="0" marL="0">
              <a:buNone/>
              <a:defRPr lang="en-US" sz="1100" dirty="0">
                <a:solidFill>
                  <a:schemeClr val="tx2"/>
                </a:solidFill>
              </a:defRPr>
            </a:lvl1pPr>
          </a:lstStyle>
          <a:p>
            <a:pPr algn="l" indent="0" marL="0">
              <a:buNone/>
            </a:pP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chart" Target="/ppt/charts/chart7.xml"/><Relationship Id="rId8" Type="http://schemas.openxmlformats.org/officeDocument/2006/relationships/chart" Target="/ppt/charts/chart8.xml"/><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chart" Target="/ppt/charts/chart11.xml"/><Relationship Id="rId4" Type="http://schemas.openxmlformats.org/officeDocument/2006/relationships/chart" Target="/ppt/charts/chart12.xml"/><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365760" y="228600"/>
            <a:ext cx="8412480" cy="502920"/>
          </a:xfrm>
          <a:prstGeom prst="rect">
            <a:avLst/>
          </a:prstGeom>
          <a:noFill/>
          <a:ln/>
        </p:spPr>
        <p:txBody>
          <a:bodyPr wrap="square" lIns="0" tIns="0" rIns="0" bIns="0" rtlCol="0" anchor="t"/>
          <a:lstStyle/>
          <a:p>
            <a:pPr algn="l" indent="0" marL="0">
              <a:buNone/>
            </a:pPr>
            <a:r>
              <a:rPr lang="en-US" sz="2600" b="1" dirty="0">
                <a:solidFill>
                  <a:schemeClr val="tx1"/>
                </a:solidFill>
                <a:latin typeface="+mj-lt" pitchFamily="34" charset="0"/>
                <a:ea typeface="+mj-lt" pitchFamily="34" charset="-122"/>
                <a:cs typeface="+mj-lt" pitchFamily="34" charset="-120"/>
              </a:rPr>
              <a:t>Luồng thu thập và xử lý dữ liệu</a:t>
            </a:r>
            <a:endParaRPr lang="en-US" sz="2600" dirty="0"/>
          </a:p>
        </p:txBody>
      </p:sp>
      <p:sp>
        <p:nvSpPr>
          <p:cNvPr id="3" name="Group THU THẬP"/>
          <p:cNvSpPr/>
          <p:nvPr/>
        </p:nvSpPr>
        <p:spPr>
          <a:xfrm>
            <a:off x="301752" y="1124712"/>
            <a:ext cx="1682496" cy="3099816"/>
          </a:xfrm>
          <a:prstGeom prst="roundRect">
            <a:avLst>
              <a:gd name="adj" fmla="val 5435"/>
            </a:avLst>
          </a:prstGeom>
          <a:solidFill>
            <a:schemeClr val="bg2"/>
          </a:solidFill>
          <a:ln w="9525">
            <a:solidFill>
              <a:srgbClr val="CBD5E0"/>
            </a:solidFill>
            <a:prstDash val="dash"/>
          </a:ln>
        </p:spPr>
      </p:sp>
      <p:sp>
        <p:nvSpPr>
          <p:cNvPr id="4" name="Group THU THẬP label"/>
          <p:cNvSpPr txBox="1"/>
          <p:nvPr/>
        </p:nvSpPr>
        <p:spPr>
          <a:xfrm>
            <a:off x="301752" y="850392"/>
            <a:ext cx="1682496"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THU THẬP</a:t>
            </a:r>
            <a:endParaRPr lang="en-US" sz="1000" dirty="0"/>
          </a:p>
        </p:txBody>
      </p:sp>
      <p:sp>
        <p:nvSpPr>
          <p:cNvPr id="5" name="Group XỬ LÝ"/>
          <p:cNvSpPr/>
          <p:nvPr/>
        </p:nvSpPr>
        <p:spPr>
          <a:xfrm>
            <a:off x="2084832" y="1124712"/>
            <a:ext cx="3465576" cy="3099816"/>
          </a:xfrm>
          <a:prstGeom prst="roundRect">
            <a:avLst>
              <a:gd name="adj" fmla="val 2950"/>
            </a:avLst>
          </a:prstGeom>
          <a:solidFill>
            <a:schemeClr val="bg2"/>
          </a:solidFill>
          <a:ln w="9525">
            <a:solidFill>
              <a:srgbClr val="CBD5E0"/>
            </a:solidFill>
            <a:prstDash val="dash"/>
          </a:ln>
        </p:spPr>
      </p:sp>
      <p:sp>
        <p:nvSpPr>
          <p:cNvPr id="6" name="Group XỬ LÝ label"/>
          <p:cNvSpPr txBox="1"/>
          <p:nvPr/>
        </p:nvSpPr>
        <p:spPr>
          <a:xfrm>
            <a:off x="2084832" y="850392"/>
            <a:ext cx="3465576"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XỬ LÝ</a:t>
            </a:r>
            <a:endParaRPr lang="en-US" sz="1000" dirty="0"/>
          </a:p>
        </p:txBody>
      </p:sp>
      <p:sp>
        <p:nvSpPr>
          <p:cNvPr id="7" name="Group ĐẦU VÀO MÔ HÌNH"/>
          <p:cNvSpPr/>
          <p:nvPr/>
        </p:nvSpPr>
        <p:spPr>
          <a:xfrm>
            <a:off x="5650992" y="1124712"/>
            <a:ext cx="3191256" cy="3099816"/>
          </a:xfrm>
          <a:prstGeom prst="roundRect">
            <a:avLst>
              <a:gd name="adj" fmla="val 2950"/>
            </a:avLst>
          </a:prstGeom>
          <a:solidFill>
            <a:schemeClr val="bg2"/>
          </a:solidFill>
          <a:ln w="9525">
            <a:solidFill>
              <a:srgbClr val="CBD5E0"/>
            </a:solidFill>
            <a:prstDash val="dash"/>
          </a:ln>
        </p:spPr>
      </p:sp>
      <p:sp>
        <p:nvSpPr>
          <p:cNvPr id="8" name="Group ĐẦU VÀO MÔ HÌNH label"/>
          <p:cNvSpPr txBox="1"/>
          <p:nvPr/>
        </p:nvSpPr>
        <p:spPr>
          <a:xfrm>
            <a:off x="5650992" y="850392"/>
            <a:ext cx="3191256"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ĐẦU VÀO MÔ HÌNH</a:t>
            </a:r>
            <a:endParaRPr lang="en-US" sz="1000" dirty="0"/>
          </a:p>
        </p:txBody>
      </p:sp>
      <p:sp>
        <p:nvSpPr>
          <p:cNvPr id="9" name="Inverter block"/>
          <p:cNvSpPr/>
          <p:nvPr/>
        </p:nvSpPr>
        <p:spPr>
          <a:xfrm>
            <a:off x="411480" y="1234440"/>
            <a:ext cx="1463040" cy="1325880"/>
          </a:xfrm>
          <a:prstGeom prst="roundRect">
            <a:avLst>
              <a:gd name="adj" fmla="val 5517"/>
            </a:avLst>
          </a:prstGeom>
          <a:solidFill>
            <a:schemeClr val="bg1"/>
          </a:solidFill>
          <a:ln w="12700">
            <a:solidFill>
              <a:srgbClr val="CBD5E0"/>
            </a:solidFill>
            <a:prstDash val="solid"/>
          </a:ln>
        </p:spPr>
      </p:sp>
      <p:sp>
        <p:nvSpPr>
          <p:cNvPr id="10" name="Inverter head"/>
          <p:cNvSpPr txBox="1"/>
          <p:nvPr/>
        </p:nvSpPr>
        <p:spPr>
          <a:xfrm>
            <a:off x="502920" y="1307592"/>
            <a:ext cx="1325880" cy="219456"/>
          </a:xfrm>
          <a:prstGeom prst="rect">
            <a:avLst/>
          </a:prstGeom>
          <a:noFill/>
          <a:ln/>
        </p:spPr>
        <p:txBody>
          <a:bodyPr wrap="square" lIns="0" tIns="0" rIns="0" bIns="0" rtlCol="0" anchor="ctr"/>
          <a:lstStyle/>
          <a:p>
            <a:pPr indent="0" marL="0">
              <a:buNone/>
            </a:pPr>
            <a:r>
              <a:rPr lang="en-US" sz="1200" b="1" dirty="0">
                <a:solidFill>
                  <a:schemeClr val="tx1"/>
                </a:solidFill>
              </a:rPr>
              <a:t>Inverter</a:t>
            </a:r>
            <a:endParaRPr lang="en-US" sz="1200" dirty="0"/>
          </a:p>
        </p:txBody>
      </p:sp>
      <p:graphicFrame>
        <p:nvGraphicFramePr>
          <p:cNvPr id="11" name="Inverter spark" descr=""/>
          <p:cNvGraphicFramePr/>
          <p:nvPr/>
        </p:nvGraphicFramePr>
        <p:xfrm>
          <a:off x="484632" y="1581912"/>
          <a:ext cx="1316736" cy="603504"/>
        </p:xfrm>
        <a:graphic xmlns:a="http://schemas.openxmlformats.org/drawingml/2006/main">
          <a:graphicData uri="http://schemas.openxmlformats.org/drawingml/2006/chart">
            <c:chart xmlns:c="http://schemas.openxmlformats.org/drawingml/2006/chart" r:id="rId1"/>
          </a:graphicData>
        </a:graphic>
      </p:graphicFrame>
      <p:sp>
        <p:nvSpPr>
          <p:cNvPr id="12" name="Inverter caption"/>
          <p:cNvSpPr txBox="1"/>
          <p:nvPr/>
        </p:nvSpPr>
        <p:spPr>
          <a:xfrm>
            <a:off x="484632" y="2212848"/>
            <a:ext cx="1316736" cy="301752"/>
          </a:xfrm>
          <a:prstGeom prst="rect">
            <a:avLst/>
          </a:prstGeom>
          <a:noFill/>
          <a:ln/>
        </p:spPr>
        <p:txBody>
          <a:bodyPr wrap="square" lIns="0" tIns="0" rIns="0" bIns="0" rtlCol="0" anchor="t"/>
          <a:lstStyle/>
          <a:p>
            <a:pPr indent="0" marL="0">
              <a:buNone/>
            </a:pPr>
            <a:r>
              <a:rPr lang="en-US" sz="950" dirty="0">
                <a:solidFill>
                  <a:schemeClr val="tx2"/>
                </a:solidFill>
              </a:rPr>
              <a:t>Công suất AC · 5 phút</a:t>
            </a:r>
            <a:endParaRPr lang="en-US" sz="950" dirty="0"/>
          </a:p>
          <a:p>
            <a:pPr indent="0" marL="0">
              <a:buNone/>
            </a:pPr>
            <a:r>
              <a:rPr lang="en-US" sz="950" dirty="0">
                <a:solidFill>
                  <a:schemeClr val="tx2"/>
                </a:solidFill>
              </a:rPr>
              <a:t>(có lỗi: trùng, spike, mất)</a:t>
            </a:r>
            <a:endParaRPr lang="en-US" sz="950" dirty="0"/>
          </a:p>
        </p:txBody>
      </p:sp>
      <p:sp>
        <p:nvSpPr>
          <p:cNvPr id="13" name="Clean block"/>
          <p:cNvSpPr/>
          <p:nvPr/>
        </p:nvSpPr>
        <p:spPr>
          <a:xfrm>
            <a:off x="2194560" y="1234440"/>
            <a:ext cx="1463040" cy="1325880"/>
          </a:xfrm>
          <a:prstGeom prst="roundRect">
            <a:avLst>
              <a:gd name="adj" fmla="val 5517"/>
            </a:avLst>
          </a:prstGeom>
          <a:solidFill>
            <a:schemeClr val="bg1"/>
          </a:solidFill>
          <a:ln w="12700">
            <a:solidFill>
              <a:srgbClr val="CBD5E0"/>
            </a:solidFill>
            <a:prstDash val="solid"/>
          </a:ln>
        </p:spPr>
      </p:sp>
      <p:sp>
        <p:nvSpPr>
          <p:cNvPr id="14" name="Badge 1"/>
          <p:cNvSpPr/>
          <p:nvPr/>
        </p:nvSpPr>
        <p:spPr>
          <a:xfrm>
            <a:off x="2267712" y="1307592"/>
            <a:ext cx="201168" cy="201168"/>
          </a:xfrm>
          <a:prstGeom prst="ellipse">
            <a:avLst/>
          </a:prstGeom>
          <a:solidFill>
            <a:schemeClr val="accent3"/>
          </a:solidFill>
          <a:ln/>
        </p:spPr>
      </p:sp>
      <p:sp>
        <p:nvSpPr>
          <p:cNvPr id="15" name="Badge 1 num"/>
          <p:cNvSpPr txBox="1"/>
          <p:nvPr/>
        </p:nvSpPr>
        <p:spPr>
          <a:xfrm>
            <a:off x="2267712" y="130759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6" name="Clean head"/>
          <p:cNvSpPr txBox="1"/>
          <p:nvPr/>
        </p:nvSpPr>
        <p:spPr>
          <a:xfrm>
            <a:off x="2523744" y="130759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Làm sạch</a:t>
            </a:r>
            <a:endParaRPr lang="en-US" sz="1200" dirty="0"/>
          </a:p>
        </p:txBody>
      </p:sp>
      <p:graphicFrame>
        <p:nvGraphicFramePr>
          <p:cNvPr id="17" name="Clean spark" descr=""/>
          <p:cNvGraphicFramePr/>
          <p:nvPr/>
        </p:nvGraphicFramePr>
        <p:xfrm>
          <a:off x="2267712" y="1581912"/>
          <a:ext cx="1316736" cy="603504"/>
        </p:xfrm>
        <a:graphic xmlns:a="http://schemas.openxmlformats.org/drawingml/2006/main">
          <a:graphicData uri="http://schemas.openxmlformats.org/drawingml/2006/chart">
            <c:chart xmlns:c="http://schemas.openxmlformats.org/drawingml/2006/chart" r:id="rId2"/>
          </a:graphicData>
        </a:graphic>
      </p:graphicFrame>
      <p:sp>
        <p:nvSpPr>
          <p:cNvPr id="18" name="Clean caption"/>
          <p:cNvSpPr txBox="1"/>
          <p:nvPr/>
        </p:nvSpPr>
        <p:spPr>
          <a:xfrm>
            <a:off x="2267712" y="2212848"/>
            <a:ext cx="1316736" cy="301752"/>
          </a:xfrm>
          <a:prstGeom prst="rect">
            <a:avLst/>
          </a:prstGeom>
          <a:noFill/>
          <a:ln/>
        </p:spPr>
        <p:txBody>
          <a:bodyPr wrap="square" lIns="0" tIns="0" rIns="0" bIns="0" rtlCol="0" anchor="t"/>
          <a:lstStyle/>
          <a:p>
            <a:pPr indent="0" marL="0">
              <a:buNone/>
            </a:pPr>
            <a:r>
              <a:rPr lang="en-US" sz="950" dirty="0">
                <a:solidFill>
                  <a:schemeClr val="tx2"/>
                </a:solidFill>
              </a:rPr>
              <a:t>Bỏ trùng, ngoài ngưỡng,</a:t>
            </a:r>
            <a:endParaRPr lang="en-US" sz="950" dirty="0"/>
          </a:p>
          <a:p>
            <a:pPr indent="0" marL="0">
              <a:buNone/>
            </a:pPr>
            <a:r>
              <a:rPr lang="en-US" sz="950" dirty="0">
                <a:solidFill>
                  <a:schemeClr val="tx2"/>
                </a:solidFill>
              </a:rPr>
              <a:t>đứng giá · đêm = 0</a:t>
            </a:r>
            <a:endParaRPr lang="en-US" sz="950" dirty="0"/>
          </a:p>
        </p:txBody>
      </p:sp>
      <p:sp>
        <p:nvSpPr>
          <p:cNvPr id="19" name="Resample block"/>
          <p:cNvSpPr/>
          <p:nvPr/>
        </p:nvSpPr>
        <p:spPr>
          <a:xfrm>
            <a:off x="3977640" y="1234440"/>
            <a:ext cx="1463040" cy="1325880"/>
          </a:xfrm>
          <a:prstGeom prst="roundRect">
            <a:avLst>
              <a:gd name="adj" fmla="val 5517"/>
            </a:avLst>
          </a:prstGeom>
          <a:solidFill>
            <a:schemeClr val="bg1"/>
          </a:solidFill>
          <a:ln w="12700">
            <a:solidFill>
              <a:srgbClr val="CBD5E0"/>
            </a:solidFill>
            <a:prstDash val="solid"/>
          </a:ln>
        </p:spPr>
      </p:sp>
      <p:sp>
        <p:nvSpPr>
          <p:cNvPr id="20" name="Badge 2"/>
          <p:cNvSpPr/>
          <p:nvPr/>
        </p:nvSpPr>
        <p:spPr>
          <a:xfrm>
            <a:off x="4050792" y="1307592"/>
            <a:ext cx="201168" cy="201168"/>
          </a:xfrm>
          <a:prstGeom prst="ellipse">
            <a:avLst/>
          </a:prstGeom>
          <a:solidFill>
            <a:schemeClr val="accent1"/>
          </a:solidFill>
          <a:ln/>
        </p:spPr>
      </p:sp>
      <p:sp>
        <p:nvSpPr>
          <p:cNvPr id="21" name="Badge 2 num"/>
          <p:cNvSpPr txBox="1"/>
          <p:nvPr/>
        </p:nvSpPr>
        <p:spPr>
          <a:xfrm>
            <a:off x="4050792" y="130759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2" name="Resample head"/>
          <p:cNvSpPr txBox="1"/>
          <p:nvPr/>
        </p:nvSpPr>
        <p:spPr>
          <a:xfrm>
            <a:off x="4306824" y="130759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Gộp 1 giờ</a:t>
            </a:r>
            <a:endParaRPr lang="en-US" sz="1200" dirty="0"/>
          </a:p>
        </p:txBody>
      </p:sp>
      <p:graphicFrame>
        <p:nvGraphicFramePr>
          <p:cNvPr id="23" name="Resample spark" descr=""/>
          <p:cNvGraphicFramePr/>
          <p:nvPr/>
        </p:nvGraphicFramePr>
        <p:xfrm>
          <a:off x="4050792" y="1581912"/>
          <a:ext cx="1316736" cy="603504"/>
        </p:xfrm>
        <a:graphic xmlns:a="http://schemas.openxmlformats.org/drawingml/2006/main">
          <a:graphicData uri="http://schemas.openxmlformats.org/drawingml/2006/chart">
            <c:chart xmlns:c="http://schemas.openxmlformats.org/drawingml/2006/chart" r:id="rId3"/>
          </a:graphicData>
        </a:graphic>
      </p:graphicFrame>
      <p:sp>
        <p:nvSpPr>
          <p:cNvPr id="24" name="Resample caption"/>
          <p:cNvSpPr txBox="1"/>
          <p:nvPr/>
        </p:nvSpPr>
        <p:spPr>
          <a:xfrm>
            <a:off x="4050792" y="2212848"/>
            <a:ext cx="1316736" cy="301752"/>
          </a:xfrm>
          <a:prstGeom prst="rect">
            <a:avLst/>
          </a:prstGeom>
          <a:noFill/>
          <a:ln/>
        </p:spPr>
        <p:txBody>
          <a:bodyPr wrap="square" lIns="0" tIns="0" rIns="0" bIns="0" rtlCol="0" anchor="t"/>
          <a:lstStyle/>
          <a:p>
            <a:pPr indent="0" marL="0">
              <a:buNone/>
            </a:pPr>
            <a:r>
              <a:rPr lang="en-US" sz="950" dirty="0">
                <a:solidFill>
                  <a:schemeClr val="tx2"/>
                </a:solidFill>
              </a:rPr>
              <a:t>5 phút → kWh/giờ</a:t>
            </a:r>
            <a:endParaRPr lang="en-US" sz="950" dirty="0"/>
          </a:p>
          <a:p>
            <a:pPr indent="0" marL="0">
              <a:buNone/>
            </a:pPr>
            <a:r>
              <a:rPr lang="en-US" sz="950" dirty="0">
                <a:solidFill>
                  <a:schemeClr val="tx2"/>
                </a:solidFill>
              </a:rPr>
              <a:t>lấp chỗ trống</a:t>
            </a:r>
            <a:endParaRPr lang="en-US" sz="950" dirty="0"/>
          </a:p>
        </p:txBody>
      </p:sp>
      <p:sp>
        <p:nvSpPr>
          <p:cNvPr id="25" name="Weather block"/>
          <p:cNvSpPr/>
          <p:nvPr/>
        </p:nvSpPr>
        <p:spPr>
          <a:xfrm>
            <a:off x="411480" y="2788920"/>
            <a:ext cx="1463040" cy="1325880"/>
          </a:xfrm>
          <a:prstGeom prst="roundRect">
            <a:avLst>
              <a:gd name="adj" fmla="val 5517"/>
            </a:avLst>
          </a:prstGeom>
          <a:solidFill>
            <a:schemeClr val="bg1"/>
          </a:solidFill>
          <a:ln w="12700">
            <a:solidFill>
              <a:srgbClr val="CBD5E0"/>
            </a:solidFill>
            <a:prstDash val="solid"/>
          </a:ln>
        </p:spPr>
      </p:sp>
      <p:sp>
        <p:nvSpPr>
          <p:cNvPr id="26" name="Weather head"/>
          <p:cNvSpPr txBox="1"/>
          <p:nvPr/>
        </p:nvSpPr>
        <p:spPr>
          <a:xfrm>
            <a:off x="502920" y="2862072"/>
            <a:ext cx="1325880" cy="219456"/>
          </a:xfrm>
          <a:prstGeom prst="rect">
            <a:avLst/>
          </a:prstGeom>
          <a:noFill/>
          <a:ln/>
        </p:spPr>
        <p:txBody>
          <a:bodyPr wrap="square" lIns="0" tIns="0" rIns="0" bIns="0" rtlCol="0" anchor="ctr"/>
          <a:lstStyle/>
          <a:p>
            <a:pPr indent="0" marL="0">
              <a:buNone/>
            </a:pPr>
            <a:r>
              <a:rPr lang="en-US" sz="1200" b="1" dirty="0">
                <a:solidFill>
                  <a:schemeClr val="tx1"/>
                </a:solidFill>
              </a:rPr>
              <a:t>Open-Meteo</a:t>
            </a:r>
            <a:endParaRPr lang="en-US" sz="1200" dirty="0"/>
          </a:p>
        </p:txBody>
      </p:sp>
      <p:graphicFrame>
        <p:nvGraphicFramePr>
          <p:cNvPr id="27" name="Weather spark" descr=""/>
          <p:cNvGraphicFramePr/>
          <p:nvPr/>
        </p:nvGraphicFramePr>
        <p:xfrm>
          <a:off x="484632" y="3136392"/>
          <a:ext cx="1316736" cy="603504"/>
        </p:xfrm>
        <a:graphic xmlns:a="http://schemas.openxmlformats.org/drawingml/2006/main">
          <a:graphicData uri="http://schemas.openxmlformats.org/drawingml/2006/chart">
            <c:chart xmlns:c="http://schemas.openxmlformats.org/drawingml/2006/chart" r:id="rId4"/>
          </a:graphicData>
        </a:graphic>
      </p:graphicFrame>
      <p:sp>
        <p:nvSpPr>
          <p:cNvPr id="28" name="Weather caption"/>
          <p:cNvSpPr txBox="1"/>
          <p:nvPr/>
        </p:nvSpPr>
        <p:spPr>
          <a:xfrm>
            <a:off x="484632" y="3767328"/>
            <a:ext cx="1316736" cy="301752"/>
          </a:xfrm>
          <a:prstGeom prst="rect">
            <a:avLst/>
          </a:prstGeom>
          <a:noFill/>
          <a:ln/>
        </p:spPr>
        <p:txBody>
          <a:bodyPr wrap="square" lIns="0" tIns="0" rIns="0" bIns="0" rtlCol="0" anchor="t"/>
          <a:lstStyle/>
          <a:p>
            <a:pPr indent="0" marL="0">
              <a:buNone/>
            </a:pPr>
            <a:r>
              <a:rPr lang="en-US" sz="950" dirty="0">
                <a:solidFill>
                  <a:schemeClr val="tx2"/>
                </a:solidFill>
              </a:rPr>
              <a:t>Thời tiết theo tọa độ</a:t>
            </a:r>
            <a:endParaRPr lang="en-US" sz="950" dirty="0"/>
          </a:p>
          <a:p>
            <a:pPr indent="0" marL="0">
              <a:buNone/>
            </a:pPr>
            <a:r>
              <a:rPr lang="en-US" sz="950" dirty="0">
                <a:solidFill>
                  <a:schemeClr val="tx2"/>
                </a:solidFill>
              </a:rPr>
              <a:t>1 giờ · API miễn phí</a:t>
            </a:r>
            <a:endParaRPr lang="en-US" sz="950" dirty="0"/>
          </a:p>
        </p:txBody>
      </p:sp>
      <p:sp>
        <p:nvSpPr>
          <p:cNvPr id="29" name="Select block"/>
          <p:cNvSpPr/>
          <p:nvPr/>
        </p:nvSpPr>
        <p:spPr>
          <a:xfrm>
            <a:off x="2194560" y="2788920"/>
            <a:ext cx="1463040" cy="1325880"/>
          </a:xfrm>
          <a:prstGeom prst="roundRect">
            <a:avLst>
              <a:gd name="adj" fmla="val 5517"/>
            </a:avLst>
          </a:prstGeom>
          <a:solidFill>
            <a:schemeClr val="bg1"/>
          </a:solidFill>
          <a:ln w="12700">
            <a:solidFill>
              <a:srgbClr val="CBD5E0"/>
            </a:solidFill>
            <a:prstDash val="solid"/>
          </a:ln>
        </p:spPr>
      </p:sp>
      <p:sp>
        <p:nvSpPr>
          <p:cNvPr id="30" name="Badge 3"/>
          <p:cNvSpPr/>
          <p:nvPr/>
        </p:nvSpPr>
        <p:spPr>
          <a:xfrm>
            <a:off x="2267712" y="2862072"/>
            <a:ext cx="201168" cy="201168"/>
          </a:xfrm>
          <a:prstGeom prst="ellipse">
            <a:avLst/>
          </a:prstGeom>
          <a:solidFill>
            <a:schemeClr val="accent2"/>
          </a:solidFill>
          <a:ln/>
        </p:spPr>
      </p:sp>
      <p:sp>
        <p:nvSpPr>
          <p:cNvPr id="31" name="Badge 3 num"/>
          <p:cNvSpPr txBox="1"/>
          <p:nvPr/>
        </p:nvSpPr>
        <p:spPr>
          <a:xfrm>
            <a:off x="2267712" y="286207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2" name="Select head"/>
          <p:cNvSpPr txBox="1"/>
          <p:nvPr/>
        </p:nvSpPr>
        <p:spPr>
          <a:xfrm>
            <a:off x="2523744" y="286207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Chọn biến</a:t>
            </a:r>
            <a:endParaRPr lang="en-US" sz="1200" dirty="0"/>
          </a:p>
        </p:txBody>
      </p:sp>
      <p:graphicFrame>
        <p:nvGraphicFramePr>
          <p:cNvPr id="33" name="Select spark" descr=""/>
          <p:cNvGraphicFramePr/>
          <p:nvPr/>
        </p:nvGraphicFramePr>
        <p:xfrm>
          <a:off x="2267712" y="3136392"/>
          <a:ext cx="1316736" cy="603504"/>
        </p:xfrm>
        <a:graphic xmlns:a="http://schemas.openxmlformats.org/drawingml/2006/main">
          <a:graphicData uri="http://schemas.openxmlformats.org/drawingml/2006/chart">
            <c:chart xmlns:c="http://schemas.openxmlformats.org/drawingml/2006/chart" r:id="rId5"/>
          </a:graphicData>
        </a:graphic>
      </p:graphicFrame>
      <p:sp>
        <p:nvSpPr>
          <p:cNvPr id="34" name="Select caption"/>
          <p:cNvSpPr txBox="1"/>
          <p:nvPr/>
        </p:nvSpPr>
        <p:spPr>
          <a:xfrm>
            <a:off x="2267712" y="3767328"/>
            <a:ext cx="1316736" cy="301752"/>
          </a:xfrm>
          <a:prstGeom prst="rect">
            <a:avLst/>
          </a:prstGeom>
          <a:noFill/>
          <a:ln/>
        </p:spPr>
        <p:txBody>
          <a:bodyPr wrap="square" lIns="0" tIns="0" rIns="0" bIns="0" rtlCol="0" anchor="t"/>
          <a:lstStyle/>
          <a:p>
            <a:pPr indent="0" marL="0">
              <a:buNone/>
            </a:pPr>
            <a:r>
              <a:rPr lang="en-US" sz="950" dirty="0">
                <a:solidFill>
                  <a:schemeClr val="tx2"/>
                </a:solidFill>
              </a:rPr>
              <a:t>Bức xạ, mây, nhiệt,</a:t>
            </a:r>
            <a:endParaRPr lang="en-US" sz="950" dirty="0"/>
          </a:p>
          <a:p>
            <a:pPr indent="0" marL="0">
              <a:buNone/>
            </a:pPr>
            <a:r>
              <a:rPr lang="en-US" sz="950" dirty="0">
                <a:solidFill>
                  <a:schemeClr val="tx2"/>
                </a:solidFill>
              </a:rPr>
              <a:t>ẩm, gió</a:t>
            </a:r>
            <a:endParaRPr lang="en-US" sz="950" dirty="0"/>
          </a:p>
        </p:txBody>
      </p:sp>
      <p:sp>
        <p:nvSpPr>
          <p:cNvPr id="35" name="Shift block"/>
          <p:cNvSpPr/>
          <p:nvPr/>
        </p:nvSpPr>
        <p:spPr>
          <a:xfrm>
            <a:off x="3977640" y="2788920"/>
            <a:ext cx="1463040" cy="1325880"/>
          </a:xfrm>
          <a:prstGeom prst="roundRect">
            <a:avLst>
              <a:gd name="adj" fmla="val 5517"/>
            </a:avLst>
          </a:prstGeom>
          <a:solidFill>
            <a:schemeClr val="bg1"/>
          </a:solidFill>
          <a:ln w="12700">
            <a:solidFill>
              <a:srgbClr val="CBD5E0"/>
            </a:solidFill>
            <a:prstDash val="solid"/>
          </a:ln>
        </p:spPr>
      </p:sp>
      <p:sp>
        <p:nvSpPr>
          <p:cNvPr id="36" name="Badge 4"/>
          <p:cNvSpPr/>
          <p:nvPr/>
        </p:nvSpPr>
        <p:spPr>
          <a:xfrm>
            <a:off x="4050792" y="2862072"/>
            <a:ext cx="201168" cy="201168"/>
          </a:xfrm>
          <a:prstGeom prst="ellipse">
            <a:avLst/>
          </a:prstGeom>
          <a:solidFill>
            <a:schemeClr val="accent2"/>
          </a:solidFill>
          <a:ln/>
        </p:spPr>
      </p:sp>
      <p:sp>
        <p:nvSpPr>
          <p:cNvPr id="37" name="Badge 4 num"/>
          <p:cNvSpPr txBox="1"/>
          <p:nvPr/>
        </p:nvSpPr>
        <p:spPr>
          <a:xfrm>
            <a:off x="4050792" y="286207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ift head"/>
          <p:cNvSpPr txBox="1"/>
          <p:nvPr/>
        </p:nvSpPr>
        <p:spPr>
          <a:xfrm>
            <a:off x="4306824" y="2862072"/>
            <a:ext cx="1088136" cy="219456"/>
          </a:xfrm>
          <a:prstGeom prst="rect">
            <a:avLst/>
          </a:prstGeom>
          <a:noFill/>
          <a:ln/>
        </p:spPr>
        <p:txBody>
          <a:bodyPr wrap="square" lIns="0" tIns="0" rIns="0" bIns="0" rtlCol="0" anchor="ctr"/>
          <a:lstStyle/>
          <a:p>
            <a:pPr indent="0" marL="0">
              <a:buNone/>
            </a:pPr>
            <a:r>
              <a:rPr lang="en-US" sz="1200" b="1" dirty="0">
                <a:solidFill>
                  <a:schemeClr val="tx1"/>
                </a:solidFill>
              </a:rPr>
              <a:t>Dịch +24 giờ</a:t>
            </a:r>
            <a:endParaRPr lang="en-US" sz="1200" dirty="0"/>
          </a:p>
        </p:txBody>
      </p:sp>
      <p:graphicFrame>
        <p:nvGraphicFramePr>
          <p:cNvPr id="39" name="Shift spark" descr=""/>
          <p:cNvGraphicFramePr/>
          <p:nvPr/>
        </p:nvGraphicFramePr>
        <p:xfrm>
          <a:off x="4050792" y="3136392"/>
          <a:ext cx="1316736" cy="603504"/>
        </p:xfrm>
        <a:graphic xmlns:a="http://schemas.openxmlformats.org/drawingml/2006/main">
          <a:graphicData uri="http://schemas.openxmlformats.org/drawingml/2006/chart">
            <c:chart xmlns:c="http://schemas.openxmlformats.org/drawingml/2006/chart" r:id="rId6"/>
          </a:graphicData>
        </a:graphic>
      </p:graphicFrame>
      <p:sp>
        <p:nvSpPr>
          <p:cNvPr id="40" name="Shift caption"/>
          <p:cNvSpPr txBox="1"/>
          <p:nvPr/>
        </p:nvSpPr>
        <p:spPr>
          <a:xfrm>
            <a:off x="4050792" y="3767328"/>
            <a:ext cx="1316736" cy="301752"/>
          </a:xfrm>
          <a:prstGeom prst="rect">
            <a:avLst/>
          </a:prstGeom>
          <a:noFill/>
          <a:ln/>
        </p:spPr>
        <p:txBody>
          <a:bodyPr wrap="square" lIns="0" tIns="0" rIns="0" bIns="0" rtlCol="0" anchor="t"/>
          <a:lstStyle/>
          <a:p>
            <a:pPr indent="0" marL="0">
              <a:buNone/>
            </a:pPr>
            <a:r>
              <a:rPr lang="en-US" sz="950" dirty="0">
                <a:solidFill>
                  <a:schemeClr val="tx2"/>
                </a:solidFill>
              </a:rPr>
              <a:t>Thời tiết ngày mai đặt vào</a:t>
            </a:r>
            <a:endParaRPr lang="en-US" sz="950" dirty="0"/>
          </a:p>
          <a:p>
            <a:pPr indent="0" marL="0">
              <a:buNone/>
            </a:pPr>
            <a:r>
              <a:rPr lang="en-US" sz="950" dirty="0">
                <a:solidFill>
                  <a:schemeClr val="tx2"/>
                </a:solidFill>
              </a:rPr>
              <a:t>hàng hôm nay (= dự báo)</a:t>
            </a:r>
            <a:endParaRPr lang="en-US" sz="950" dirty="0"/>
          </a:p>
        </p:txBody>
      </p:sp>
      <p:sp>
        <p:nvSpPr>
          <p:cNvPr id="41" name="Merge block"/>
          <p:cNvSpPr/>
          <p:nvPr/>
        </p:nvSpPr>
        <p:spPr>
          <a:xfrm>
            <a:off x="5760720" y="1234440"/>
            <a:ext cx="1508760" cy="2880360"/>
          </a:xfrm>
          <a:prstGeom prst="roundRect">
            <a:avLst>
              <a:gd name="adj" fmla="val 4848"/>
            </a:avLst>
          </a:prstGeom>
          <a:solidFill>
            <a:schemeClr val="bg1"/>
          </a:solidFill>
          <a:ln w="12700">
            <a:solidFill>
              <a:srgbClr val="CBD5E0"/>
            </a:solidFill>
            <a:prstDash val="solid"/>
          </a:ln>
        </p:spPr>
      </p:sp>
      <p:sp>
        <p:nvSpPr>
          <p:cNvPr id="42" name="Badge 5"/>
          <p:cNvSpPr/>
          <p:nvPr/>
        </p:nvSpPr>
        <p:spPr>
          <a:xfrm>
            <a:off x="5833872" y="1307592"/>
            <a:ext cx="201168" cy="201168"/>
          </a:xfrm>
          <a:prstGeom prst="ellipse">
            <a:avLst/>
          </a:prstGeom>
          <a:solidFill>
            <a:schemeClr val="tx1"/>
          </a:solidFill>
          <a:ln/>
        </p:spPr>
      </p:sp>
      <p:sp>
        <p:nvSpPr>
          <p:cNvPr id="43" name="Badge 5 num"/>
          <p:cNvSpPr txBox="1"/>
          <p:nvPr/>
        </p:nvSpPr>
        <p:spPr>
          <a:xfrm>
            <a:off x="5833872" y="1307592"/>
            <a:ext cx="201168" cy="20116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4" name="Merge head"/>
          <p:cNvSpPr txBox="1"/>
          <p:nvPr/>
        </p:nvSpPr>
        <p:spPr>
          <a:xfrm>
            <a:off x="6089904" y="1307592"/>
            <a:ext cx="1143000" cy="219456"/>
          </a:xfrm>
          <a:prstGeom prst="rect">
            <a:avLst/>
          </a:prstGeom>
          <a:noFill/>
          <a:ln/>
        </p:spPr>
        <p:txBody>
          <a:bodyPr wrap="square" lIns="0" tIns="0" rIns="0" bIns="0" rtlCol="0" anchor="ctr"/>
          <a:lstStyle/>
          <a:p>
            <a:pPr indent="0" marL="0">
              <a:buNone/>
            </a:pPr>
            <a:r>
              <a:rPr lang="en-US" sz="1200" b="1" dirty="0">
                <a:solidFill>
                  <a:schemeClr val="tx1"/>
                </a:solidFill>
              </a:rPr>
              <a:t>Ghép &amp; cửa sổ</a:t>
            </a:r>
            <a:endParaRPr lang="en-US" sz="1200" dirty="0"/>
          </a:p>
        </p:txBody>
      </p:sp>
      <p:graphicFrame>
        <p:nvGraphicFramePr>
          <p:cNvPr id="45" name="Merge spark" descr=""/>
          <p:cNvGraphicFramePr/>
          <p:nvPr/>
        </p:nvGraphicFramePr>
        <p:xfrm>
          <a:off x="5833872" y="1645920"/>
          <a:ext cx="1362456" cy="1783080"/>
        </p:xfrm>
        <a:graphic xmlns:a="http://schemas.openxmlformats.org/drawingml/2006/main">
          <a:graphicData uri="http://schemas.openxmlformats.org/drawingml/2006/chart">
            <c:chart xmlns:c="http://schemas.openxmlformats.org/drawingml/2006/chart" r:id="rId7"/>
          </a:graphicData>
        </a:graphic>
      </p:graphicFrame>
      <p:sp>
        <p:nvSpPr>
          <p:cNvPr id="46" name="Lookback window"/>
          <p:cNvSpPr/>
          <p:nvPr/>
        </p:nvSpPr>
        <p:spPr>
          <a:xfrm>
            <a:off x="5861121" y="1717243"/>
            <a:ext cx="1144463" cy="1640434"/>
          </a:xfrm>
          <a:prstGeom prst="rect">
            <a:avLst/>
          </a:prstGeom>
          <a:solidFill>
            <a:srgbClr val="4A5568">
              <a:alpha val="12000"/>
            </a:srgbClr>
          </a:solidFill>
          <a:ln w="9525">
            <a:solidFill>
              <a:srgbClr val="4A5568"/>
            </a:solidFill>
            <a:prstDash val="solid"/>
          </a:ln>
        </p:spPr>
      </p:sp>
      <p:sp>
        <p:nvSpPr>
          <p:cNvPr id="47" name="Target window"/>
          <p:cNvSpPr/>
          <p:nvPr/>
        </p:nvSpPr>
        <p:spPr>
          <a:xfrm>
            <a:off x="7005584" y="1717243"/>
            <a:ext cx="163495" cy="287076"/>
          </a:xfrm>
          <a:prstGeom prst="rect">
            <a:avLst/>
          </a:prstGeom>
          <a:solidFill>
            <a:srgbClr val="E89B0C">
              <a:alpha val="25000"/>
            </a:srgbClr>
          </a:solidFill>
          <a:ln w="12700">
            <a:solidFill>
              <a:srgbClr val="E89B0C"/>
            </a:solidFill>
            <a:prstDash val="dash"/>
          </a:ln>
        </p:spPr>
      </p:sp>
      <p:sp>
        <p:nvSpPr>
          <p:cNvPr id="48" name="Lookback label"/>
          <p:cNvSpPr txBox="1"/>
          <p:nvPr/>
        </p:nvSpPr>
        <p:spPr>
          <a:xfrm>
            <a:off x="5861121" y="3447288"/>
            <a:ext cx="1144463" cy="182880"/>
          </a:xfrm>
          <a:prstGeom prst="rect">
            <a:avLst/>
          </a:prstGeom>
          <a:noFill/>
          <a:ln/>
        </p:spPr>
        <p:txBody>
          <a:bodyPr wrap="square" lIns="0" tIns="0" rIns="0" bIns="0" rtlCol="0" anchor="t"/>
          <a:lstStyle/>
          <a:p>
            <a:pPr algn="ctr" indent="0" marL="0">
              <a:buNone/>
            </a:pPr>
            <a:r>
              <a:rPr lang="en-US" sz="900" dirty="0">
                <a:solidFill>
                  <a:schemeClr val="tx2"/>
                </a:solidFill>
              </a:rPr>
              <a:t>168 giờ đầu vào</a:t>
            </a:r>
            <a:endParaRPr lang="en-US" sz="900" dirty="0"/>
          </a:p>
        </p:txBody>
      </p:sp>
      <p:sp>
        <p:nvSpPr>
          <p:cNvPr id="49" name="Target label"/>
          <p:cNvSpPr txBox="1"/>
          <p:nvPr/>
        </p:nvSpPr>
        <p:spPr>
          <a:xfrm>
            <a:off x="6959864" y="3447288"/>
            <a:ext cx="254935" cy="182880"/>
          </a:xfrm>
          <a:prstGeom prst="rect">
            <a:avLst/>
          </a:prstGeom>
          <a:noFill/>
          <a:ln/>
        </p:spPr>
        <p:txBody>
          <a:bodyPr wrap="square" lIns="0" tIns="0" rIns="0" bIns="0" rtlCol="0" anchor="t"/>
          <a:lstStyle/>
          <a:p>
            <a:pPr algn="ctr" indent="0" marL="0">
              <a:buNone/>
            </a:pPr>
            <a:r>
              <a:rPr lang="en-US" sz="900" b="1" dirty="0">
                <a:solidFill>
                  <a:schemeClr val="accent1"/>
                </a:solidFill>
              </a:rPr>
              <a:t>24h</a:t>
            </a:r>
            <a:endParaRPr lang="en-US" sz="900" dirty="0"/>
          </a:p>
        </p:txBody>
      </p:sp>
      <p:sp>
        <p:nvSpPr>
          <p:cNvPr id="50" name="Merge caption"/>
          <p:cNvSpPr txBox="1"/>
          <p:nvPr/>
        </p:nvSpPr>
        <p:spPr>
          <a:xfrm>
            <a:off x="5833872" y="3730752"/>
            <a:ext cx="1362456" cy="329184"/>
          </a:xfrm>
          <a:prstGeom prst="rect">
            <a:avLst/>
          </a:prstGeom>
          <a:noFill/>
          <a:ln/>
        </p:spPr>
        <p:txBody>
          <a:bodyPr wrap="square" lIns="0" tIns="0" rIns="0" bIns="0" rtlCol="0" anchor="t"/>
          <a:lstStyle/>
          <a:p>
            <a:pPr indent="0" marL="0">
              <a:buNone/>
            </a:pPr>
            <a:r>
              <a:rPr lang="en-US" sz="950" dirty="0">
                <a:solidFill>
                  <a:schemeClr val="tx2"/>
                </a:solidFill>
              </a:rPr>
              <a:t>PV + 5 biến thời tiết</a:t>
            </a:r>
            <a:endParaRPr lang="en-US" sz="950" dirty="0"/>
          </a:p>
          <a:p>
            <a:pPr indent="0" marL="0">
              <a:buNone/>
            </a:pPr>
            <a:r>
              <a:rPr lang="en-US" sz="950" dirty="0">
                <a:solidFill>
                  <a:schemeClr val="tx2"/>
                </a:solidFill>
              </a:rPr>
              <a:t>chia train/val/test 70/10/20</a:t>
            </a:r>
            <a:endParaRPr lang="en-US" sz="950" dirty="0"/>
          </a:p>
        </p:txBody>
      </p:sp>
      <p:sp>
        <p:nvSpPr>
          <p:cNvPr id="51" name="TimeXer block"/>
          <p:cNvSpPr/>
          <p:nvPr/>
        </p:nvSpPr>
        <p:spPr>
          <a:xfrm>
            <a:off x="7589520" y="1234440"/>
            <a:ext cx="1143000" cy="2880360"/>
          </a:xfrm>
          <a:prstGeom prst="roundRect">
            <a:avLst>
              <a:gd name="adj" fmla="val 6400"/>
            </a:avLst>
          </a:prstGeom>
          <a:solidFill>
            <a:srgbClr val="FFF8EC"/>
          </a:solidFill>
          <a:ln w="12700">
            <a:solidFill>
              <a:srgbClr val="E89B0C"/>
            </a:solidFill>
            <a:prstDash val="solid"/>
          </a:ln>
        </p:spPr>
      </p:sp>
      <p:sp>
        <p:nvSpPr>
          <p:cNvPr id="52" name="TimeXer head"/>
          <p:cNvSpPr txBox="1"/>
          <p:nvPr/>
        </p:nvSpPr>
        <p:spPr>
          <a:xfrm>
            <a:off x="7589520" y="1307592"/>
            <a:ext cx="1143000" cy="237744"/>
          </a:xfrm>
          <a:prstGeom prst="rect">
            <a:avLst/>
          </a:prstGeom>
          <a:noFill/>
          <a:ln/>
        </p:spPr>
        <p:txBody>
          <a:bodyPr wrap="square" lIns="0" tIns="0" rIns="0" bIns="0" rtlCol="0" anchor="t"/>
          <a:lstStyle/>
          <a:p>
            <a:pPr algn="ctr" indent="0" marL="0">
              <a:buNone/>
            </a:pPr>
            <a:r>
              <a:rPr lang="en-US" sz="1300" b="1" dirty="0">
                <a:solidFill>
                  <a:schemeClr val="tx1"/>
                </a:solidFill>
              </a:rPr>
              <a:t>TimeXer</a:t>
            </a:r>
            <a:endParaRPr lang="en-US" sz="1300" dirty="0"/>
          </a:p>
        </p:txBody>
      </p:sp>
      <p:sp>
        <p:nvSpPr>
          <p:cNvPr id="53" name="Endo label"/>
          <p:cNvSpPr txBox="1"/>
          <p:nvPr/>
        </p:nvSpPr>
        <p:spPr>
          <a:xfrm>
            <a:off x="7589520" y="1691640"/>
            <a:ext cx="1143000" cy="182880"/>
          </a:xfrm>
          <a:prstGeom prst="rect">
            <a:avLst/>
          </a:prstGeom>
          <a:noFill/>
          <a:ln/>
        </p:spPr>
        <p:txBody>
          <a:bodyPr wrap="square" lIns="0" tIns="0" rIns="0" bIns="0" rtlCol="0" anchor="t"/>
          <a:lstStyle/>
          <a:p>
            <a:pPr algn="ctr" indent="0" marL="0">
              <a:buNone/>
            </a:pPr>
            <a:r>
              <a:rPr lang="en-US" sz="950" dirty="0">
                <a:solidFill>
                  <a:schemeClr val="tx2"/>
                </a:solidFill>
              </a:rPr>
              <a:t>Nội sinh: patch</a:t>
            </a:r>
            <a:endParaRPr lang="en-US" sz="950" dirty="0"/>
          </a:p>
        </p:txBody>
      </p:sp>
      <p:sp>
        <p:nvSpPr>
          <p:cNvPr id="54" name="Patch token 0"/>
          <p:cNvSpPr/>
          <p:nvPr/>
        </p:nvSpPr>
        <p:spPr>
          <a:xfrm>
            <a:off x="7699248" y="1920240"/>
            <a:ext cx="155448" cy="155448"/>
          </a:xfrm>
          <a:prstGeom prst="rect">
            <a:avLst/>
          </a:prstGeom>
          <a:solidFill>
            <a:srgbClr val="E89B0C"/>
          </a:solidFill>
          <a:ln/>
        </p:spPr>
      </p:sp>
      <p:sp>
        <p:nvSpPr>
          <p:cNvPr id="55" name="Patch token 1"/>
          <p:cNvSpPr/>
          <p:nvPr/>
        </p:nvSpPr>
        <p:spPr>
          <a:xfrm>
            <a:off x="7891272" y="1920240"/>
            <a:ext cx="155448" cy="155448"/>
          </a:xfrm>
          <a:prstGeom prst="rect">
            <a:avLst/>
          </a:prstGeom>
          <a:solidFill>
            <a:srgbClr val="E89B0C"/>
          </a:solidFill>
          <a:ln/>
        </p:spPr>
      </p:sp>
      <p:sp>
        <p:nvSpPr>
          <p:cNvPr id="56" name="Patch token 2"/>
          <p:cNvSpPr/>
          <p:nvPr/>
        </p:nvSpPr>
        <p:spPr>
          <a:xfrm>
            <a:off x="8083296" y="1920240"/>
            <a:ext cx="155448" cy="155448"/>
          </a:xfrm>
          <a:prstGeom prst="rect">
            <a:avLst/>
          </a:prstGeom>
          <a:solidFill>
            <a:srgbClr val="E89B0C"/>
          </a:solidFill>
          <a:ln/>
        </p:spPr>
      </p:sp>
      <p:sp>
        <p:nvSpPr>
          <p:cNvPr id="57" name="Patch token 3"/>
          <p:cNvSpPr/>
          <p:nvPr/>
        </p:nvSpPr>
        <p:spPr>
          <a:xfrm>
            <a:off x="8275320" y="1920240"/>
            <a:ext cx="155448" cy="155448"/>
          </a:xfrm>
          <a:prstGeom prst="rect">
            <a:avLst/>
          </a:prstGeom>
          <a:solidFill>
            <a:srgbClr val="E89B0C"/>
          </a:solidFill>
          <a:ln/>
        </p:spPr>
      </p:sp>
      <p:sp>
        <p:nvSpPr>
          <p:cNvPr id="58" name="Patch token 4"/>
          <p:cNvSpPr/>
          <p:nvPr/>
        </p:nvSpPr>
        <p:spPr>
          <a:xfrm>
            <a:off x="8467344" y="1920240"/>
            <a:ext cx="155448" cy="155448"/>
          </a:xfrm>
          <a:prstGeom prst="rect">
            <a:avLst/>
          </a:prstGeom>
          <a:solidFill>
            <a:srgbClr val="1B2433"/>
          </a:solidFill>
          <a:ln/>
        </p:spPr>
      </p:sp>
      <p:sp>
        <p:nvSpPr>
          <p:cNvPr id="59" name="Global label"/>
          <p:cNvSpPr txBox="1"/>
          <p:nvPr/>
        </p:nvSpPr>
        <p:spPr>
          <a:xfrm>
            <a:off x="7589520" y="2112264"/>
            <a:ext cx="1143000" cy="182880"/>
          </a:xfrm>
          <a:prstGeom prst="rect">
            <a:avLst/>
          </a:prstGeom>
          <a:noFill/>
          <a:ln/>
        </p:spPr>
        <p:txBody>
          <a:bodyPr wrap="square" lIns="0" tIns="0" rIns="0" bIns="0" rtlCol="0" anchor="t"/>
          <a:lstStyle/>
          <a:p>
            <a:pPr algn="ctr" indent="0" marL="0">
              <a:buNone/>
            </a:pPr>
            <a:r>
              <a:rPr lang="en-US" sz="850" dirty="0">
                <a:solidFill>
                  <a:schemeClr val="tx2"/>
                </a:solidFill>
              </a:rPr>
              <a:t>+ token toàn cục</a:t>
            </a:r>
            <a:endParaRPr lang="en-US" sz="850" dirty="0"/>
          </a:p>
        </p:txBody>
      </p:sp>
      <p:sp>
        <p:nvSpPr>
          <p:cNvPr id="60" name="Exo label"/>
          <p:cNvSpPr txBox="1"/>
          <p:nvPr/>
        </p:nvSpPr>
        <p:spPr>
          <a:xfrm>
            <a:off x="7589520" y="2423160"/>
            <a:ext cx="1143000" cy="182880"/>
          </a:xfrm>
          <a:prstGeom prst="rect">
            <a:avLst/>
          </a:prstGeom>
          <a:noFill/>
          <a:ln/>
        </p:spPr>
        <p:txBody>
          <a:bodyPr wrap="square" lIns="0" tIns="0" rIns="0" bIns="0" rtlCol="0" anchor="t"/>
          <a:lstStyle/>
          <a:p>
            <a:pPr algn="ctr" indent="0" marL="0">
              <a:buNone/>
            </a:pPr>
            <a:r>
              <a:rPr lang="en-US" sz="950" dirty="0">
                <a:solidFill>
                  <a:schemeClr val="tx2"/>
                </a:solidFill>
              </a:rPr>
              <a:t>Ngoại sinh: biến</a:t>
            </a:r>
            <a:endParaRPr lang="en-US" sz="950" dirty="0"/>
          </a:p>
        </p:txBody>
      </p:sp>
      <p:sp>
        <p:nvSpPr>
          <p:cNvPr id="61" name="Variate token 0"/>
          <p:cNvSpPr/>
          <p:nvPr/>
        </p:nvSpPr>
        <p:spPr>
          <a:xfrm>
            <a:off x="7699248" y="2651760"/>
            <a:ext cx="155448" cy="155448"/>
          </a:xfrm>
          <a:prstGeom prst="rect">
            <a:avLst/>
          </a:prstGeom>
          <a:solidFill>
            <a:srgbClr val="2A9D8F"/>
          </a:solidFill>
          <a:ln/>
        </p:spPr>
      </p:sp>
      <p:sp>
        <p:nvSpPr>
          <p:cNvPr id="62" name="Variate token 1"/>
          <p:cNvSpPr/>
          <p:nvPr/>
        </p:nvSpPr>
        <p:spPr>
          <a:xfrm>
            <a:off x="7891272" y="2651760"/>
            <a:ext cx="155448" cy="155448"/>
          </a:xfrm>
          <a:prstGeom prst="rect">
            <a:avLst/>
          </a:prstGeom>
          <a:solidFill>
            <a:srgbClr val="2A9D8F"/>
          </a:solidFill>
          <a:ln/>
        </p:spPr>
      </p:sp>
      <p:sp>
        <p:nvSpPr>
          <p:cNvPr id="63" name="Variate token 2"/>
          <p:cNvSpPr/>
          <p:nvPr/>
        </p:nvSpPr>
        <p:spPr>
          <a:xfrm>
            <a:off x="8083296" y="2651760"/>
            <a:ext cx="155448" cy="155448"/>
          </a:xfrm>
          <a:prstGeom prst="rect">
            <a:avLst/>
          </a:prstGeom>
          <a:solidFill>
            <a:srgbClr val="2A9D8F"/>
          </a:solidFill>
          <a:ln/>
        </p:spPr>
      </p:sp>
      <p:sp>
        <p:nvSpPr>
          <p:cNvPr id="64" name="Variate token 3"/>
          <p:cNvSpPr/>
          <p:nvPr/>
        </p:nvSpPr>
        <p:spPr>
          <a:xfrm>
            <a:off x="8275320" y="2651760"/>
            <a:ext cx="155448" cy="155448"/>
          </a:xfrm>
          <a:prstGeom prst="rect">
            <a:avLst/>
          </a:prstGeom>
          <a:solidFill>
            <a:srgbClr val="2A9D8F"/>
          </a:solidFill>
          <a:ln/>
        </p:spPr>
      </p:sp>
      <p:sp>
        <p:nvSpPr>
          <p:cNvPr id="65" name="Variate token 4"/>
          <p:cNvSpPr/>
          <p:nvPr/>
        </p:nvSpPr>
        <p:spPr>
          <a:xfrm>
            <a:off x="8467344" y="2651760"/>
            <a:ext cx="155448" cy="155448"/>
          </a:xfrm>
          <a:prstGeom prst="rect">
            <a:avLst/>
          </a:prstGeom>
          <a:solidFill>
            <a:srgbClr val="2A9D8F"/>
          </a:solidFill>
          <a:ln/>
        </p:spPr>
      </p:sp>
      <p:sp>
        <p:nvSpPr>
          <p:cNvPr id="66" name="Model arrow"/>
          <p:cNvSpPr/>
          <p:nvPr/>
        </p:nvSpPr>
        <p:spPr>
          <a:xfrm>
            <a:off x="8161020" y="2926080"/>
            <a:ext cx="0" cy="274320"/>
          </a:xfrm>
          <a:prstGeom prst="line">
            <a:avLst/>
          </a:prstGeom>
          <a:noFill/>
          <a:ln w="15875">
            <a:solidFill>
              <a:srgbClr val="4A5568"/>
            </a:solidFill>
            <a:prstDash val="solid"/>
            <a:tailEnd type="triangle"/>
          </a:ln>
        </p:spPr>
      </p:sp>
      <p:sp>
        <p:nvSpPr>
          <p:cNvPr id="67" name="Forecast label"/>
          <p:cNvSpPr txBox="1"/>
          <p:nvPr/>
        </p:nvSpPr>
        <p:spPr>
          <a:xfrm>
            <a:off x="7589520" y="3246120"/>
            <a:ext cx="1143000" cy="182880"/>
          </a:xfrm>
          <a:prstGeom prst="rect">
            <a:avLst/>
          </a:prstGeom>
          <a:noFill/>
          <a:ln/>
        </p:spPr>
        <p:txBody>
          <a:bodyPr wrap="square" lIns="0" tIns="0" rIns="0" bIns="0" rtlCol="0" anchor="t"/>
          <a:lstStyle/>
          <a:p>
            <a:pPr algn="ctr" indent="0" marL="0">
              <a:buNone/>
            </a:pPr>
            <a:r>
              <a:rPr lang="en-US" sz="950" b="1" dirty="0">
                <a:solidFill>
                  <a:schemeClr val="tx1"/>
                </a:solidFill>
              </a:rPr>
              <a:t>Dự báo 24 giờ tới</a:t>
            </a:r>
            <a:endParaRPr lang="en-US" sz="950" dirty="0"/>
          </a:p>
        </p:txBody>
      </p:sp>
      <p:graphicFrame>
        <p:nvGraphicFramePr>
          <p:cNvPr id="68" name="Forecast spark" descr=""/>
          <p:cNvGraphicFramePr/>
          <p:nvPr/>
        </p:nvGraphicFramePr>
        <p:xfrm>
          <a:off x="7699248" y="3474720"/>
          <a:ext cx="923544" cy="457200"/>
        </p:xfrm>
        <a:graphic xmlns:a="http://schemas.openxmlformats.org/drawingml/2006/main">
          <a:graphicData uri="http://schemas.openxmlformats.org/drawingml/2006/chart">
            <c:chart xmlns:c="http://schemas.openxmlformats.org/drawingml/2006/chart" r:id="rId8"/>
          </a:graphicData>
        </a:graphic>
      </p:graphicFrame>
      <p:sp>
        <p:nvSpPr>
          <p:cNvPr id="69" name="Arrow 0"/>
          <p:cNvSpPr/>
          <p:nvPr/>
        </p:nvSpPr>
        <p:spPr>
          <a:xfrm>
            <a:off x="1901952" y="1897380"/>
            <a:ext cx="265176" cy="0"/>
          </a:xfrm>
          <a:prstGeom prst="line">
            <a:avLst/>
          </a:prstGeom>
          <a:noFill/>
          <a:ln w="15875">
            <a:solidFill>
              <a:srgbClr val="4A5568"/>
            </a:solidFill>
            <a:prstDash val="solid"/>
            <a:tailEnd type="triangle"/>
          </a:ln>
        </p:spPr>
      </p:sp>
      <p:sp>
        <p:nvSpPr>
          <p:cNvPr id="70" name="Arrow 1"/>
          <p:cNvSpPr/>
          <p:nvPr/>
        </p:nvSpPr>
        <p:spPr>
          <a:xfrm>
            <a:off x="3685032" y="1897380"/>
            <a:ext cx="265176" cy="0"/>
          </a:xfrm>
          <a:prstGeom prst="line">
            <a:avLst/>
          </a:prstGeom>
          <a:noFill/>
          <a:ln w="15875">
            <a:solidFill>
              <a:srgbClr val="4A5568"/>
            </a:solidFill>
            <a:prstDash val="solid"/>
            <a:tailEnd type="triangle"/>
          </a:ln>
        </p:spPr>
      </p:sp>
      <p:sp>
        <p:nvSpPr>
          <p:cNvPr id="71" name="Arrow 2"/>
          <p:cNvSpPr/>
          <p:nvPr/>
        </p:nvSpPr>
        <p:spPr>
          <a:xfrm>
            <a:off x="1901952" y="3451860"/>
            <a:ext cx="265176" cy="0"/>
          </a:xfrm>
          <a:prstGeom prst="line">
            <a:avLst/>
          </a:prstGeom>
          <a:noFill/>
          <a:ln w="15875">
            <a:solidFill>
              <a:srgbClr val="4A5568"/>
            </a:solidFill>
            <a:prstDash val="solid"/>
            <a:tailEnd type="triangle"/>
          </a:ln>
        </p:spPr>
      </p:sp>
      <p:sp>
        <p:nvSpPr>
          <p:cNvPr id="72" name="Arrow 3"/>
          <p:cNvSpPr/>
          <p:nvPr/>
        </p:nvSpPr>
        <p:spPr>
          <a:xfrm>
            <a:off x="3685032" y="3451860"/>
            <a:ext cx="265176" cy="0"/>
          </a:xfrm>
          <a:prstGeom prst="line">
            <a:avLst/>
          </a:prstGeom>
          <a:noFill/>
          <a:ln w="15875">
            <a:solidFill>
              <a:srgbClr val="4A5568"/>
            </a:solidFill>
            <a:prstDash val="solid"/>
            <a:tailEnd type="triangle"/>
          </a:ln>
        </p:spPr>
      </p:sp>
      <p:sp>
        <p:nvSpPr>
          <p:cNvPr id="73" name="Arrow PV merge"/>
          <p:cNvSpPr/>
          <p:nvPr/>
        </p:nvSpPr>
        <p:spPr>
          <a:xfrm>
            <a:off x="5468112" y="1897380"/>
            <a:ext cx="265176" cy="0"/>
          </a:xfrm>
          <a:prstGeom prst="line">
            <a:avLst/>
          </a:prstGeom>
          <a:noFill/>
          <a:ln w="15875">
            <a:solidFill>
              <a:srgbClr val="4A5568"/>
            </a:solidFill>
            <a:prstDash val="solid"/>
            <a:tailEnd type="triangle"/>
          </a:ln>
        </p:spPr>
      </p:sp>
      <p:sp>
        <p:nvSpPr>
          <p:cNvPr id="74" name="Arrow W merge"/>
          <p:cNvSpPr/>
          <p:nvPr/>
        </p:nvSpPr>
        <p:spPr>
          <a:xfrm>
            <a:off x="5468112" y="3451860"/>
            <a:ext cx="265176" cy="0"/>
          </a:xfrm>
          <a:prstGeom prst="line">
            <a:avLst/>
          </a:prstGeom>
          <a:noFill/>
          <a:ln w="15875">
            <a:solidFill>
              <a:srgbClr val="4A5568"/>
            </a:solidFill>
            <a:prstDash val="solid"/>
            <a:tailEnd type="triangle"/>
          </a:ln>
        </p:spPr>
      </p:sp>
      <p:sp>
        <p:nvSpPr>
          <p:cNvPr id="75" name="Arrow model"/>
          <p:cNvSpPr/>
          <p:nvPr/>
        </p:nvSpPr>
        <p:spPr>
          <a:xfrm>
            <a:off x="7296912" y="2674620"/>
            <a:ext cx="265176" cy="0"/>
          </a:xfrm>
          <a:prstGeom prst="line">
            <a:avLst/>
          </a:prstGeom>
          <a:noFill/>
          <a:ln w="15875">
            <a:solidFill>
              <a:srgbClr val="4A5568"/>
            </a:solidFill>
            <a:prstDash val="solid"/>
            <a:tailEnd type="triangle"/>
          </a:ln>
        </p:spPr>
      </p:sp>
      <p:sp>
        <p:nvSpPr>
          <p:cNvPr id="76" name="Text 0"/>
          <p:cNvSpPr/>
          <p:nvPr>
            <p:ph idx="101" type="body" hasCustomPrompt="1"/>
          </p:nvPr>
        </p:nvSpPr>
        <p:spPr>
          <a:xfrm>
            <a:off x="365760" y="4526280"/>
            <a:ext cx="8412480" cy="457200"/>
          </a:xfrm>
          <a:prstGeom prst="rect">
            <a:avLst/>
          </a:prstGeom>
          <a:noFill/>
          <a:ln/>
        </p:spPr>
        <p:txBody>
          <a:bodyPr wrap="square" lIns="0" tIns="0" rIns="0" bIns="0" rtlCol="0" anchor="t"/>
          <a:lstStyle/>
          <a:p>
            <a:pPr algn="l" indent="0" marL="0">
              <a:buNone/>
            </a:pPr>
            <a:r>
              <a:rPr lang="en-US" sz="1100" b="1" dirty="0">
                <a:solidFill>
                  <a:schemeClr val="tx2"/>
                </a:solidFill>
              </a:rPr>
              <a:t>Hình 1. </a:t>
            </a:r>
            <a:pPr algn="l" indent="0" marL="0">
              <a:buNone/>
            </a:pPr>
            <a:r>
              <a:rPr lang="en-US" sz="1100" dirty="0">
                <a:solidFill>
                  <a:schemeClr val="tx2"/>
                </a:solidFill>
              </a:rPr>
              <a:t>Luồng dữ liệu. Nhánh trên (cam): sản lượng PV từ inverter, là biến cần dự báo. Nhánh dưới (xanh): thời tiết, là biến hỗ trợ. Hai nhánh ghép theo giờ, cắt thành cửa sổ 168 giờ → 24 giờ cho TimeXer.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365760" y="228600"/>
            <a:ext cx="8412480" cy="502920"/>
          </a:xfrm>
          <a:prstGeom prst="rect">
            <a:avLst/>
          </a:prstGeom>
          <a:noFill/>
          <a:ln/>
        </p:spPr>
        <p:txBody>
          <a:bodyPr wrap="square" lIns="0" tIns="0" rIns="0" bIns="0" rtlCol="0" anchor="t"/>
          <a:lstStyle/>
          <a:p>
            <a:pPr algn="l" indent="0" marL="0">
              <a:buNone/>
            </a:pPr>
            <a:r>
              <a:rPr lang="en-US" sz="2600" b="1" dirty="0">
                <a:solidFill>
                  <a:schemeClr val="tx1"/>
                </a:solidFill>
                <a:latin typeface="+mj-lt" pitchFamily="34" charset="0"/>
                <a:ea typeface="+mj-lt" pitchFamily="34" charset="-122"/>
                <a:cs typeface="+mj-lt" pitchFamily="34" charset="-120"/>
              </a:rPr>
              <a:t>Minh họa từng bước xử lý</a:t>
            </a:r>
            <a:endParaRPr lang="en-US" sz="2600" dirty="0"/>
          </a:p>
        </p:txBody>
      </p:sp>
      <p:sp>
        <p:nvSpPr>
          <p:cNvPr id="3" name="Panel (a) title"/>
          <p:cNvSpPr txBox="1"/>
          <p:nvPr/>
        </p:nvSpPr>
        <p:spPr>
          <a:xfrm>
            <a:off x="365760" y="8686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(a) </a:t>
            </a:r>
            <a:pPr indent="0" marL="0">
              <a:buNone/>
            </a:pPr>
            <a:r>
              <a:rPr lang="en-US" sz="1200" b="1" dirty="0">
                <a:solidFill>
                  <a:schemeClr val="tx1"/>
                </a:solidFill>
              </a:rPr>
              <a:t>Làm sạch log 5 phút</a:t>
            </a:r>
            <a:endParaRPr lang="en-US" sz="1200" dirty="0"/>
          </a:p>
        </p:txBody>
      </p:sp>
      <p:sp>
        <p:nvSpPr>
          <p:cNvPr id="4" name="Panel (a) legend"/>
          <p:cNvSpPr txBox="1"/>
          <p:nvPr/>
        </p:nvSpPr>
        <p:spPr>
          <a:xfrm>
            <a:off x="2560320" y="886968"/>
            <a:ext cx="1920240" cy="201168"/>
          </a:xfrm>
          <a:prstGeom prst="rect">
            <a:avLst/>
          </a:prstGeom>
          <a:noFill/>
          <a:ln/>
        </p:spPr>
        <p:txBody>
          <a:bodyPr wrap="square" lIns="0" tIns="0" rIns="0" bIns="0" rtlCol="0" anchor="t"/>
          <a:lstStyle/>
          <a:p>
            <a:pPr algn="r" indent="0" marL="0">
              <a:buNone/>
            </a:pPr>
            <a:r>
              <a:rPr lang="en-US" sz="950" b="1" dirty="0">
                <a:solidFill>
                  <a:srgbClr val="E76F51"/>
                </a:solidFill>
              </a:rPr>
              <a:t>━ </a:t>
            </a:r>
            <a:pPr algn="r" indent="0" marL="0">
              <a:buNone/>
            </a:pPr>
            <a:r>
              <a:rPr lang="en-US" sz="950" dirty="0">
                <a:solidFill>
                  <a:schemeClr val="tx2"/>
                </a:solidFill>
              </a:rPr>
              <a:t>bị loại</a:t>
            </a:r>
            <a:pPr algn="r" indent="0" marL="0">
              <a:buNone/>
            </a:pPr>
            <a:r>
              <a:rPr lang="en-US" sz="950" b="1" dirty="0">
                <a:solidFill>
                  <a:srgbClr val="E89B0C"/>
                </a:solidFill>
              </a:rPr>
              <a:t>   ━ </a:t>
            </a:r>
            <a:pPr algn="r" indent="0" marL="0">
              <a:buNone/>
            </a:pPr>
            <a:r>
              <a:rPr lang="en-US" sz="950" dirty="0">
                <a:solidFill>
                  <a:schemeClr val="tx2"/>
                </a:solidFill>
              </a:rPr>
              <a:t>giữ lại</a:t>
            </a:r>
            <a:endParaRPr lang="en-US" sz="950" dirty="0"/>
          </a:p>
        </p:txBody>
      </p:sp>
      <p:graphicFrame>
        <p:nvGraphicFramePr>
          <p:cNvPr id="5" name="Panel a chart" descr=""/>
          <p:cNvGraphicFramePr/>
          <p:nvPr/>
        </p:nvGraphicFramePr>
        <p:xfrm>
          <a:off x="365760" y="1124712"/>
          <a:ext cx="4114800" cy="1417320"/>
        </p:xfrm>
        <a:graphic xmlns:a="http://schemas.openxmlformats.org/drawingml/2006/main">
          <a:graphicData uri="http://schemas.openxmlformats.org/drawingml/2006/chart">
            <c:chart xmlns:c="http://schemas.openxmlformats.org/drawingml/2006/chart" r:id="rId1"/>
          </a:graphicData>
        </a:graphic>
      </p:graphicFrame>
      <p:sp>
        <p:nvSpPr>
          <p:cNvPr id="6" name="Spike note"/>
          <p:cNvSpPr txBox="1"/>
          <p:nvPr/>
        </p:nvSpPr>
        <p:spPr>
          <a:xfrm>
            <a:off x="3794760" y="1188720"/>
            <a:ext cx="594360" cy="182880"/>
          </a:xfrm>
          <a:prstGeom prst="rect">
            <a:avLst/>
          </a:prstGeom>
          <a:noFill/>
          <a:ln/>
        </p:spPr>
        <p:txBody>
          <a:bodyPr wrap="square" lIns="0" tIns="0" rIns="0" bIns="0" rtlCol="0" anchor="t"/>
          <a:lstStyle/>
          <a:p>
            <a:pPr algn="r" indent="0" marL="0">
              <a:buNone/>
            </a:pPr>
            <a:r>
              <a:rPr lang="en-US" sz="900" b="1" dirty="0">
                <a:solidFill>
                  <a:schemeClr val="accent3"/>
                </a:solidFill>
              </a:rPr>
              <a:t>spike ↑</a:t>
            </a:r>
            <a:endParaRPr lang="en-US" sz="900" dirty="0"/>
          </a:p>
        </p:txBody>
      </p:sp>
      <p:sp>
        <p:nvSpPr>
          <p:cNvPr id="7" name="Gap note"/>
          <p:cNvSpPr txBox="1"/>
          <p:nvPr/>
        </p:nvSpPr>
        <p:spPr>
          <a:xfrm>
            <a:off x="2377440" y="1252728"/>
            <a:ext cx="914400" cy="182880"/>
          </a:xfrm>
          <a:prstGeom prst="rect">
            <a:avLst/>
          </a:prstGeom>
          <a:noFill/>
          <a:ln/>
        </p:spPr>
        <p:txBody>
          <a:bodyPr wrap="square" lIns="0" tIns="0" rIns="0" bIns="0" rtlCol="0" anchor="t"/>
          <a:lstStyle/>
          <a:p>
            <a:pPr algn="ctr" indent="0" marL="0">
              <a:buNone/>
            </a:pPr>
            <a:r>
              <a:rPr lang="en-US" sz="900" b="1" dirty="0">
                <a:solidFill>
                  <a:schemeClr val="accent3"/>
                </a:solidFill>
              </a:rPr>
              <a:t>mất tín hiệu ↓</a:t>
            </a:r>
            <a:endParaRPr lang="en-US" sz="900" dirty="0"/>
          </a:p>
        </p:txBody>
      </p:sp>
      <p:sp>
        <p:nvSpPr>
          <p:cNvPr id="8" name="Panel (b) title"/>
          <p:cNvSpPr txBox="1"/>
          <p:nvPr/>
        </p:nvSpPr>
        <p:spPr>
          <a:xfrm>
            <a:off x="4663440" y="8686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(b) </a:t>
            </a:r>
            <a:pPr indent="0" marL="0">
              <a:buNone/>
            </a:pPr>
            <a:r>
              <a:rPr lang="en-US" sz="1200" b="1" dirty="0">
                <a:solidFill>
                  <a:schemeClr val="tx1"/>
                </a:solidFill>
              </a:rPr>
              <a:t>Gộp 1 giờ, lấp chỗ trống</a:t>
            </a:r>
            <a:endParaRPr lang="en-US" sz="1200" dirty="0"/>
          </a:p>
        </p:txBody>
      </p:sp>
      <p:sp>
        <p:nvSpPr>
          <p:cNvPr id="9" name="Panel (b) legend"/>
          <p:cNvSpPr txBox="1"/>
          <p:nvPr/>
        </p:nvSpPr>
        <p:spPr>
          <a:xfrm>
            <a:off x="6858000" y="886968"/>
            <a:ext cx="1920240" cy="201168"/>
          </a:xfrm>
          <a:prstGeom prst="rect">
            <a:avLst/>
          </a:prstGeom>
          <a:noFill/>
          <a:ln/>
        </p:spPr>
        <p:txBody>
          <a:bodyPr wrap="square" lIns="0" tIns="0" rIns="0" bIns="0" rtlCol="0" anchor="t"/>
          <a:lstStyle/>
          <a:p>
            <a:pPr algn="r" indent="0" marL="0">
              <a:buNone/>
            </a:pPr>
            <a:r>
              <a:rPr lang="en-US" sz="950" b="1" dirty="0">
                <a:solidFill>
                  <a:srgbClr val="E89B0C"/>
                </a:solidFill>
              </a:rPr>
              <a:t>━ </a:t>
            </a:r>
            <a:pPr algn="r" indent="0" marL="0">
              <a:buNone/>
            </a:pPr>
            <a:r>
              <a:rPr lang="en-US" sz="950" dirty="0">
                <a:solidFill>
                  <a:schemeClr val="tx2"/>
                </a:solidFill>
              </a:rPr>
              <a:t>đo được</a:t>
            </a:r>
            <a:pPr algn="r" indent="0" marL="0">
              <a:buNone/>
            </a:pPr>
            <a:r>
              <a:rPr lang="en-US" sz="950" b="1" dirty="0">
                <a:solidFill>
                  <a:srgbClr val="2A9D8F"/>
                </a:solidFill>
              </a:rPr>
              <a:t>   ━ </a:t>
            </a:r>
            <a:pPr algn="r" indent="0" marL="0">
              <a:buNone/>
            </a:pPr>
            <a:r>
              <a:rPr lang="en-US" sz="950" dirty="0">
                <a:solidFill>
                  <a:schemeClr val="tx2"/>
                </a:solidFill>
              </a:rPr>
              <a:t>ước lượng từ bức xạ</a:t>
            </a:r>
            <a:endParaRPr lang="en-US" sz="950" dirty="0"/>
          </a:p>
        </p:txBody>
      </p:sp>
      <p:graphicFrame>
        <p:nvGraphicFramePr>
          <p:cNvPr id="10" name="Panel b chart" descr=""/>
          <p:cNvGraphicFramePr/>
          <p:nvPr/>
        </p:nvGraphicFramePr>
        <p:xfrm>
          <a:off x="4663440" y="1124712"/>
          <a:ext cx="4114800" cy="1417320"/>
        </p:xfrm>
        <a:graphic xmlns:a="http://schemas.openxmlformats.org/drawingml/2006/main">
          <a:graphicData uri="http://schemas.openxmlformats.org/drawingml/2006/chart">
            <c:chart xmlns:c="http://schemas.openxmlformats.org/drawingml/2006/chart" r:id="rId2"/>
          </a:graphicData>
        </a:graphic>
      </p:graphicFrame>
      <p:sp>
        <p:nvSpPr>
          <p:cNvPr id="11" name="Outage note"/>
          <p:cNvSpPr txBox="1"/>
          <p:nvPr/>
        </p:nvSpPr>
        <p:spPr>
          <a:xfrm>
            <a:off x="6126480" y="1161288"/>
            <a:ext cx="1645920" cy="182880"/>
          </a:xfrm>
          <a:prstGeom prst="rect">
            <a:avLst/>
          </a:prstGeom>
          <a:noFill/>
          <a:ln/>
        </p:spPr>
        <p:txBody>
          <a:bodyPr wrap="square" lIns="0" tIns="0" rIns="0" bIns="0" rtlCol="0" anchor="t"/>
          <a:lstStyle/>
          <a:p>
            <a:pPr algn="ctr" indent="0" marL="0">
              <a:buNone/>
            </a:pPr>
            <a:r>
              <a:rPr lang="en-US" sz="900" b="1" dirty="0">
                <a:solidFill>
                  <a:schemeClr val="accent2"/>
                </a:solidFill>
              </a:rPr>
              <a:t>inverter mất kết nối 3 ngày</a:t>
            </a:r>
            <a:endParaRPr lang="en-US" sz="900" dirty="0"/>
          </a:p>
        </p:txBody>
      </p:sp>
      <p:sp>
        <p:nvSpPr>
          <p:cNvPr id="12" name="Panel (c) title"/>
          <p:cNvSpPr txBox="1"/>
          <p:nvPr/>
        </p:nvSpPr>
        <p:spPr>
          <a:xfrm>
            <a:off x="365760" y="26974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(c) </a:t>
            </a:r>
            <a:pPr indent="0" marL="0">
              <a:buNone/>
            </a:pPr>
            <a:r>
              <a:rPr lang="en-US" sz="1200" b="1" dirty="0">
                <a:solidFill>
                  <a:schemeClr val="tx1"/>
                </a:solidFill>
              </a:rPr>
              <a:t>Dịch thời tiết +24 giờ</a:t>
            </a:r>
            <a:endParaRPr lang="en-US" sz="1200" dirty="0"/>
          </a:p>
        </p:txBody>
      </p:sp>
      <p:sp>
        <p:nvSpPr>
          <p:cNvPr id="13" name="Panel (c) legend"/>
          <p:cNvSpPr txBox="1"/>
          <p:nvPr/>
        </p:nvSpPr>
        <p:spPr>
          <a:xfrm>
            <a:off x="2560320" y="2715768"/>
            <a:ext cx="1920240" cy="201168"/>
          </a:xfrm>
          <a:prstGeom prst="rect">
            <a:avLst/>
          </a:prstGeom>
          <a:noFill/>
          <a:ln/>
        </p:spPr>
        <p:txBody>
          <a:bodyPr wrap="square" lIns="0" tIns="0" rIns="0" bIns="0" rtlCol="0" anchor="t"/>
          <a:lstStyle/>
          <a:p>
            <a:pPr algn="r" indent="0" marL="0">
              <a:buNone/>
            </a:pPr>
            <a:r>
              <a:rPr lang="en-US" sz="950" b="1" dirty="0">
                <a:solidFill>
                  <a:srgbClr val="E89B0C"/>
                </a:solidFill>
              </a:rPr>
              <a:t>━ </a:t>
            </a:r>
            <a:pPr algn="r" indent="0" marL="0">
              <a:buNone/>
            </a:pPr>
            <a:r>
              <a:rPr lang="en-US" sz="950" dirty="0">
                <a:solidFill>
                  <a:schemeClr val="tx2"/>
                </a:solidFill>
              </a:rPr>
              <a:t>sản lượng PV</a:t>
            </a:r>
            <a:pPr algn="r" indent="0" marL="0">
              <a:buNone/>
            </a:pPr>
            <a:r>
              <a:rPr lang="en-US" sz="950" b="1" dirty="0">
                <a:solidFill>
                  <a:srgbClr val="2A9D8F"/>
                </a:solidFill>
              </a:rPr>
              <a:t>   ━ </a:t>
            </a:r>
            <a:pPr algn="r" indent="0" marL="0">
              <a:buNone/>
            </a:pPr>
            <a:r>
              <a:rPr lang="en-US" sz="950" dirty="0">
                <a:solidFill>
                  <a:schemeClr val="tx2"/>
                </a:solidFill>
              </a:rPr>
              <a:t>bức xạ +24h</a:t>
            </a:r>
            <a:endParaRPr lang="en-US" sz="950" dirty="0"/>
          </a:p>
        </p:txBody>
      </p:sp>
      <p:graphicFrame>
        <p:nvGraphicFramePr>
          <p:cNvPr id="14" name="Panel c chart" descr=""/>
          <p:cNvGraphicFramePr/>
          <p:nvPr/>
        </p:nvGraphicFramePr>
        <p:xfrm>
          <a:off x="365760" y="2953512"/>
          <a:ext cx="4114800" cy="1417320"/>
        </p:xfrm>
        <a:graphic xmlns:a="http://schemas.openxmlformats.org/drawingml/2006/main">
          <a:graphicData uri="http://schemas.openxmlformats.org/drawingml/2006/chart">
            <c:chart xmlns:c="http://schemas.openxmlformats.org/drawingml/2006/chart" r:id="rId3"/>
          </a:graphicData>
        </a:graphic>
      </p:graphicFrame>
      <p:sp>
        <p:nvSpPr>
          <p:cNvPr id="15" name="Lead note"/>
          <p:cNvSpPr txBox="1"/>
          <p:nvPr/>
        </p:nvSpPr>
        <p:spPr>
          <a:xfrm>
            <a:off x="1188720" y="2971800"/>
            <a:ext cx="2743200" cy="182880"/>
          </a:xfrm>
          <a:prstGeom prst="rect">
            <a:avLst/>
          </a:prstGeom>
          <a:noFill/>
          <a:ln/>
        </p:spPr>
        <p:txBody>
          <a:bodyPr wrap="square" lIns="0" tIns="0" rIns="0" bIns="0" rtlCol="0" anchor="t"/>
          <a:lstStyle/>
          <a:p>
            <a:pPr algn="ctr" indent="0" marL="0">
              <a:buNone/>
            </a:pPr>
            <a:r>
              <a:rPr lang="en-US" sz="900" b="1" dirty="0">
                <a:solidFill>
                  <a:schemeClr val="accent2"/>
                </a:solidFill>
              </a:rPr>
              <a:t>mây xuất hiện sớm 1 ngày → model biết trước</a:t>
            </a:r>
            <a:endParaRPr lang="en-US" sz="900" dirty="0"/>
          </a:p>
        </p:txBody>
      </p:sp>
      <p:sp>
        <p:nvSpPr>
          <p:cNvPr id="16" name="Panel (d) title"/>
          <p:cNvSpPr txBox="1"/>
          <p:nvPr/>
        </p:nvSpPr>
        <p:spPr>
          <a:xfrm>
            <a:off x="4663440" y="2697480"/>
            <a:ext cx="2377440" cy="228600"/>
          </a:xfrm>
          <a:prstGeom prst="rect">
            <a:avLst/>
          </a:prstGeom>
          <a:noFill/>
          <a:ln/>
        </p:spPr>
        <p:txBody>
          <a:bodyPr wrap="square" lIns="0" tIns="0" rIns="0" bIns="0" rtlCol="0" anchor="t"/>
          <a:lstStyle/>
          <a:p>
            <a:pPr indent="0" marL="0">
              <a:buNone/>
            </a:pPr>
            <a:r>
              <a:rPr lang="en-US" sz="1200" b="1" dirty="0">
                <a:solidFill>
                  <a:schemeClr val="tx1"/>
                </a:solidFill>
              </a:rPr>
              <a:t>(d) </a:t>
            </a:r>
            <a:pPr indent="0" marL="0">
              <a:buNone/>
            </a:pPr>
            <a:r>
              <a:rPr lang="en-US" sz="1200" b="1" dirty="0">
                <a:solidFill>
                  <a:schemeClr val="tx1"/>
                </a:solidFill>
              </a:rPr>
              <a:t>Cửa sổ trượt cho TimeXer</a:t>
            </a:r>
            <a:endParaRPr lang="en-US" sz="1200" dirty="0"/>
          </a:p>
        </p:txBody>
      </p:sp>
      <p:sp>
        <p:nvSpPr>
          <p:cNvPr id="17" name="Panel (d) legend"/>
          <p:cNvSpPr txBox="1"/>
          <p:nvPr/>
        </p:nvSpPr>
        <p:spPr>
          <a:xfrm>
            <a:off x="6858000" y="2715768"/>
            <a:ext cx="1920240" cy="201168"/>
          </a:xfrm>
          <a:prstGeom prst="rect">
            <a:avLst/>
          </a:prstGeom>
          <a:noFill/>
          <a:ln/>
        </p:spPr>
        <p:txBody>
          <a:bodyPr wrap="square" lIns="0" tIns="0" rIns="0" bIns="0" rtlCol="0" anchor="t"/>
          <a:lstStyle/>
          <a:p>
            <a:pPr algn="r" indent="0" marL="0">
              <a:buNone/>
            </a:pPr>
            <a:r>
              <a:rPr lang="en-US" sz="950" b="1" dirty="0">
                <a:solidFill>
                  <a:srgbClr val="4A5568"/>
                </a:solidFill>
              </a:rPr>
              <a:t>━ </a:t>
            </a:r>
            <a:pPr algn="r" indent="0" marL="0">
              <a:buNone/>
            </a:pPr>
            <a:r>
              <a:rPr lang="en-US" sz="950" dirty="0">
                <a:solidFill>
                  <a:schemeClr val="tx2"/>
                </a:solidFill>
              </a:rPr>
              <a:t>đầu vào</a:t>
            </a:r>
            <a:pPr algn="r" indent="0" marL="0">
              <a:buNone/>
            </a:pPr>
            <a:r>
              <a:rPr lang="en-US" sz="950" b="1" dirty="0">
                <a:solidFill>
                  <a:srgbClr val="E89B0C"/>
                </a:solidFill>
              </a:rPr>
              <a:t>   ━ </a:t>
            </a:r>
            <a:pPr algn="r" indent="0" marL="0">
              <a:buNone/>
            </a:pPr>
            <a:r>
              <a:rPr lang="en-US" sz="950" dirty="0">
                <a:solidFill>
                  <a:schemeClr val="tx2"/>
                </a:solidFill>
              </a:rPr>
              <a:t>cần dự báo</a:t>
            </a:r>
            <a:endParaRPr lang="en-US" sz="950" dirty="0"/>
          </a:p>
        </p:txBody>
      </p:sp>
      <p:graphicFrame>
        <p:nvGraphicFramePr>
          <p:cNvPr id="18" name="Panel d chart" descr=""/>
          <p:cNvGraphicFramePr/>
          <p:nvPr/>
        </p:nvGraphicFramePr>
        <p:xfrm>
          <a:off x="4663440" y="2971800"/>
          <a:ext cx="4114800" cy="1143000"/>
        </p:xfrm>
        <a:graphic xmlns:a="http://schemas.openxmlformats.org/drawingml/2006/main">
          <a:graphicData uri="http://schemas.openxmlformats.org/drawingml/2006/chart">
            <c:chart xmlns:c="http://schemas.openxmlformats.org/drawingml/2006/chart" r:id="rId4"/>
          </a:graphicData>
        </a:graphic>
      </p:graphicFrame>
      <p:sp>
        <p:nvSpPr>
          <p:cNvPr id="19" name="Panel d lookback"/>
          <p:cNvSpPr/>
          <p:nvPr/>
        </p:nvSpPr>
        <p:spPr>
          <a:xfrm>
            <a:off x="4745736" y="3017520"/>
            <a:ext cx="3456432" cy="1051560"/>
          </a:xfrm>
          <a:prstGeom prst="rect">
            <a:avLst/>
          </a:prstGeom>
          <a:solidFill>
            <a:srgbClr val="4A5568">
              <a:alpha val="12000"/>
            </a:srgbClr>
          </a:solidFill>
          <a:ln w="9525">
            <a:solidFill>
              <a:srgbClr val="4A5568"/>
            </a:solidFill>
            <a:prstDash val="solid"/>
          </a:ln>
        </p:spPr>
      </p:sp>
      <p:sp>
        <p:nvSpPr>
          <p:cNvPr id="20" name="Panel d horizon"/>
          <p:cNvSpPr/>
          <p:nvPr/>
        </p:nvSpPr>
        <p:spPr>
          <a:xfrm>
            <a:off x="8202168" y="3017520"/>
            <a:ext cx="493776" cy="1051560"/>
          </a:xfrm>
          <a:prstGeom prst="rect">
            <a:avLst/>
          </a:prstGeom>
          <a:solidFill>
            <a:srgbClr val="E89B0C">
              <a:alpha val="20000"/>
            </a:srgbClr>
          </a:solidFill>
          <a:ln w="12700">
            <a:solidFill>
              <a:srgbClr val="E89B0C"/>
            </a:solidFill>
            <a:prstDash val="dash"/>
          </a:ln>
        </p:spPr>
      </p:sp>
      <p:sp>
        <p:nvSpPr>
          <p:cNvPr id="21" name="Panel d span1"/>
          <p:cNvSpPr/>
          <p:nvPr/>
        </p:nvSpPr>
        <p:spPr>
          <a:xfrm>
            <a:off x="4745736" y="4187952"/>
            <a:ext cx="3429000" cy="0"/>
          </a:xfrm>
          <a:prstGeom prst="line">
            <a:avLst/>
          </a:prstGeom>
          <a:noFill/>
          <a:ln w="12700">
            <a:solidFill>
              <a:srgbClr val="4A5568"/>
            </a:solidFill>
            <a:prstDash val="solid"/>
            <a:headEnd type="triangle"/>
            <a:tailEnd type="triangle"/>
          </a:ln>
        </p:spPr>
      </p:sp>
      <p:sp>
        <p:nvSpPr>
          <p:cNvPr id="22" name="Panel d span2"/>
          <p:cNvSpPr/>
          <p:nvPr/>
        </p:nvSpPr>
        <p:spPr>
          <a:xfrm>
            <a:off x="8229600" y="4187952"/>
            <a:ext cx="466344" cy="0"/>
          </a:xfrm>
          <a:prstGeom prst="line">
            <a:avLst/>
          </a:prstGeom>
          <a:noFill/>
          <a:ln w="12700">
            <a:solidFill>
              <a:srgbClr val="E89B0C"/>
            </a:solidFill>
            <a:prstDash val="solid"/>
            <a:headEnd type="triangle"/>
            <a:tailEnd type="triangle"/>
          </a:ln>
        </p:spPr>
      </p:sp>
      <p:sp>
        <p:nvSpPr>
          <p:cNvPr id="23" name="Panel d label1"/>
          <p:cNvSpPr txBox="1"/>
          <p:nvPr/>
        </p:nvSpPr>
        <p:spPr>
          <a:xfrm>
            <a:off x="4745736" y="4233672"/>
            <a:ext cx="3456432" cy="182880"/>
          </a:xfrm>
          <a:prstGeom prst="rect">
            <a:avLst/>
          </a:prstGeom>
          <a:noFill/>
          <a:ln/>
        </p:spPr>
        <p:txBody>
          <a:bodyPr wrap="square" lIns="0" tIns="0" rIns="0" bIns="0" rtlCol="0" anchor="t"/>
          <a:lstStyle/>
          <a:p>
            <a:pPr algn="ctr" indent="0" marL="0">
              <a:buNone/>
            </a:pPr>
            <a:r>
              <a:rPr lang="en-US" sz="900" dirty="0">
                <a:solidFill>
                  <a:schemeClr val="tx2"/>
                </a:solidFill>
              </a:rPr>
              <a:t>168 giờ quá khứ (PV + thời tiết +24h)</a:t>
            </a:r>
            <a:endParaRPr lang="en-US" sz="900" dirty="0"/>
          </a:p>
        </p:txBody>
      </p:sp>
      <p:sp>
        <p:nvSpPr>
          <p:cNvPr id="24" name="Panel d label2"/>
          <p:cNvSpPr txBox="1"/>
          <p:nvPr/>
        </p:nvSpPr>
        <p:spPr>
          <a:xfrm>
            <a:off x="8110728" y="4233672"/>
            <a:ext cx="676656" cy="182880"/>
          </a:xfrm>
          <a:prstGeom prst="rect">
            <a:avLst/>
          </a:prstGeom>
          <a:noFill/>
          <a:ln/>
        </p:spPr>
        <p:txBody>
          <a:bodyPr wrap="square" lIns="0" tIns="0" rIns="0" bIns="0" rtlCol="0" anchor="t"/>
          <a:lstStyle/>
          <a:p>
            <a:pPr algn="ctr" indent="0" marL="0">
              <a:buNone/>
            </a:pPr>
            <a:r>
              <a:rPr lang="en-US" sz="900" b="1" dirty="0">
                <a:solidFill>
                  <a:schemeClr val="accent1"/>
                </a:solidFill>
              </a:rPr>
              <a:t>24 giờ</a:t>
            </a:r>
            <a:endParaRPr lang="en-US" sz="900" dirty="0"/>
          </a:p>
        </p:txBody>
      </p:sp>
      <p:sp>
        <p:nvSpPr>
          <p:cNvPr id="25" name="Text 0"/>
          <p:cNvSpPr/>
          <p:nvPr>
            <p:ph idx="101" type="body" hasCustomPrompt="1"/>
          </p:nvPr>
        </p:nvSpPr>
        <p:spPr>
          <a:xfrm>
            <a:off x="365760" y="4526280"/>
            <a:ext cx="8412480" cy="457200"/>
          </a:xfrm>
          <a:prstGeom prst="rect">
            <a:avLst/>
          </a:prstGeom>
          <a:noFill/>
          <a:ln/>
        </p:spPr>
        <p:txBody>
          <a:bodyPr wrap="square" lIns="0" tIns="0" rIns="0" bIns="0" rtlCol="0" anchor="t"/>
          <a:lstStyle/>
          <a:p>
            <a:pPr algn="l" indent="0" marL="0">
              <a:buNone/>
            </a:pPr>
            <a:r>
              <a:rPr lang="en-US" sz="1100" b="1" dirty="0">
                <a:solidFill>
                  <a:schemeClr val="tx2"/>
                </a:solidFill>
              </a:rPr>
              <a:t>Hình 2. </a:t>
            </a:r>
            <a:pPr algn="l" indent="0" marL="0">
              <a:buNone/>
            </a:pPr>
            <a:r>
              <a:rPr lang="en-US" sz="1100" dirty="0">
                <a:solidFill>
                  <a:schemeClr val="tx2"/>
                </a:solidFill>
              </a:rPr>
              <a:t>(a) Lọc điểm lỗi trong log inverter. (b) Gộp theo giờ; khoảng trống dài được ước lượng từ bức xạ. (c) Cột thời tiết dịch lên 24 giờ nên cửa sổ đầu vào chứa sẵn thời tiết ngày mai. (d) Mỗi mẫu: 168 giờ đầu vào → 24 giờ cần dự báo.</a:t>
            </a:r>
            <a:endParaRPr lang="en-US" sz="1100" dirty="0"/>
          </a:p>
        </p:txBody>
      </p:sp>
    </p:spTree>
  </p:cSld>
  <p:clrMapOvr>
    <a:masterClrMapping/>
  </p:clrMapOvr>
</p:sld>
</file>

<file path=ppt/theme/theme1.xml><?xml version="1.0" encoding="utf-8"?>
<a:theme xmlns:a="http://schemas.openxmlformats.org/drawingml/2006/main" name="Solar Figure">
  <a:themeElements>
    <a:clrScheme name="Solar Figure">
      <a:dk1>
        <a:srgbClr val="1B2433"/>
      </a:dk1>
      <a:lt1>
        <a:srgbClr val="FFFFFF"/>
      </a:lt1>
      <a:dk2>
        <a:srgbClr val="4A5568"/>
      </a:dk2>
      <a:lt2>
        <a:srgbClr val="F4F6F9"/>
      </a:lt2>
      <a:accent1>
        <a:srgbClr val="E89B0C"/>
      </a:accent1>
      <a:accent2>
        <a:srgbClr val="2A9D8F"/>
      </a:accent2>
      <a:accent3>
        <a:srgbClr val="E76F51"/>
      </a:accent3>
      <a:accent4>
        <a:srgbClr val="A0AEC0"/>
      </a:accent4>
      <a:accent5>
        <a:srgbClr val="264653"/>
      </a:accent5>
      <a:accent6>
        <a:srgbClr val="CBD5E0"/>
      </a:accent6>
      <a:hlink>
        <a:srgbClr val="2A9D8F"/>
      </a:hlink>
      <a:folHlink>
        <a:srgbClr val="4A5568"/>
      </a:folHlink>
    </a:clrScheme>
    <a:fontScheme name="Solar Fig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Luồng thu thập và xử lý dữ liệu điện mặt trời</dc:title>
  <dc:subject>PptxGenJS Presentation</dc:subject>
  <dc:creator>PptxGenJS</dc:creator>
  <cp:lastModifiedBy>PptxGenJS</cp:lastModifiedBy>
  <cp:revision>1</cp:revision>
  <dcterms:created xsi:type="dcterms:W3CDTF">2026-10-03T02:32:17Z</dcterms:created>
  <dcterms:modified xsi:type="dcterms:W3CDTF">2026-10-03T02:32:17Z</dcterms:modified>
</cp:coreProperties>
</file>
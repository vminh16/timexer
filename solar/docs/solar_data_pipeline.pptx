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4"/>
          <c:w val="0.96"/>
          <c:h val="0.9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E76F51"/>
            </a:solidFill>
            <a:ln w="12700" cap="flat">
              <a:solidFill>
                <a:srgbClr val="E76F5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76F51"/>
              </a:solidFill>
              <a:ln w="9525" cap="flat">
                <a:solidFill>
                  <a:srgbClr val="E76F5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Sheet1!$A$2:$A$865</c:f>
              <c:multiLvlStrCache>
                <c:ptCount val="86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</c:lvl>
              </c:multiLvlStrCache>
            </c:multiLvlStrRef>
          </c:cat>
          <c:val>
            <c:numRef>
              <c:f>Sheet1!$B$2:$B$865</c:f>
              <c:numCache>
                <c:formatCode>General</c:formatCode>
                <c:ptCount val="86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0.01</c:v>
                </c:pt>
                <c:pt idx="74">
                  <c:v>0.03</c:v>
                </c:pt>
                <c:pt idx="75">
                  <c:v>0.04</c:v>
                </c:pt>
                <c:pt idx="76">
                  <c:v>0.05</c:v>
                </c:pt>
                <c:pt idx="77">
                  <c:v>0.07</c:v>
                </c:pt>
                <c:pt idx="78">
                  <c:v>0.08</c:v>
                </c:pt>
                <c:pt idx="79">
                  <c:v>0.09</c:v>
                </c:pt>
                <c:pt idx="80">
                  <c:v>0.11</c:v>
                </c:pt>
                <c:pt idx="81">
                  <c:v>0.13</c:v>
                </c:pt>
                <c:pt idx="82">
                  <c:v>0.14</c:v>
                </c:pt>
                <c:pt idx="83">
                  <c:v>0.15</c:v>
                </c:pt>
                <c:pt idx="84">
                  <c:v>0.17</c:v>
                </c:pt>
                <c:pt idx="85">
                  <c:v>0.22</c:v>
                </c:pt>
                <c:pt idx="86">
                  <c:v>0.26</c:v>
                </c:pt>
                <c:pt idx="87">
                  <c:v>0.27</c:v>
                </c:pt>
                <c:pt idx="88">
                  <c:v>0.35</c:v>
                </c:pt>
                <c:pt idx="89">
                  <c:v>0.38</c:v>
                </c:pt>
                <c:pt idx="90">
                  <c:v>0.44</c:v>
                </c:pt>
                <c:pt idx="91">
                  <c:v>0.47</c:v>
                </c:pt>
                <c:pt idx="92">
                  <c:v>0.52</c:v>
                </c:pt>
                <c:pt idx="93">
                  <c:v>0.55</c:v>
                </c:pt>
                <c:pt idx="94">
                  <c:v>0.58</c:v>
                </c:pt>
                <c:pt idx="95">
                  <c:v>0.65</c:v>
                </c:pt>
                <c:pt idx="96">
                  <c:v>0.71</c:v>
                </c:pt>
                <c:pt idx="97">
                  <c:v>0.74</c:v>
                </c:pt>
                <c:pt idx="98">
                  <c:v>0.83</c:v>
                </c:pt>
                <c:pt idx="99">
                  <c:v>0.97</c:v>
                </c:pt>
                <c:pt idx="100">
                  <c:v>1</c:v>
                </c:pt>
                <c:pt idx="101">
                  <c:v>1.05</c:v>
                </c:pt>
                <c:pt idx="102">
                  <c:v>1.15</c:v>
                </c:pt>
                <c:pt idx="103">
                  <c:v>1.25</c:v>
                </c:pt>
                <c:pt idx="104">
                  <c:v>1.39</c:v>
                </c:pt>
                <c:pt idx="105">
                  <c:v>1.35</c:v>
                </c:pt>
                <c:pt idx="106">
                  <c:v>1.6</c:v>
                </c:pt>
                <c:pt idx="107">
                  <c:v>1.55</c:v>
                </c:pt>
                <c:pt idx="108">
                  <c:v>1.63</c:v>
                </c:pt>
                <c:pt idx="109">
                  <c:v>1.67</c:v>
                </c:pt>
                <c:pt idx="110">
                  <c:v>1.77</c:v>
                </c:pt>
                <c:pt idx="111">
                  <c:v>1.86</c:v>
                </c:pt>
                <c:pt idx="112">
                  <c:v>1.95</c:v>
                </c:pt>
                <c:pt idx="113">
                  <c:v>1.95</c:v>
                </c:pt>
                <c:pt idx="114">
                  <c:v>2.01</c:v>
                </c:pt>
                <c:pt idx="115">
                  <c:v>2.14</c:v>
                </c:pt>
                <c:pt idx="116">
                  <c:v>2.17</c:v>
                </c:pt>
                <c:pt idx="117">
                  <c:v>2.09</c:v>
                </c:pt>
                <c:pt idx="118">
                  <c:v>2.23</c:v>
                </c:pt>
                <c:pt idx="119">
                  <c:v>2.38</c:v>
                </c:pt>
                <c:pt idx="120">
                  <c:v>2.43</c:v>
                </c:pt>
                <c:pt idx="121">
                  <c:v>2.35</c:v>
                </c:pt>
                <c:pt idx="122">
                  <c:v>2.65</c:v>
                </c:pt>
                <c:pt idx="123">
                  <c:v>2.6</c:v>
                </c:pt>
                <c:pt idx="124">
                  <c:v>2.62</c:v>
                </c:pt>
                <c:pt idx="125">
                  <c:v>2.53</c:v>
                </c:pt>
                <c:pt idx="126">
                  <c:v>2.69</c:v>
                </c:pt>
                <c:pt idx="127">
                  <c:v>2.62</c:v>
                </c:pt>
                <c:pt idx="128">
                  <c:v>2.69</c:v>
                </c:pt>
                <c:pt idx="129">
                  <c:v>2.67</c:v>
                </c:pt>
                <c:pt idx="130">
                  <c:v>2.8</c:v>
                </c:pt>
                <c:pt idx="131">
                  <c:v>2.79</c:v>
                </c:pt>
                <c:pt idx="132">
                  <c:v>2.77</c:v>
                </c:pt>
                <c:pt idx="133">
                  <c:v>2.79</c:v>
                </c:pt>
                <c:pt idx="134">
                  <c:v>2.76</c:v>
                </c:pt>
                <c:pt idx="135">
                  <c:v>2.77</c:v>
                </c:pt>
                <c:pt idx="136">
                  <c:v>2.84</c:v>
                </c:pt>
                <c:pt idx="137">
                  <c:v>2.77</c:v>
                </c:pt>
                <c:pt idx="138">
                  <c:v>2.76</c:v>
                </c:pt>
                <c:pt idx="139">
                  <c:v>2.9</c:v>
                </c:pt>
                <c:pt idx="140">
                  <c:v>2.84</c:v>
                </c:pt>
                <c:pt idx="141">
                  <c:v>2.88</c:v>
                </c:pt>
                <c:pt idx="142">
                  <c:v>2.72</c:v>
                </c:pt>
                <c:pt idx="143">
                  <c:v>2.88</c:v>
                </c:pt>
                <c:pt idx="144">
                  <c:v>2.95</c:v>
                </c:pt>
                <c:pt idx="145">
                  <c:v>2.71</c:v>
                </c:pt>
                <c:pt idx="146">
                  <c:v>3.04</c:v>
                </c:pt>
                <c:pt idx="147">
                  <c:v>2.97</c:v>
                </c:pt>
                <c:pt idx="148">
                  <c:v>2.83</c:v>
                </c:pt>
                <c:pt idx="149">
                  <c:v>3</c:v>
                </c:pt>
                <c:pt idx="150">
                  <c:v>2.86</c:v>
                </c:pt>
                <c:pt idx="151">
                  <c:v>2.74</c:v>
                </c:pt>
                <c:pt idx="152">
                  <c:v>2.78</c:v>
                </c:pt>
                <c:pt idx="153">
                  <c:v>2.84</c:v>
                </c:pt>
                <c:pt idx="154">
                  <c:v>2.84</c:v>
                </c:pt>
                <c:pt idx="155">
                  <c:v>2.71</c:v>
                </c:pt>
                <c:pt idx="156">
                  <c:v>2.66</c:v>
                </c:pt>
                <c:pt idx="157">
                  <c:v>2.64</c:v>
                </c:pt>
                <c:pt idx="158">
                  <c:v>2.85</c:v>
                </c:pt>
                <c:pt idx="159">
                  <c:v>2.73</c:v>
                </c:pt>
                <c:pt idx="160">
                  <c:v>2.57</c:v>
                </c:pt>
                <c:pt idx="161">
                  <c:v>2.52</c:v>
                </c:pt>
                <c:pt idx="162">
                  <c:v>2.43</c:v>
                </c:pt>
                <c:pt idx="163">
                  <c:v>2.5</c:v>
                </c:pt>
                <c:pt idx="164">
                  <c:v>2.29</c:v>
                </c:pt>
                <c:pt idx="165">
                  <c:v>2.42</c:v>
                </c:pt>
                <c:pt idx="166">
                  <c:v>2.33</c:v>
                </c:pt>
                <c:pt idx="167">
                  <c:v>2.22</c:v>
                </c:pt>
                <c:pt idx="168">
                  <c:v>2.18</c:v>
                </c:pt>
                <c:pt idx="169">
                  <c:v>2.19</c:v>
                </c:pt>
                <c:pt idx="170">
                  <c:v>2.14</c:v>
                </c:pt>
                <c:pt idx="171">
                  <c:v>2.24</c:v>
                </c:pt>
                <c:pt idx="172">
                  <c:v>2.1</c:v>
                </c:pt>
                <c:pt idx="173">
                  <c:v>2.26</c:v>
                </c:pt>
                <c:pt idx="174">
                  <c:v>1.91</c:v>
                </c:pt>
                <c:pt idx="175">
                  <c:v>1.89</c:v>
                </c:pt>
                <c:pt idx="176">
                  <c:v>1.97</c:v>
                </c:pt>
                <c:pt idx="177">
                  <c:v>1.92</c:v>
                </c:pt>
                <c:pt idx="178">
                  <c:v>1.91</c:v>
                </c:pt>
                <c:pt idx="179">
                  <c:v>1.86</c:v>
                </c:pt>
                <c:pt idx="180">
                  <c:v>1.8</c:v>
                </c:pt>
                <c:pt idx="181">
                  <c:v>1.81</c:v>
                </c:pt>
                <c:pt idx="182">
                  <c:v>1.86</c:v>
                </c:pt>
                <c:pt idx="183">
                  <c:v>1.79</c:v>
                </c:pt>
                <c:pt idx="184">
                  <c:v>1.66</c:v>
                </c:pt>
                <c:pt idx="185">
                  <c:v>1.58</c:v>
                </c:pt>
                <c:pt idx="186">
                  <c:v>1.56</c:v>
                </c:pt>
                <c:pt idx="187">
                  <c:v>1.4</c:v>
                </c:pt>
                <c:pt idx="188">
                  <c:v>1.5</c:v>
                </c:pt>
                <c:pt idx="189">
                  <c:v>1.42</c:v>
                </c:pt>
                <c:pt idx="190">
                  <c:v>1.29</c:v>
                </c:pt>
                <c:pt idx="191">
                  <c:v>1.37</c:v>
                </c:pt>
                <c:pt idx="192">
                  <c:v>1.26</c:v>
                </c:pt>
                <c:pt idx="193">
                  <c:v>1.2</c:v>
                </c:pt>
                <c:pt idx="194">
                  <c:v>1.18</c:v>
                </c:pt>
                <c:pt idx="195">
                  <c:v>1.09</c:v>
                </c:pt>
                <c:pt idx="196">
                  <c:v>1.02</c:v>
                </c:pt>
                <c:pt idx="197">
                  <c:v>0.97</c:v>
                </c:pt>
                <c:pt idx="198">
                  <c:v>0.85</c:v>
                </c:pt>
                <c:pt idx="199">
                  <c:v>0.78</c:v>
                </c:pt>
                <c:pt idx="200">
                  <c:v>0.73</c:v>
                </c:pt>
                <c:pt idx="201">
                  <c:v>0.69</c:v>
                </c:pt>
                <c:pt idx="202">
                  <c:v>0.58</c:v>
                </c:pt>
                <c:pt idx="203">
                  <c:v>0.54</c:v>
                </c:pt>
                <c:pt idx="204">
                  <c:v>0.45</c:v>
                </c:pt>
                <c:pt idx="205">
                  <c:v>0.41</c:v>
                </c:pt>
                <c:pt idx="206">
                  <c:v>0.37</c:v>
                </c:pt>
                <c:pt idx="207">
                  <c:v>0.33</c:v>
                </c:pt>
                <c:pt idx="208">
                  <c:v>0.3</c:v>
                </c:pt>
                <c:pt idx="209">
                  <c:v>0.26</c:v>
                </c:pt>
                <c:pt idx="210">
                  <c:v>0.23</c:v>
                </c:pt>
                <c:pt idx="211">
                  <c:v>0.2</c:v>
                </c:pt>
                <c:pt idx="212">
                  <c:v>0.16</c:v>
                </c:pt>
                <c:pt idx="213">
                  <c:v>0.11</c:v>
                </c:pt>
                <c:pt idx="214">
                  <c:v>0.08</c:v>
                </c:pt>
                <c:pt idx="215">
                  <c:v>0.04</c:v>
                </c:pt>
                <c:pt idx="216">
                  <c:v>0</c:v>
                </c:pt>
                <c:pt idx="217">
                  <c:v>0</c:v>
                </c:pt>
                <c:pt idx="218">
                  <c:v>0</c:v>
                </c:pt>
                <c:pt idx="219">
                  <c:v>0</c:v>
                </c:pt>
                <c:pt idx="220">
                  <c:v>0</c:v>
                </c:pt>
                <c:pt idx="221">
                  <c:v>0</c:v>
                </c:pt>
                <c:pt idx="222">
                  <c:v>0</c:v>
                </c:pt>
                <c:pt idx="223">
                  <c:v>0</c:v>
                </c:pt>
                <c:pt idx="224">
                  <c:v>0</c:v>
                </c:pt>
                <c:pt idx="225">
                  <c:v>0</c:v>
                </c:pt>
                <c:pt idx="226">
                  <c:v>0</c:v>
                </c:pt>
                <c:pt idx="227">
                  <c:v>0</c:v>
                </c:pt>
                <c:pt idx="228">
                  <c:v>0</c:v>
                </c:pt>
                <c:pt idx="229">
                  <c:v>0</c:v>
                </c:pt>
                <c:pt idx="230">
                  <c:v>0</c:v>
                </c:pt>
                <c:pt idx="231">
                  <c:v>0</c:v>
                </c:pt>
                <c:pt idx="232">
                  <c:v>0</c:v>
                </c:pt>
                <c:pt idx="233">
                  <c:v>0</c:v>
                </c:pt>
                <c:pt idx="234">
                  <c:v>0</c:v>
                </c:pt>
                <c:pt idx="235">
                  <c:v>0</c:v>
                </c:pt>
                <c:pt idx="236">
                  <c:v>0</c:v>
                </c:pt>
                <c:pt idx="237">
                  <c:v>0</c:v>
                </c:pt>
                <c:pt idx="238">
                  <c:v>0</c:v>
                </c:pt>
                <c:pt idx="239">
                  <c:v>0</c:v>
                </c:pt>
                <c:pt idx="240">
                  <c:v>0</c:v>
                </c:pt>
                <c:pt idx="241">
                  <c:v>0</c:v>
                </c:pt>
                <c:pt idx="242">
                  <c:v>0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</c:v>
                </c:pt>
                <c:pt idx="252">
                  <c:v>0</c:v>
                </c:pt>
                <c:pt idx="253">
                  <c:v>0</c:v>
                </c:pt>
                <c:pt idx="254">
                  <c:v>0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0</c:v>
                </c:pt>
                <c:pt idx="259">
                  <c:v>0</c:v>
                </c:pt>
                <c:pt idx="260">
                  <c:v>0</c:v>
                </c:pt>
                <c:pt idx="261">
                  <c:v>0</c:v>
                </c:pt>
                <c:pt idx="262">
                  <c:v>0</c:v>
                </c:pt>
                <c:pt idx="263">
                  <c:v>0</c:v>
                </c:pt>
                <c:pt idx="264">
                  <c:v>0</c:v>
                </c:pt>
                <c:pt idx="265">
                  <c:v>0</c:v>
                </c:pt>
                <c:pt idx="266">
                  <c:v>0</c:v>
                </c:pt>
                <c:pt idx="267">
                  <c:v>0</c:v>
                </c:pt>
                <c:pt idx="268">
                  <c:v>0</c:v>
                </c:pt>
                <c:pt idx="269">
                  <c:v>0</c:v>
                </c:pt>
                <c:pt idx="270">
                  <c:v>0</c:v>
                </c:pt>
                <c:pt idx="271">
                  <c:v>0</c:v>
                </c:pt>
                <c:pt idx="272">
                  <c:v>0</c:v>
                </c:pt>
                <c:pt idx="273">
                  <c:v>0</c:v>
                </c:pt>
                <c:pt idx="274">
                  <c:v>0</c:v>
                </c:pt>
                <c:pt idx="275">
                  <c:v>0</c:v>
                </c:pt>
                <c:pt idx="276">
                  <c:v>0</c:v>
                </c:pt>
                <c:pt idx="277">
                  <c:v>0</c:v>
                </c:pt>
                <c:pt idx="278">
                  <c:v>0</c:v>
                </c:pt>
                <c:pt idx="279">
                  <c:v>0</c:v>
                </c:pt>
                <c:pt idx="280">
                  <c:v>0</c:v>
                </c:pt>
                <c:pt idx="281">
                  <c:v>0</c:v>
                </c:pt>
                <c:pt idx="282">
                  <c:v>0</c:v>
                </c:pt>
                <c:pt idx="283">
                  <c:v>0</c:v>
                </c:pt>
                <c:pt idx="284">
                  <c:v>0</c:v>
                </c:pt>
                <c:pt idx="285">
                  <c:v>0</c:v>
                </c:pt>
                <c:pt idx="286">
                  <c:v>0</c:v>
                </c:pt>
                <c:pt idx="287">
                  <c:v>0</c:v>
                </c:pt>
                <c:pt idx="288">
                  <c:v>0</c:v>
                </c:pt>
                <c:pt idx="289">
                  <c:v>0</c:v>
                </c:pt>
                <c:pt idx="290">
                  <c:v>0</c:v>
                </c:pt>
                <c:pt idx="291">
                  <c:v>0</c:v>
                </c:pt>
                <c:pt idx="292">
                  <c:v>0</c:v>
                </c:pt>
                <c:pt idx="293">
                  <c:v>0</c:v>
                </c:pt>
                <c:pt idx="294">
                  <c:v>0</c:v>
                </c:pt>
                <c:pt idx="295">
                  <c:v>0</c:v>
                </c:pt>
                <c:pt idx="296">
                  <c:v>0</c:v>
                </c:pt>
                <c:pt idx="297">
                  <c:v>0</c:v>
                </c:pt>
                <c:pt idx="298">
                  <c:v>0</c:v>
                </c:pt>
                <c:pt idx="299">
                  <c:v>0</c:v>
                </c:pt>
                <c:pt idx="300">
                  <c:v>0</c:v>
                </c:pt>
                <c:pt idx="301">
                  <c:v>0</c:v>
                </c:pt>
                <c:pt idx="302">
                  <c:v>0</c:v>
                </c:pt>
                <c:pt idx="303">
                  <c:v>0</c:v>
                </c:pt>
                <c:pt idx="304">
                  <c:v>0</c:v>
                </c:pt>
                <c:pt idx="305">
                  <c:v>0</c:v>
                </c:pt>
                <c:pt idx="306">
                  <c:v>0</c:v>
                </c:pt>
                <c:pt idx="307">
                  <c:v>0</c:v>
                </c:pt>
                <c:pt idx="308">
                  <c:v>0</c:v>
                </c:pt>
                <c:pt idx="309">
                  <c:v>0</c:v>
                </c:pt>
                <c:pt idx="310">
                  <c:v>0</c:v>
                </c:pt>
                <c:pt idx="311">
                  <c:v>0</c:v>
                </c:pt>
                <c:pt idx="312">
                  <c:v>0</c:v>
                </c:pt>
                <c:pt idx="313">
                  <c:v>0</c:v>
                </c:pt>
                <c:pt idx="314">
                  <c:v>0</c:v>
                </c:pt>
                <c:pt idx="315">
                  <c:v>0</c:v>
                </c:pt>
                <c:pt idx="316">
                  <c:v>0</c:v>
                </c:pt>
                <c:pt idx="317">
                  <c:v>0</c:v>
                </c:pt>
                <c:pt idx="318">
                  <c:v>0</c:v>
                </c:pt>
                <c:pt idx="319">
                  <c:v>0</c:v>
                </c:pt>
                <c:pt idx="320">
                  <c:v>0</c:v>
                </c:pt>
                <c:pt idx="321">
                  <c:v>0</c:v>
                </c:pt>
                <c:pt idx="322">
                  <c:v>0</c:v>
                </c:pt>
                <c:pt idx="323">
                  <c:v>0</c:v>
                </c:pt>
                <c:pt idx="324">
                  <c:v>0</c:v>
                </c:pt>
                <c:pt idx="325">
                  <c:v>0</c:v>
                </c:pt>
                <c:pt idx="326">
                  <c:v>0</c:v>
                </c:pt>
                <c:pt idx="327">
                  <c:v>0</c:v>
                </c:pt>
                <c:pt idx="328">
                  <c:v>0</c:v>
                </c:pt>
                <c:pt idx="329">
                  <c:v>0</c:v>
                </c:pt>
                <c:pt idx="330">
                  <c:v>0</c:v>
                </c:pt>
                <c:pt idx="331">
                  <c:v>0</c:v>
                </c:pt>
                <c:pt idx="332">
                  <c:v>0</c:v>
                </c:pt>
                <c:pt idx="333">
                  <c:v>0</c:v>
                </c:pt>
                <c:pt idx="334">
                  <c:v>0</c:v>
                </c:pt>
                <c:pt idx="335">
                  <c:v>0</c:v>
                </c:pt>
                <c:pt idx="336">
                  <c:v>0</c:v>
                </c:pt>
                <c:pt idx="337">
                  <c:v>0</c:v>
                </c:pt>
                <c:pt idx="338">
                  <c:v>0</c:v>
                </c:pt>
                <c:pt idx="339">
                  <c:v>0</c:v>
                </c:pt>
                <c:pt idx="340">
                  <c:v>0</c:v>
                </c:pt>
                <c:pt idx="341">
                  <c:v>0</c:v>
                </c:pt>
                <c:pt idx="342">
                  <c:v>0</c:v>
                </c:pt>
                <c:pt idx="343">
                  <c:v>0</c:v>
                </c:pt>
                <c:pt idx="344">
                  <c:v>0</c:v>
                </c:pt>
                <c:pt idx="345">
                  <c:v>0</c:v>
                </c:pt>
                <c:pt idx="346">
                  <c:v>0</c:v>
                </c:pt>
                <c:pt idx="347">
                  <c:v>0</c:v>
                </c:pt>
                <c:pt idx="348">
                  <c:v>0</c:v>
                </c:pt>
                <c:pt idx="349">
                  <c:v>0</c:v>
                </c:pt>
                <c:pt idx="350">
                  <c:v>0</c:v>
                </c:pt>
                <c:pt idx="351">
                  <c:v>0</c:v>
                </c:pt>
                <c:pt idx="352">
                  <c:v>0</c:v>
                </c:pt>
                <c:pt idx="353">
                  <c:v>0</c:v>
                </c:pt>
                <c:pt idx="354">
                  <c:v>0</c:v>
                </c:pt>
                <c:pt idx="355">
                  <c:v>0</c:v>
                </c:pt>
                <c:pt idx="356">
                  <c:v>0</c:v>
                </c:pt>
                <c:pt idx="357">
                  <c:v>0</c:v>
                </c:pt>
                <c:pt idx="358">
                  <c:v>0</c:v>
                </c:pt>
                <c:pt idx="359">
                  <c:v>0</c:v>
                </c:pt>
                <c:pt idx="360">
                  <c:v>0</c:v>
                </c:pt>
                <c:pt idx="361">
                  <c:v>0.02</c:v>
                </c:pt>
                <c:pt idx="362">
                  <c:v>0.03</c:v>
                </c:pt>
                <c:pt idx="363">
                  <c:v>0.05</c:v>
                </c:pt>
                <c:pt idx="364">
                  <c:v>0.07</c:v>
                </c:pt>
                <c:pt idx="365">
                  <c:v>0.08</c:v>
                </c:pt>
                <c:pt idx="366">
                  <c:v>0.1</c:v>
                </c:pt>
                <c:pt idx="367">
                  <c:v>0.12</c:v>
                </c:pt>
                <c:pt idx="368">
                  <c:v>0.13</c:v>
                </c:pt>
                <c:pt idx="369">
                  <c:v>0.15</c:v>
                </c:pt>
                <c:pt idx="370">
                  <c:v>0.17</c:v>
                </c:pt>
                <c:pt idx="371">
                  <c:v>0.19</c:v>
                </c:pt>
                <c:pt idx="372">
                  <c:v>0.19</c:v>
                </c:pt>
                <c:pt idx="373">
                  <c:v>0.24</c:v>
                </c:pt>
                <c:pt idx="374">
                  <c:v>0.29</c:v>
                </c:pt>
                <c:pt idx="375">
                  <c:v>0.33</c:v>
                </c:pt>
                <c:pt idx="376">
                  <c:v>0.38</c:v>
                </c:pt>
                <c:pt idx="377">
                  <c:v>0.42</c:v>
                </c:pt>
                <c:pt idx="378">
                  <c:v>0.48</c:v>
                </c:pt>
                <c:pt idx="379">
                  <c:v>0.52</c:v>
                </c:pt>
                <c:pt idx="380">
                  <c:v>0.62</c:v>
                </c:pt>
                <c:pt idx="381">
                  <c:v>0.62</c:v>
                </c:pt>
                <c:pt idx="382">
                  <c:v>0.64</c:v>
                </c:pt>
                <c:pt idx="383">
                  <c:v>0.72</c:v>
                </c:pt>
                <c:pt idx="384">
                  <c:v>0.77</c:v>
                </c:pt>
                <c:pt idx="385">
                  <c:v>0.82</c:v>
                </c:pt>
                <c:pt idx="386">
                  <c:v>0.94</c:v>
                </c:pt>
                <c:pt idx="387">
                  <c:v>1</c:v>
                </c:pt>
                <c:pt idx="388">
                  <c:v>0.96</c:v>
                </c:pt>
                <c:pt idx="389">
                  <c:v>1.15</c:v>
                </c:pt>
                <c:pt idx="390">
                  <c:v>1.14</c:v>
                </c:pt>
                <c:pt idx="391">
                  <c:v>1.21</c:v>
                </c:pt>
                <c:pt idx="392">
                  <c:v>1.26</c:v>
                </c:pt>
                <c:pt idx="393">
                  <c:v>1.38</c:v>
                </c:pt>
                <c:pt idx="394">
                  <c:v>1.45</c:v>
                </c:pt>
                <c:pt idx="395">
                  <c:v>1.46</c:v>
                </c:pt>
                <c:pt idx="396">
                  <c:v>1.57</c:v>
                </c:pt>
                <c:pt idx="397">
                  <c:v>1.63</c:v>
                </c:pt>
                <c:pt idx="398">
                  <c:v>1.64</c:v>
                </c:pt>
                <c:pt idx="399">
                  <c:v>1.77</c:v>
                </c:pt>
                <c:pt idx="400">
                  <c:v>1.92</c:v>
                </c:pt>
                <c:pt idx="401">
                  <c:v>2</c:v>
                </c:pt>
                <c:pt idx="402">
                  <c:v>2.02</c:v>
                </c:pt>
                <c:pt idx="403">
                  <c:v>2.05</c:v>
                </c:pt>
                <c:pt idx="404">
                  <c:v>2.12</c:v>
                </c:pt>
                <c:pt idx="405">
                  <c:v>2.15</c:v>
                </c:pt>
                <c:pt idx="406">
                  <c:v>2.29</c:v>
                </c:pt>
                <c:pt idx="407">
                  <c:v>2.32</c:v>
                </c:pt>
                <c:pt idx="408">
                  <c:v>2.44</c:v>
                </c:pt>
                <c:pt idx="409">
                  <c:v>2.5</c:v>
                </c:pt>
                <c:pt idx="410">
                  <c:v>2.41</c:v>
                </c:pt>
                <c:pt idx="411">
                  <c:v>2.55</c:v>
                </c:pt>
                <c:pt idx="412">
                  <c:v>2.58</c:v>
                </c:pt>
                <c:pt idx="413">
                  <c:v>2.73</c:v>
                </c:pt>
                <c:pt idx="414">
                  <c:v>2.82</c:v>
                </c:pt>
                <c:pt idx="415">
                  <c:v>2.9</c:v>
                </c:pt>
                <c:pt idx="416">
                  <c:v>3</c:v>
                </c:pt>
                <c:pt idx="417">
                  <c:v>2.95</c:v>
                </c:pt>
                <c:pt idx="418">
                  <c:v>3.03</c:v>
                </c:pt>
                <c:pt idx="419">
                  <c:v>3.12</c:v>
                </c:pt>
                <c:pt idx="420">
                  <c:v>3.19</c:v>
                </c:pt>
                <c:pt idx="421">
                  <c:v>3.18</c:v>
                </c:pt>
                <c:pt idx="422">
                  <c:v>3.17</c:v>
                </c:pt>
                <c:pt idx="423">
                  <c:v>3.35</c:v>
                </c:pt>
                <c:pt idx="424">
                  <c:v>3.08</c:v>
                </c:pt>
                <c:pt idx="425">
                  <c:v>3.17</c:v>
                </c:pt>
                <c:pt idx="426">
                  <c:v>3.28</c:v>
                </c:pt>
                <c:pt idx="427">
                  <c:v>3.41</c:v>
                </c:pt>
                <c:pt idx="428">
                  <c:v>3.37</c:v>
                </c:pt>
                <c:pt idx="429">
                  <c:v>3.62</c:v>
                </c:pt>
                <c:pt idx="430">
                  <c:v>3.49</c:v>
                </c:pt>
                <c:pt idx="431">
                  <c:v>3.49</c:v>
                </c:pt>
                <c:pt idx="432">
                  <c:v>3.48</c:v>
                </c:pt>
                <c:pt idx="433">
                  <c:v>3.66</c:v>
                </c:pt>
                <c:pt idx="434">
                  <c:v>3.48</c:v>
                </c:pt>
                <c:pt idx="435">
                  <c:v>3.31</c:v>
                </c:pt>
                <c:pt idx="436">
                  <c:v>3.43</c:v>
                </c:pt>
                <c:pt idx="437">
                  <c:v>3.46</c:v>
                </c:pt>
                <c:pt idx="438">
                  <c:v>3.43</c:v>
                </c:pt>
                <c:pt idx="439">
                  <c:v>3.41</c:v>
                </c:pt>
                <c:pt idx="440">
                  <c:v>3.37</c:v>
                </c:pt>
                <c:pt idx="441">
                  <c:v>3.19</c:v>
                </c:pt>
                <c:pt idx="442">
                  <c:v>3.37</c:v>
                </c:pt>
                <c:pt idx="443">
                  <c:v>3.34</c:v>
                </c:pt>
                <c:pt idx="444">
                  <c:v>3.28</c:v>
                </c:pt>
                <c:pt idx="445">
                  <c:v>3.13</c:v>
                </c:pt>
                <c:pt idx="446">
                  <c:v>3.29</c:v>
                </c:pt>
                <c:pt idx="447">
                  <c:v>3.07</c:v>
                </c:pt>
                <c:pt idx="448">
                  <c:v>2.98</c:v>
                </c:pt>
                <c:pt idx="449">
                  <c:v>3.05</c:v>
                </c:pt>
                <c:pt idx="450">
                  <c:v>2.87</c:v>
                </c:pt>
                <c:pt idx="451">
                  <c:v>2.86</c:v>
                </c:pt>
                <c:pt idx="452">
                  <c:v>2.79</c:v>
                </c:pt>
                <c:pt idx="453">
                  <c:v>2.75</c:v>
                </c:pt>
                <c:pt idx="454">
                  <c:v>2.85</c:v>
                </c:pt>
                <c:pt idx="455">
                  <c:v>2.58</c:v>
                </c:pt>
                <c:pt idx="456">
                  <c:v>2.62</c:v>
                </c:pt>
                <c:pt idx="457">
                  <c:v>2.53</c:v>
                </c:pt>
                <c:pt idx="458">
                  <c:v>2.39</c:v>
                </c:pt>
                <c:pt idx="459">
                  <c:v>2.58</c:v>
                </c:pt>
                <c:pt idx="460">
                  <c:v>2.46</c:v>
                </c:pt>
                <c:pt idx="474">
                  <c:v>2.11</c:v>
                </c:pt>
                <c:pt idx="475">
                  <c:v>1.96</c:v>
                </c:pt>
                <c:pt idx="476">
                  <c:v>1.87</c:v>
                </c:pt>
                <c:pt idx="477">
                  <c:v>1.79</c:v>
                </c:pt>
                <c:pt idx="478">
                  <c:v>1.64</c:v>
                </c:pt>
                <c:pt idx="479">
                  <c:v>1.61</c:v>
                </c:pt>
                <c:pt idx="480">
                  <c:v>1.49</c:v>
                </c:pt>
                <c:pt idx="481">
                  <c:v>1.46</c:v>
                </c:pt>
                <c:pt idx="482">
                  <c:v>1.31</c:v>
                </c:pt>
                <c:pt idx="483">
                  <c:v>1.33</c:v>
                </c:pt>
                <c:pt idx="484">
                  <c:v>1.1</c:v>
                </c:pt>
                <c:pt idx="485">
                  <c:v>1.14</c:v>
                </c:pt>
                <c:pt idx="486">
                  <c:v>1.02</c:v>
                </c:pt>
                <c:pt idx="487">
                  <c:v>0.98</c:v>
                </c:pt>
                <c:pt idx="488">
                  <c:v>0.89</c:v>
                </c:pt>
                <c:pt idx="489">
                  <c:v>0.82</c:v>
                </c:pt>
                <c:pt idx="490">
                  <c:v>0.75</c:v>
                </c:pt>
                <c:pt idx="491">
                  <c:v>0.67</c:v>
                </c:pt>
                <c:pt idx="492">
                  <c:v>0.6</c:v>
                </c:pt>
                <c:pt idx="493">
                  <c:v>0.56</c:v>
                </c:pt>
                <c:pt idx="494">
                  <c:v>0.51</c:v>
                </c:pt>
                <c:pt idx="495">
                  <c:v>0.46</c:v>
                </c:pt>
                <c:pt idx="496">
                  <c:v>0.41</c:v>
                </c:pt>
                <c:pt idx="497">
                  <c:v>0.34</c:v>
                </c:pt>
                <c:pt idx="498">
                  <c:v>0.29</c:v>
                </c:pt>
                <c:pt idx="499">
                  <c:v>0.26</c:v>
                </c:pt>
                <c:pt idx="500">
                  <c:v>0.2</c:v>
                </c:pt>
                <c:pt idx="501">
                  <c:v>0.16</c:v>
                </c:pt>
                <c:pt idx="502">
                  <c:v>0.11</c:v>
                </c:pt>
                <c:pt idx="503">
                  <c:v>0.05</c:v>
                </c:pt>
                <c:pt idx="504">
                  <c:v>0.01</c:v>
                </c:pt>
                <c:pt idx="505">
                  <c:v>0.01</c:v>
                </c:pt>
                <c:pt idx="506">
                  <c:v>0.01</c:v>
                </c:pt>
                <c:pt idx="507">
                  <c:v>0.01</c:v>
                </c:pt>
                <c:pt idx="508">
                  <c:v>0.01</c:v>
                </c:pt>
                <c:pt idx="509">
                  <c:v>0</c:v>
                </c:pt>
                <c:pt idx="510">
                  <c:v>0</c:v>
                </c:pt>
                <c:pt idx="511">
                  <c:v>0</c:v>
                </c:pt>
                <c:pt idx="512">
                  <c:v>0</c:v>
                </c:pt>
                <c:pt idx="513">
                  <c:v>0</c:v>
                </c:pt>
                <c:pt idx="514">
                  <c:v>0</c:v>
                </c:pt>
                <c:pt idx="515">
                  <c:v>0</c:v>
                </c:pt>
                <c:pt idx="516">
                  <c:v>0</c:v>
                </c:pt>
                <c:pt idx="517">
                  <c:v>0</c:v>
                </c:pt>
                <c:pt idx="518">
                  <c:v>0</c:v>
                </c:pt>
                <c:pt idx="519">
                  <c:v>0</c:v>
                </c:pt>
                <c:pt idx="520">
                  <c:v>0</c:v>
                </c:pt>
                <c:pt idx="521">
                  <c:v>0</c:v>
                </c:pt>
                <c:pt idx="522">
                  <c:v>0</c:v>
                </c:pt>
                <c:pt idx="523">
                  <c:v>0</c:v>
                </c:pt>
                <c:pt idx="524">
                  <c:v>0</c:v>
                </c:pt>
                <c:pt idx="525">
                  <c:v>0</c:v>
                </c:pt>
                <c:pt idx="526">
                  <c:v>0</c:v>
                </c:pt>
                <c:pt idx="527">
                  <c:v>0</c:v>
                </c:pt>
                <c:pt idx="528">
                  <c:v>0</c:v>
                </c:pt>
                <c:pt idx="529">
                  <c:v>0</c:v>
                </c:pt>
                <c:pt idx="530">
                  <c:v>0</c:v>
                </c:pt>
                <c:pt idx="531">
                  <c:v>0</c:v>
                </c:pt>
                <c:pt idx="532">
                  <c:v>0</c:v>
                </c:pt>
                <c:pt idx="533">
                  <c:v>0</c:v>
                </c:pt>
                <c:pt idx="534">
                  <c:v>0</c:v>
                </c:pt>
                <c:pt idx="535">
                  <c:v>0</c:v>
                </c:pt>
                <c:pt idx="536">
                  <c:v>0</c:v>
                </c:pt>
                <c:pt idx="537">
                  <c:v>0</c:v>
                </c:pt>
                <c:pt idx="538">
                  <c:v>0</c:v>
                </c:pt>
                <c:pt idx="539">
                  <c:v>0</c:v>
                </c:pt>
                <c:pt idx="540">
                  <c:v>0</c:v>
                </c:pt>
                <c:pt idx="541">
                  <c:v>0</c:v>
                </c:pt>
                <c:pt idx="542">
                  <c:v>0</c:v>
                </c:pt>
                <c:pt idx="543">
                  <c:v>0</c:v>
                </c:pt>
                <c:pt idx="544">
                  <c:v>0</c:v>
                </c:pt>
                <c:pt idx="545">
                  <c:v>0</c:v>
                </c:pt>
                <c:pt idx="546">
                  <c:v>0</c:v>
                </c:pt>
                <c:pt idx="547">
                  <c:v>0</c:v>
                </c:pt>
                <c:pt idx="548">
                  <c:v>0</c:v>
                </c:pt>
                <c:pt idx="549">
                  <c:v>0</c:v>
                </c:pt>
                <c:pt idx="550">
                  <c:v>0</c:v>
                </c:pt>
                <c:pt idx="551">
                  <c:v>0</c:v>
                </c:pt>
                <c:pt idx="552">
                  <c:v>0</c:v>
                </c:pt>
                <c:pt idx="553">
                  <c:v>0</c:v>
                </c:pt>
                <c:pt idx="554">
                  <c:v>0</c:v>
                </c:pt>
                <c:pt idx="555">
                  <c:v>0</c:v>
                </c:pt>
                <c:pt idx="556">
                  <c:v>0</c:v>
                </c:pt>
                <c:pt idx="557">
                  <c:v>0</c:v>
                </c:pt>
                <c:pt idx="558">
                  <c:v>0</c:v>
                </c:pt>
                <c:pt idx="559">
                  <c:v>0</c:v>
                </c:pt>
                <c:pt idx="560">
                  <c:v>0</c:v>
                </c:pt>
                <c:pt idx="561">
                  <c:v>0</c:v>
                </c:pt>
                <c:pt idx="562">
                  <c:v>0</c:v>
                </c:pt>
                <c:pt idx="563">
                  <c:v>0</c:v>
                </c:pt>
                <c:pt idx="564">
                  <c:v>0</c:v>
                </c:pt>
                <c:pt idx="565">
                  <c:v>0</c:v>
                </c:pt>
                <c:pt idx="566">
                  <c:v>0</c:v>
                </c:pt>
                <c:pt idx="567">
                  <c:v>0</c:v>
                </c:pt>
                <c:pt idx="568">
                  <c:v>0</c:v>
                </c:pt>
                <c:pt idx="569">
                  <c:v>0</c:v>
                </c:pt>
                <c:pt idx="570">
                  <c:v>0</c:v>
                </c:pt>
                <c:pt idx="571">
                  <c:v>0</c:v>
                </c:pt>
                <c:pt idx="572">
                  <c:v>0</c:v>
                </c:pt>
                <c:pt idx="573">
                  <c:v>0</c:v>
                </c:pt>
                <c:pt idx="574">
                  <c:v>0</c:v>
                </c:pt>
                <c:pt idx="575">
                  <c:v>0</c:v>
                </c:pt>
                <c:pt idx="576">
                  <c:v>0</c:v>
                </c:pt>
                <c:pt idx="577">
                  <c:v>0</c:v>
                </c:pt>
                <c:pt idx="578">
                  <c:v>0</c:v>
                </c:pt>
                <c:pt idx="579">
                  <c:v>0</c:v>
                </c:pt>
                <c:pt idx="580">
                  <c:v>0</c:v>
                </c:pt>
                <c:pt idx="581">
                  <c:v>0</c:v>
                </c:pt>
                <c:pt idx="582">
                  <c:v>0</c:v>
                </c:pt>
                <c:pt idx="583">
                  <c:v>0</c:v>
                </c:pt>
                <c:pt idx="584">
                  <c:v>0</c:v>
                </c:pt>
                <c:pt idx="585">
                  <c:v>0</c:v>
                </c:pt>
                <c:pt idx="586">
                  <c:v>0</c:v>
                </c:pt>
                <c:pt idx="587">
                  <c:v>0</c:v>
                </c:pt>
                <c:pt idx="588">
                  <c:v>0</c:v>
                </c:pt>
                <c:pt idx="589">
                  <c:v>0</c:v>
                </c:pt>
                <c:pt idx="590">
                  <c:v>0</c:v>
                </c:pt>
                <c:pt idx="591">
                  <c:v>0</c:v>
                </c:pt>
                <c:pt idx="592">
                  <c:v>0</c:v>
                </c:pt>
                <c:pt idx="593">
                  <c:v>0</c:v>
                </c:pt>
                <c:pt idx="594">
                  <c:v>0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0</c:v>
                </c:pt>
                <c:pt idx="600">
                  <c:v>0</c:v>
                </c:pt>
                <c:pt idx="601">
                  <c:v>0</c:v>
                </c:pt>
                <c:pt idx="602">
                  <c:v>0</c:v>
                </c:pt>
                <c:pt idx="603">
                  <c:v>0</c:v>
                </c:pt>
                <c:pt idx="604">
                  <c:v>0</c:v>
                </c:pt>
                <c:pt idx="605">
                  <c:v>0</c:v>
                </c:pt>
                <c:pt idx="606">
                  <c:v>0</c:v>
                </c:pt>
                <c:pt idx="607">
                  <c:v>0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0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0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0</c:v>
                </c:pt>
                <c:pt idx="626">
                  <c:v>0</c:v>
                </c:pt>
                <c:pt idx="627">
                  <c:v>0</c:v>
                </c:pt>
                <c:pt idx="628">
                  <c:v>0</c:v>
                </c:pt>
                <c:pt idx="629">
                  <c:v>0</c:v>
                </c:pt>
                <c:pt idx="630">
                  <c:v>0</c:v>
                </c:pt>
                <c:pt idx="631">
                  <c:v>0</c:v>
                </c:pt>
                <c:pt idx="632">
                  <c:v>0</c:v>
                </c:pt>
                <c:pt idx="633">
                  <c:v>0</c:v>
                </c:pt>
                <c:pt idx="634">
                  <c:v>0</c:v>
                </c:pt>
                <c:pt idx="635">
                  <c:v>0</c:v>
                </c:pt>
                <c:pt idx="636">
                  <c:v>0</c:v>
                </c:pt>
                <c:pt idx="637">
                  <c:v>0</c:v>
                </c:pt>
                <c:pt idx="638">
                  <c:v>0</c:v>
                </c:pt>
                <c:pt idx="639">
                  <c:v>0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0</c:v>
                </c:pt>
                <c:pt idx="644">
                  <c:v>0</c:v>
                </c:pt>
                <c:pt idx="645">
                  <c:v>0</c:v>
                </c:pt>
                <c:pt idx="646">
                  <c:v>0</c:v>
                </c:pt>
                <c:pt idx="647">
                  <c:v>0</c:v>
                </c:pt>
                <c:pt idx="648">
                  <c:v>0</c:v>
                </c:pt>
                <c:pt idx="649">
                  <c:v>0.02</c:v>
                </c:pt>
                <c:pt idx="650">
                  <c:v>0.04</c:v>
                </c:pt>
                <c:pt idx="651">
                  <c:v>0.06</c:v>
                </c:pt>
                <c:pt idx="652">
                  <c:v>0.08</c:v>
                </c:pt>
                <c:pt idx="653">
                  <c:v>0.1</c:v>
                </c:pt>
                <c:pt idx="654">
                  <c:v>0.12</c:v>
                </c:pt>
                <c:pt idx="655">
                  <c:v>0.14</c:v>
                </c:pt>
                <c:pt idx="656">
                  <c:v>0.15</c:v>
                </c:pt>
                <c:pt idx="657">
                  <c:v>0.18</c:v>
                </c:pt>
                <c:pt idx="658">
                  <c:v>0.19</c:v>
                </c:pt>
                <c:pt idx="659">
                  <c:v>0.22</c:v>
                </c:pt>
                <c:pt idx="660">
                  <c:v>0.23</c:v>
                </c:pt>
                <c:pt idx="661">
                  <c:v>0.3</c:v>
                </c:pt>
                <c:pt idx="662">
                  <c:v>0.36</c:v>
                </c:pt>
                <c:pt idx="663">
                  <c:v>0.4</c:v>
                </c:pt>
                <c:pt idx="664">
                  <c:v>0.45</c:v>
                </c:pt>
                <c:pt idx="665">
                  <c:v>0.52</c:v>
                </c:pt>
                <c:pt idx="666">
                  <c:v>0.6</c:v>
                </c:pt>
                <c:pt idx="667">
                  <c:v>0.63</c:v>
                </c:pt>
                <c:pt idx="668">
                  <c:v>0.7</c:v>
                </c:pt>
                <c:pt idx="669">
                  <c:v>0.74</c:v>
                </c:pt>
                <c:pt idx="670">
                  <c:v>0.81</c:v>
                </c:pt>
                <c:pt idx="671">
                  <c:v>0.88</c:v>
                </c:pt>
                <c:pt idx="672">
                  <c:v>0.96</c:v>
                </c:pt>
                <c:pt idx="673">
                  <c:v>0.98</c:v>
                </c:pt>
                <c:pt idx="674">
                  <c:v>1.08</c:v>
                </c:pt>
                <c:pt idx="675">
                  <c:v>1.19</c:v>
                </c:pt>
                <c:pt idx="676">
                  <c:v>1.18</c:v>
                </c:pt>
                <c:pt idx="677">
                  <c:v>1.38</c:v>
                </c:pt>
                <c:pt idx="678">
                  <c:v>1.44</c:v>
                </c:pt>
                <c:pt idx="679">
                  <c:v>1.42</c:v>
                </c:pt>
                <c:pt idx="680">
                  <c:v>1.61</c:v>
                </c:pt>
                <c:pt idx="681">
                  <c:v>1.61</c:v>
                </c:pt>
                <c:pt idx="682">
                  <c:v>1.76</c:v>
                </c:pt>
                <c:pt idx="683">
                  <c:v>1.91</c:v>
                </c:pt>
                <c:pt idx="684">
                  <c:v>1.91</c:v>
                </c:pt>
                <c:pt idx="685">
                  <c:v>2</c:v>
                </c:pt>
                <c:pt idx="686">
                  <c:v>2.06</c:v>
                </c:pt>
                <c:pt idx="687">
                  <c:v>2.07</c:v>
                </c:pt>
                <c:pt idx="688">
                  <c:v>2.1</c:v>
                </c:pt>
                <c:pt idx="689">
                  <c:v>2.16</c:v>
                </c:pt>
                <c:pt idx="690">
                  <c:v>2.36</c:v>
                </c:pt>
                <c:pt idx="691">
                  <c:v>2.39</c:v>
                </c:pt>
                <c:pt idx="692">
                  <c:v>2.44</c:v>
                </c:pt>
                <c:pt idx="693">
                  <c:v>2.48</c:v>
                </c:pt>
                <c:pt idx="694">
                  <c:v>2.63</c:v>
                </c:pt>
                <c:pt idx="695">
                  <c:v>2.63</c:v>
                </c:pt>
                <c:pt idx="696">
                  <c:v>2.76</c:v>
                </c:pt>
                <c:pt idx="697">
                  <c:v>2.74</c:v>
                </c:pt>
                <c:pt idx="698">
                  <c:v>2.93</c:v>
                </c:pt>
                <c:pt idx="699">
                  <c:v>2.81</c:v>
                </c:pt>
                <c:pt idx="700">
                  <c:v>2.77</c:v>
                </c:pt>
                <c:pt idx="701">
                  <c:v>2.9</c:v>
                </c:pt>
                <c:pt idx="702">
                  <c:v>2.82</c:v>
                </c:pt>
                <c:pt idx="703">
                  <c:v>2.94</c:v>
                </c:pt>
                <c:pt idx="704">
                  <c:v>2.85</c:v>
                </c:pt>
                <c:pt idx="705">
                  <c:v>3.01</c:v>
                </c:pt>
                <c:pt idx="706">
                  <c:v>3</c:v>
                </c:pt>
                <c:pt idx="707">
                  <c:v>2.98</c:v>
                </c:pt>
                <c:pt idx="708">
                  <c:v>3.06</c:v>
                </c:pt>
                <c:pt idx="709">
                  <c:v>3.22</c:v>
                </c:pt>
                <c:pt idx="710">
                  <c:v>2.91</c:v>
                </c:pt>
                <c:pt idx="711">
                  <c:v>2.96</c:v>
                </c:pt>
                <c:pt idx="712">
                  <c:v>2.92</c:v>
                </c:pt>
                <c:pt idx="713">
                  <c:v>3.11</c:v>
                </c:pt>
                <c:pt idx="714">
                  <c:v>2.95</c:v>
                </c:pt>
                <c:pt idx="715">
                  <c:v>2.94</c:v>
                </c:pt>
                <c:pt idx="716">
                  <c:v>3.1</c:v>
                </c:pt>
                <c:pt idx="717">
                  <c:v>2.92</c:v>
                </c:pt>
                <c:pt idx="718">
                  <c:v>3.1</c:v>
                </c:pt>
                <c:pt idx="719">
                  <c:v>2.93</c:v>
                </c:pt>
                <c:pt idx="720">
                  <c:v>2.98</c:v>
                </c:pt>
                <c:pt idx="721">
                  <c:v>2.96</c:v>
                </c:pt>
                <c:pt idx="722">
                  <c:v>2.87</c:v>
                </c:pt>
                <c:pt idx="723">
                  <c:v>2.79</c:v>
                </c:pt>
                <c:pt idx="724">
                  <c:v>2.51</c:v>
                </c:pt>
                <c:pt idx="725">
                  <c:v>2.66</c:v>
                </c:pt>
                <c:pt idx="726">
                  <c:v>2.57</c:v>
                </c:pt>
                <c:pt idx="727">
                  <c:v>2.58</c:v>
                </c:pt>
                <c:pt idx="728">
                  <c:v>2.53</c:v>
                </c:pt>
                <c:pt idx="729">
                  <c:v>2.25</c:v>
                </c:pt>
                <c:pt idx="730">
                  <c:v>2.27</c:v>
                </c:pt>
                <c:pt idx="731">
                  <c:v>2.29</c:v>
                </c:pt>
                <c:pt idx="732">
                  <c:v>2.33</c:v>
                </c:pt>
                <c:pt idx="733">
                  <c:v>2.05</c:v>
                </c:pt>
                <c:pt idx="734">
                  <c:v>2.01</c:v>
                </c:pt>
                <c:pt idx="735">
                  <c:v>1.82</c:v>
                </c:pt>
                <c:pt idx="736">
                  <c:v>1.79</c:v>
                </c:pt>
                <c:pt idx="737">
                  <c:v>1.68</c:v>
                </c:pt>
                <c:pt idx="738">
                  <c:v>1.58</c:v>
                </c:pt>
                <c:pt idx="739">
                  <c:v>1.45</c:v>
                </c:pt>
                <c:pt idx="740">
                  <c:v>1.39</c:v>
                </c:pt>
                <c:pt idx="741">
                  <c:v>1.23</c:v>
                </c:pt>
                <c:pt idx="742">
                  <c:v>1.2</c:v>
                </c:pt>
                <c:pt idx="743">
                  <c:v>1.08</c:v>
                </c:pt>
                <c:pt idx="744">
                  <c:v>0.98</c:v>
                </c:pt>
                <c:pt idx="745">
                  <c:v>0.99</c:v>
                </c:pt>
                <c:pt idx="746">
                  <c:v>1</c:v>
                </c:pt>
                <c:pt idx="747">
                  <c:v>1.01</c:v>
                </c:pt>
                <c:pt idx="748">
                  <c:v>1.08</c:v>
                </c:pt>
                <c:pt idx="749">
                  <c:v>1.08</c:v>
                </c:pt>
                <c:pt idx="750">
                  <c:v>1.12</c:v>
                </c:pt>
                <c:pt idx="751">
                  <c:v>1.28</c:v>
                </c:pt>
                <c:pt idx="752">
                  <c:v>1.23</c:v>
                </c:pt>
                <c:pt idx="753">
                  <c:v>1.25</c:v>
                </c:pt>
                <c:pt idx="754">
                  <c:v>1.29</c:v>
                </c:pt>
                <c:pt idx="755">
                  <c:v>1.31</c:v>
                </c:pt>
                <c:pt idx="756">
                  <c:v>1.42</c:v>
                </c:pt>
                <c:pt idx="757">
                  <c:v>1.32</c:v>
                </c:pt>
                <c:pt idx="758">
                  <c:v>1.21</c:v>
                </c:pt>
                <c:pt idx="759">
                  <c:v>1.19</c:v>
                </c:pt>
                <c:pt idx="760">
                  <c:v>1.13</c:v>
                </c:pt>
                <c:pt idx="761">
                  <c:v>1.04</c:v>
                </c:pt>
                <c:pt idx="762">
                  <c:v>0.94</c:v>
                </c:pt>
                <c:pt idx="763">
                  <c:v>0.89</c:v>
                </c:pt>
                <c:pt idx="764">
                  <c:v>0.83</c:v>
                </c:pt>
                <c:pt idx="765">
                  <c:v>0.75</c:v>
                </c:pt>
                <c:pt idx="766">
                  <c:v>0.66</c:v>
                </c:pt>
                <c:pt idx="767">
                  <c:v>0.61</c:v>
                </c:pt>
                <c:pt idx="768">
                  <c:v>0.51</c:v>
                </c:pt>
                <c:pt idx="769">
                  <c:v>0.5</c:v>
                </c:pt>
                <c:pt idx="770">
                  <c:v>0.46</c:v>
                </c:pt>
                <c:pt idx="771">
                  <c:v>0.45</c:v>
                </c:pt>
                <c:pt idx="772">
                  <c:v>0.44</c:v>
                </c:pt>
                <c:pt idx="773">
                  <c:v>0.38</c:v>
                </c:pt>
                <c:pt idx="774">
                  <c:v>0.37</c:v>
                </c:pt>
                <c:pt idx="775">
                  <c:v>0.31</c:v>
                </c:pt>
                <c:pt idx="776">
                  <c:v>0.3</c:v>
                </c:pt>
                <c:pt idx="777">
                  <c:v>0.27</c:v>
                </c:pt>
                <c:pt idx="778">
                  <c:v>0.25</c:v>
                </c:pt>
                <c:pt idx="779">
                  <c:v>0.22</c:v>
                </c:pt>
                <c:pt idx="780">
                  <c:v>0.2</c:v>
                </c:pt>
                <c:pt idx="781">
                  <c:v>0.18</c:v>
                </c:pt>
                <c:pt idx="782">
                  <c:v>0.16</c:v>
                </c:pt>
                <c:pt idx="783">
                  <c:v>0.15</c:v>
                </c:pt>
                <c:pt idx="784">
                  <c:v>0.12</c:v>
                </c:pt>
                <c:pt idx="785">
                  <c:v>0.11</c:v>
                </c:pt>
                <c:pt idx="786">
                  <c:v>0.09</c:v>
                </c:pt>
                <c:pt idx="787">
                  <c:v>0.08</c:v>
                </c:pt>
                <c:pt idx="788">
                  <c:v>0.06</c:v>
                </c:pt>
                <c:pt idx="789">
                  <c:v>0.05</c:v>
                </c:pt>
                <c:pt idx="790">
                  <c:v>0.03</c:v>
                </c:pt>
                <c:pt idx="791">
                  <c:v>0.02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  <c:pt idx="801">
                  <c:v>0</c:v>
                </c:pt>
                <c:pt idx="802">
                  <c:v>0</c:v>
                </c:pt>
                <c:pt idx="803">
                  <c:v>0</c:v>
                </c:pt>
                <c:pt idx="804">
                  <c:v>0</c:v>
                </c:pt>
                <c:pt idx="805">
                  <c:v>0</c:v>
                </c:pt>
                <c:pt idx="806">
                  <c:v>0</c:v>
                </c:pt>
                <c:pt idx="807">
                  <c:v>0</c:v>
                </c:pt>
                <c:pt idx="808">
                  <c:v>0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0</c:v>
                </c:pt>
                <c:pt idx="813">
                  <c:v>0</c:v>
                </c:pt>
                <c:pt idx="814">
                  <c:v>0</c:v>
                </c:pt>
                <c:pt idx="815">
                  <c:v>0</c:v>
                </c:pt>
                <c:pt idx="816">
                  <c:v>0</c:v>
                </c:pt>
                <c:pt idx="817">
                  <c:v>0</c:v>
                </c:pt>
                <c:pt idx="818">
                  <c:v>0</c:v>
                </c:pt>
                <c:pt idx="819">
                  <c:v>0</c:v>
                </c:pt>
                <c:pt idx="820">
                  <c:v>0</c:v>
                </c:pt>
                <c:pt idx="821">
                  <c:v>0</c:v>
                </c:pt>
                <c:pt idx="822">
                  <c:v>0</c:v>
                </c:pt>
                <c:pt idx="823">
                  <c:v>0</c:v>
                </c:pt>
                <c:pt idx="824">
                  <c:v>0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0</c:v>
                </c:pt>
                <c:pt idx="829">
                  <c:v>0</c:v>
                </c:pt>
                <c:pt idx="830">
                  <c:v>0</c:v>
                </c:pt>
                <c:pt idx="831">
                  <c:v>0</c:v>
                </c:pt>
                <c:pt idx="832">
                  <c:v>0</c:v>
                </c:pt>
                <c:pt idx="833">
                  <c:v>0</c:v>
                </c:pt>
                <c:pt idx="834">
                  <c:v>0</c:v>
                </c:pt>
                <c:pt idx="835">
                  <c:v>0</c:v>
                </c:pt>
                <c:pt idx="836">
                  <c:v>0</c:v>
                </c:pt>
                <c:pt idx="837">
                  <c:v>0</c:v>
                </c:pt>
                <c:pt idx="838">
                  <c:v>0</c:v>
                </c:pt>
                <c:pt idx="839">
                  <c:v>0</c:v>
                </c:pt>
                <c:pt idx="840">
                  <c:v>0</c:v>
                </c:pt>
                <c:pt idx="841">
                  <c:v>0</c:v>
                </c:pt>
                <c:pt idx="842">
                  <c:v>0</c:v>
                </c:pt>
                <c:pt idx="843">
                  <c:v>0</c:v>
                </c:pt>
                <c:pt idx="844">
                  <c:v>0</c:v>
                </c:pt>
                <c:pt idx="845">
                  <c:v>0</c:v>
                </c:pt>
                <c:pt idx="846">
                  <c:v>0</c:v>
                </c:pt>
                <c:pt idx="847">
                  <c:v>0</c:v>
                </c:pt>
                <c:pt idx="848">
                  <c:v>0</c:v>
                </c:pt>
                <c:pt idx="849">
                  <c:v>0</c:v>
                </c:pt>
                <c:pt idx="850">
                  <c:v>0</c:v>
                </c:pt>
                <c:pt idx="851">
                  <c:v>0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</c:v>
                </c:pt>
                <c:pt idx="856">
                  <c:v>0</c:v>
                </c:pt>
                <c:pt idx="857">
                  <c:v>0</c:v>
                </c:pt>
                <c:pt idx="858">
                  <c:v>21.53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4"/>
          <c:w val="0.96"/>
          <c:h val="0.9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E89B0C"/>
            </a:solidFill>
            <a:ln w="12700" cap="flat">
              <a:solidFill>
                <a:srgbClr val="E89B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9B0C"/>
              </a:solidFill>
              <a:ln w="9525" cap="flat">
                <a:solidFill>
                  <a:srgbClr val="E89B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Sheet1!$A$2:$A$865</c:f>
              <c:multiLvlStrCache>
                <c:ptCount val="86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</c:lvl>
              </c:multiLvlStrCache>
            </c:multiLvlStrRef>
          </c:cat>
          <c:val>
            <c:numRef>
              <c:f>Sheet1!$B$2:$B$865</c:f>
              <c:numCache>
                <c:formatCode>General</c:formatCode>
                <c:ptCount val="86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0.01</c:v>
                </c:pt>
                <c:pt idx="74">
                  <c:v>0.03</c:v>
                </c:pt>
                <c:pt idx="75">
                  <c:v>0.04</c:v>
                </c:pt>
                <c:pt idx="76">
                  <c:v>0.05</c:v>
                </c:pt>
                <c:pt idx="77">
                  <c:v>0.07</c:v>
                </c:pt>
                <c:pt idx="78">
                  <c:v>0.08</c:v>
                </c:pt>
                <c:pt idx="79">
                  <c:v>0.09</c:v>
                </c:pt>
                <c:pt idx="80">
                  <c:v>0.11</c:v>
                </c:pt>
                <c:pt idx="81">
                  <c:v>0.13</c:v>
                </c:pt>
                <c:pt idx="82">
                  <c:v>0.14</c:v>
                </c:pt>
                <c:pt idx="83">
                  <c:v>0.15</c:v>
                </c:pt>
                <c:pt idx="84">
                  <c:v>0.17</c:v>
                </c:pt>
                <c:pt idx="85">
                  <c:v>0.22</c:v>
                </c:pt>
                <c:pt idx="86">
                  <c:v>0.26</c:v>
                </c:pt>
                <c:pt idx="87">
                  <c:v>0.27</c:v>
                </c:pt>
                <c:pt idx="88">
                  <c:v>0.35</c:v>
                </c:pt>
                <c:pt idx="89">
                  <c:v>0.38</c:v>
                </c:pt>
                <c:pt idx="90">
                  <c:v>0.44</c:v>
                </c:pt>
                <c:pt idx="91">
                  <c:v>0.47</c:v>
                </c:pt>
                <c:pt idx="92">
                  <c:v>0.52</c:v>
                </c:pt>
                <c:pt idx="93">
                  <c:v>0.55</c:v>
                </c:pt>
                <c:pt idx="94">
                  <c:v>0.58</c:v>
                </c:pt>
                <c:pt idx="95">
                  <c:v>0.65</c:v>
                </c:pt>
                <c:pt idx="96">
                  <c:v>0.71</c:v>
                </c:pt>
                <c:pt idx="97">
                  <c:v>0.74</c:v>
                </c:pt>
                <c:pt idx="98">
                  <c:v>0.83</c:v>
                </c:pt>
                <c:pt idx="99">
                  <c:v>0.97</c:v>
                </c:pt>
                <c:pt idx="100">
                  <c:v>1</c:v>
                </c:pt>
                <c:pt idx="101">
                  <c:v>1.05</c:v>
                </c:pt>
                <c:pt idx="102">
                  <c:v>1.15</c:v>
                </c:pt>
                <c:pt idx="103">
                  <c:v>1.25</c:v>
                </c:pt>
                <c:pt idx="104">
                  <c:v>1.39</c:v>
                </c:pt>
                <c:pt idx="105">
                  <c:v>1.35</c:v>
                </c:pt>
                <c:pt idx="106">
                  <c:v>1.6</c:v>
                </c:pt>
                <c:pt idx="107">
                  <c:v>1.55</c:v>
                </c:pt>
                <c:pt idx="108">
                  <c:v>1.63</c:v>
                </c:pt>
                <c:pt idx="109">
                  <c:v>1.67</c:v>
                </c:pt>
                <c:pt idx="110">
                  <c:v>1.77</c:v>
                </c:pt>
                <c:pt idx="111">
                  <c:v>1.86</c:v>
                </c:pt>
                <c:pt idx="112">
                  <c:v>1.95</c:v>
                </c:pt>
                <c:pt idx="113">
                  <c:v>1.95</c:v>
                </c:pt>
                <c:pt idx="114">
                  <c:v>2.01</c:v>
                </c:pt>
                <c:pt idx="115">
                  <c:v>2.14</c:v>
                </c:pt>
                <c:pt idx="116">
                  <c:v>2.17</c:v>
                </c:pt>
                <c:pt idx="117">
                  <c:v>2.09</c:v>
                </c:pt>
                <c:pt idx="118">
                  <c:v>2.23</c:v>
                </c:pt>
                <c:pt idx="119">
                  <c:v>2.38</c:v>
                </c:pt>
                <c:pt idx="120">
                  <c:v>2.43</c:v>
                </c:pt>
                <c:pt idx="121">
                  <c:v>2.35</c:v>
                </c:pt>
                <c:pt idx="122">
                  <c:v>2.65</c:v>
                </c:pt>
                <c:pt idx="123">
                  <c:v>2.6</c:v>
                </c:pt>
                <c:pt idx="124">
                  <c:v>2.62</c:v>
                </c:pt>
                <c:pt idx="125">
                  <c:v>2.53</c:v>
                </c:pt>
                <c:pt idx="126">
                  <c:v>2.69</c:v>
                </c:pt>
                <c:pt idx="127">
                  <c:v>2.62</c:v>
                </c:pt>
                <c:pt idx="128">
                  <c:v>2.69</c:v>
                </c:pt>
                <c:pt idx="129">
                  <c:v>2.67</c:v>
                </c:pt>
                <c:pt idx="130">
                  <c:v>2.8</c:v>
                </c:pt>
                <c:pt idx="131">
                  <c:v>2.79</c:v>
                </c:pt>
                <c:pt idx="132">
                  <c:v>2.77</c:v>
                </c:pt>
                <c:pt idx="133">
                  <c:v>2.79</c:v>
                </c:pt>
                <c:pt idx="134">
                  <c:v>2.76</c:v>
                </c:pt>
                <c:pt idx="135">
                  <c:v>2.77</c:v>
                </c:pt>
                <c:pt idx="136">
                  <c:v>2.84</c:v>
                </c:pt>
                <c:pt idx="137">
                  <c:v>2.77</c:v>
                </c:pt>
                <c:pt idx="138">
                  <c:v>2.76</c:v>
                </c:pt>
                <c:pt idx="139">
                  <c:v>2.9</c:v>
                </c:pt>
                <c:pt idx="140">
                  <c:v>2.84</c:v>
                </c:pt>
                <c:pt idx="141">
                  <c:v>2.88</c:v>
                </c:pt>
                <c:pt idx="142">
                  <c:v>2.72</c:v>
                </c:pt>
                <c:pt idx="143">
                  <c:v>2.88</c:v>
                </c:pt>
                <c:pt idx="144">
                  <c:v>2.95</c:v>
                </c:pt>
                <c:pt idx="145">
                  <c:v>2.71</c:v>
                </c:pt>
                <c:pt idx="146">
                  <c:v>3.04</c:v>
                </c:pt>
                <c:pt idx="147">
                  <c:v>2.97</c:v>
                </c:pt>
                <c:pt idx="148">
                  <c:v>2.83</c:v>
                </c:pt>
                <c:pt idx="149">
                  <c:v>3</c:v>
                </c:pt>
                <c:pt idx="150">
                  <c:v>2.86</c:v>
                </c:pt>
                <c:pt idx="151">
                  <c:v>2.74</c:v>
                </c:pt>
                <c:pt idx="152">
                  <c:v>2.78</c:v>
                </c:pt>
                <c:pt idx="153">
                  <c:v>2.84</c:v>
                </c:pt>
                <c:pt idx="154">
                  <c:v>2.84</c:v>
                </c:pt>
                <c:pt idx="155">
                  <c:v>2.71</c:v>
                </c:pt>
                <c:pt idx="156">
                  <c:v>2.66</c:v>
                </c:pt>
                <c:pt idx="157">
                  <c:v>2.64</c:v>
                </c:pt>
                <c:pt idx="158">
                  <c:v>2.85</c:v>
                </c:pt>
                <c:pt idx="159">
                  <c:v>2.73</c:v>
                </c:pt>
                <c:pt idx="160">
                  <c:v>2.57</c:v>
                </c:pt>
                <c:pt idx="161">
                  <c:v>2.52</c:v>
                </c:pt>
                <c:pt idx="162">
                  <c:v>2.43</c:v>
                </c:pt>
                <c:pt idx="163">
                  <c:v>2.5</c:v>
                </c:pt>
                <c:pt idx="164">
                  <c:v>2.29</c:v>
                </c:pt>
                <c:pt idx="165">
                  <c:v>2.42</c:v>
                </c:pt>
                <c:pt idx="166">
                  <c:v>2.33</c:v>
                </c:pt>
                <c:pt idx="167">
                  <c:v>2.22</c:v>
                </c:pt>
                <c:pt idx="168">
                  <c:v>2.18</c:v>
                </c:pt>
                <c:pt idx="169">
                  <c:v>2.19</c:v>
                </c:pt>
                <c:pt idx="170">
                  <c:v>2.14</c:v>
                </c:pt>
                <c:pt idx="171">
                  <c:v>2.24</c:v>
                </c:pt>
                <c:pt idx="172">
                  <c:v>2.1</c:v>
                </c:pt>
                <c:pt idx="173">
                  <c:v>2.26</c:v>
                </c:pt>
                <c:pt idx="174">
                  <c:v>1.91</c:v>
                </c:pt>
                <c:pt idx="175">
                  <c:v>1.89</c:v>
                </c:pt>
                <c:pt idx="176">
                  <c:v>1.97</c:v>
                </c:pt>
                <c:pt idx="177">
                  <c:v>1.92</c:v>
                </c:pt>
                <c:pt idx="178">
                  <c:v>1.91</c:v>
                </c:pt>
                <c:pt idx="179">
                  <c:v>1.86</c:v>
                </c:pt>
                <c:pt idx="180">
                  <c:v>1.8</c:v>
                </c:pt>
                <c:pt idx="181">
                  <c:v>1.81</c:v>
                </c:pt>
                <c:pt idx="182">
                  <c:v>1.86</c:v>
                </c:pt>
                <c:pt idx="183">
                  <c:v>1.79</c:v>
                </c:pt>
                <c:pt idx="184">
                  <c:v>1.66</c:v>
                </c:pt>
                <c:pt idx="185">
                  <c:v>1.58</c:v>
                </c:pt>
                <c:pt idx="186">
                  <c:v>1.56</c:v>
                </c:pt>
                <c:pt idx="187">
                  <c:v>1.4</c:v>
                </c:pt>
                <c:pt idx="188">
                  <c:v>1.5</c:v>
                </c:pt>
                <c:pt idx="189">
                  <c:v>1.42</c:v>
                </c:pt>
                <c:pt idx="190">
                  <c:v>1.29</c:v>
                </c:pt>
                <c:pt idx="191">
                  <c:v>1.37</c:v>
                </c:pt>
                <c:pt idx="192">
                  <c:v>1.26</c:v>
                </c:pt>
                <c:pt idx="193">
                  <c:v>1.2</c:v>
                </c:pt>
                <c:pt idx="194">
                  <c:v>1.18</c:v>
                </c:pt>
                <c:pt idx="195">
                  <c:v>1.09</c:v>
                </c:pt>
                <c:pt idx="196">
                  <c:v>1.02</c:v>
                </c:pt>
                <c:pt idx="197">
                  <c:v>0.97</c:v>
                </c:pt>
                <c:pt idx="198">
                  <c:v>0.85</c:v>
                </c:pt>
                <c:pt idx="199">
                  <c:v>0.78</c:v>
                </c:pt>
                <c:pt idx="200">
                  <c:v>0.73</c:v>
                </c:pt>
                <c:pt idx="201">
                  <c:v>0.69</c:v>
                </c:pt>
                <c:pt idx="202">
                  <c:v>0.58</c:v>
                </c:pt>
                <c:pt idx="203">
                  <c:v>0.54</c:v>
                </c:pt>
                <c:pt idx="204">
                  <c:v>0.45</c:v>
                </c:pt>
                <c:pt idx="205">
                  <c:v>0.41</c:v>
                </c:pt>
                <c:pt idx="206">
                  <c:v>0.37</c:v>
                </c:pt>
                <c:pt idx="207">
                  <c:v>0.33</c:v>
                </c:pt>
                <c:pt idx="208">
                  <c:v>0.3</c:v>
                </c:pt>
                <c:pt idx="209">
                  <c:v>0.26</c:v>
                </c:pt>
                <c:pt idx="210">
                  <c:v>0.23</c:v>
                </c:pt>
                <c:pt idx="211">
                  <c:v>0.2</c:v>
                </c:pt>
                <c:pt idx="212">
                  <c:v>0.16</c:v>
                </c:pt>
                <c:pt idx="213">
                  <c:v>0.11</c:v>
                </c:pt>
                <c:pt idx="214">
                  <c:v>0.08</c:v>
                </c:pt>
                <c:pt idx="215">
                  <c:v>0.04</c:v>
                </c:pt>
                <c:pt idx="216">
                  <c:v>0</c:v>
                </c:pt>
                <c:pt idx="217">
                  <c:v>0</c:v>
                </c:pt>
                <c:pt idx="218">
                  <c:v>0</c:v>
                </c:pt>
                <c:pt idx="219">
                  <c:v>0</c:v>
                </c:pt>
                <c:pt idx="220">
                  <c:v>0</c:v>
                </c:pt>
                <c:pt idx="221">
                  <c:v>0</c:v>
                </c:pt>
                <c:pt idx="222">
                  <c:v>0</c:v>
                </c:pt>
                <c:pt idx="223">
                  <c:v>0</c:v>
                </c:pt>
                <c:pt idx="224">
                  <c:v>0</c:v>
                </c:pt>
                <c:pt idx="225">
                  <c:v>0</c:v>
                </c:pt>
                <c:pt idx="226">
                  <c:v>0</c:v>
                </c:pt>
                <c:pt idx="227">
                  <c:v>0</c:v>
                </c:pt>
                <c:pt idx="228">
                  <c:v>0</c:v>
                </c:pt>
                <c:pt idx="229">
                  <c:v>0</c:v>
                </c:pt>
                <c:pt idx="230">
                  <c:v>0</c:v>
                </c:pt>
                <c:pt idx="231">
                  <c:v>0</c:v>
                </c:pt>
                <c:pt idx="232">
                  <c:v>0</c:v>
                </c:pt>
                <c:pt idx="233">
                  <c:v>0</c:v>
                </c:pt>
                <c:pt idx="234">
                  <c:v>0</c:v>
                </c:pt>
                <c:pt idx="235">
                  <c:v>0</c:v>
                </c:pt>
                <c:pt idx="236">
                  <c:v>0</c:v>
                </c:pt>
                <c:pt idx="237">
                  <c:v>0</c:v>
                </c:pt>
                <c:pt idx="238">
                  <c:v>0</c:v>
                </c:pt>
                <c:pt idx="239">
                  <c:v>0</c:v>
                </c:pt>
                <c:pt idx="240">
                  <c:v>0</c:v>
                </c:pt>
                <c:pt idx="241">
                  <c:v>0</c:v>
                </c:pt>
                <c:pt idx="242">
                  <c:v>0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</c:v>
                </c:pt>
                <c:pt idx="252">
                  <c:v>0</c:v>
                </c:pt>
                <c:pt idx="253">
                  <c:v>0</c:v>
                </c:pt>
                <c:pt idx="254">
                  <c:v>0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0</c:v>
                </c:pt>
                <c:pt idx="259">
                  <c:v>0</c:v>
                </c:pt>
                <c:pt idx="260">
                  <c:v>0</c:v>
                </c:pt>
                <c:pt idx="261">
                  <c:v>0</c:v>
                </c:pt>
                <c:pt idx="262">
                  <c:v>0</c:v>
                </c:pt>
                <c:pt idx="263">
                  <c:v>0</c:v>
                </c:pt>
                <c:pt idx="264">
                  <c:v>0</c:v>
                </c:pt>
                <c:pt idx="265">
                  <c:v>0</c:v>
                </c:pt>
                <c:pt idx="266">
                  <c:v>0</c:v>
                </c:pt>
                <c:pt idx="267">
                  <c:v>0</c:v>
                </c:pt>
                <c:pt idx="268">
                  <c:v>0</c:v>
                </c:pt>
                <c:pt idx="269">
                  <c:v>0</c:v>
                </c:pt>
                <c:pt idx="270">
                  <c:v>0</c:v>
                </c:pt>
                <c:pt idx="271">
                  <c:v>0</c:v>
                </c:pt>
                <c:pt idx="272">
                  <c:v>0</c:v>
                </c:pt>
                <c:pt idx="273">
                  <c:v>0</c:v>
                </c:pt>
                <c:pt idx="274">
                  <c:v>0</c:v>
                </c:pt>
                <c:pt idx="275">
                  <c:v>0</c:v>
                </c:pt>
                <c:pt idx="276">
                  <c:v>0</c:v>
                </c:pt>
                <c:pt idx="277">
                  <c:v>0</c:v>
                </c:pt>
                <c:pt idx="278">
                  <c:v>0</c:v>
                </c:pt>
                <c:pt idx="279">
                  <c:v>0</c:v>
                </c:pt>
                <c:pt idx="280">
                  <c:v>0</c:v>
                </c:pt>
                <c:pt idx="281">
                  <c:v>0</c:v>
                </c:pt>
                <c:pt idx="282">
                  <c:v>0</c:v>
                </c:pt>
                <c:pt idx="283">
                  <c:v>0</c:v>
                </c:pt>
                <c:pt idx="284">
                  <c:v>0</c:v>
                </c:pt>
                <c:pt idx="285">
                  <c:v>0</c:v>
                </c:pt>
                <c:pt idx="286">
                  <c:v>0</c:v>
                </c:pt>
                <c:pt idx="287">
                  <c:v>0</c:v>
                </c:pt>
                <c:pt idx="288">
                  <c:v>0</c:v>
                </c:pt>
                <c:pt idx="289">
                  <c:v>0</c:v>
                </c:pt>
                <c:pt idx="290">
                  <c:v>0</c:v>
                </c:pt>
                <c:pt idx="291">
                  <c:v>0</c:v>
                </c:pt>
                <c:pt idx="292">
                  <c:v>0</c:v>
                </c:pt>
                <c:pt idx="293">
                  <c:v>0</c:v>
                </c:pt>
                <c:pt idx="294">
                  <c:v>0</c:v>
                </c:pt>
                <c:pt idx="295">
                  <c:v>0</c:v>
                </c:pt>
                <c:pt idx="296">
                  <c:v>0</c:v>
                </c:pt>
                <c:pt idx="297">
                  <c:v>0</c:v>
                </c:pt>
                <c:pt idx="298">
                  <c:v>0</c:v>
                </c:pt>
                <c:pt idx="299">
                  <c:v>0</c:v>
                </c:pt>
                <c:pt idx="300">
                  <c:v>0</c:v>
                </c:pt>
                <c:pt idx="301">
                  <c:v>0</c:v>
                </c:pt>
                <c:pt idx="302">
                  <c:v>0</c:v>
                </c:pt>
                <c:pt idx="303">
                  <c:v>0</c:v>
                </c:pt>
                <c:pt idx="304">
                  <c:v>0</c:v>
                </c:pt>
                <c:pt idx="305">
                  <c:v>0</c:v>
                </c:pt>
                <c:pt idx="306">
                  <c:v>0</c:v>
                </c:pt>
                <c:pt idx="307">
                  <c:v>0</c:v>
                </c:pt>
                <c:pt idx="308">
                  <c:v>0</c:v>
                </c:pt>
                <c:pt idx="309">
                  <c:v>0</c:v>
                </c:pt>
                <c:pt idx="310">
                  <c:v>0</c:v>
                </c:pt>
                <c:pt idx="311">
                  <c:v>0</c:v>
                </c:pt>
                <c:pt idx="312">
                  <c:v>0</c:v>
                </c:pt>
                <c:pt idx="313">
                  <c:v>0</c:v>
                </c:pt>
                <c:pt idx="314">
                  <c:v>0</c:v>
                </c:pt>
                <c:pt idx="315">
                  <c:v>0</c:v>
                </c:pt>
                <c:pt idx="316">
                  <c:v>0</c:v>
                </c:pt>
                <c:pt idx="317">
                  <c:v>0</c:v>
                </c:pt>
                <c:pt idx="318">
                  <c:v>0</c:v>
                </c:pt>
                <c:pt idx="319">
                  <c:v>0</c:v>
                </c:pt>
                <c:pt idx="320">
                  <c:v>0</c:v>
                </c:pt>
                <c:pt idx="321">
                  <c:v>0</c:v>
                </c:pt>
                <c:pt idx="322">
                  <c:v>0</c:v>
                </c:pt>
                <c:pt idx="323">
                  <c:v>0</c:v>
                </c:pt>
                <c:pt idx="324">
                  <c:v>0</c:v>
                </c:pt>
                <c:pt idx="325">
                  <c:v>0</c:v>
                </c:pt>
                <c:pt idx="326">
                  <c:v>0</c:v>
                </c:pt>
                <c:pt idx="327">
                  <c:v>0</c:v>
                </c:pt>
                <c:pt idx="328">
                  <c:v>0</c:v>
                </c:pt>
                <c:pt idx="329">
                  <c:v>0</c:v>
                </c:pt>
                <c:pt idx="330">
                  <c:v>0</c:v>
                </c:pt>
                <c:pt idx="331">
                  <c:v>0</c:v>
                </c:pt>
                <c:pt idx="332">
                  <c:v>0</c:v>
                </c:pt>
                <c:pt idx="333">
                  <c:v>0</c:v>
                </c:pt>
                <c:pt idx="334">
                  <c:v>0</c:v>
                </c:pt>
                <c:pt idx="335">
                  <c:v>0</c:v>
                </c:pt>
                <c:pt idx="336">
                  <c:v>0</c:v>
                </c:pt>
                <c:pt idx="337">
                  <c:v>0</c:v>
                </c:pt>
                <c:pt idx="338">
                  <c:v>0</c:v>
                </c:pt>
                <c:pt idx="339">
                  <c:v>0</c:v>
                </c:pt>
                <c:pt idx="340">
                  <c:v>0</c:v>
                </c:pt>
                <c:pt idx="341">
                  <c:v>0</c:v>
                </c:pt>
                <c:pt idx="342">
                  <c:v>0</c:v>
                </c:pt>
                <c:pt idx="343">
                  <c:v>0</c:v>
                </c:pt>
                <c:pt idx="344">
                  <c:v>0</c:v>
                </c:pt>
                <c:pt idx="345">
                  <c:v>0</c:v>
                </c:pt>
                <c:pt idx="346">
                  <c:v>0</c:v>
                </c:pt>
                <c:pt idx="347">
                  <c:v>0</c:v>
                </c:pt>
                <c:pt idx="348">
                  <c:v>0</c:v>
                </c:pt>
                <c:pt idx="349">
                  <c:v>0</c:v>
                </c:pt>
                <c:pt idx="350">
                  <c:v>0</c:v>
                </c:pt>
                <c:pt idx="351">
                  <c:v>0</c:v>
                </c:pt>
                <c:pt idx="352">
                  <c:v>0</c:v>
                </c:pt>
                <c:pt idx="353">
                  <c:v>0</c:v>
                </c:pt>
                <c:pt idx="354">
                  <c:v>0</c:v>
                </c:pt>
                <c:pt idx="355">
                  <c:v>0</c:v>
                </c:pt>
                <c:pt idx="356">
                  <c:v>0</c:v>
                </c:pt>
                <c:pt idx="357">
                  <c:v>0</c:v>
                </c:pt>
                <c:pt idx="358">
                  <c:v>0</c:v>
                </c:pt>
                <c:pt idx="359">
                  <c:v>0</c:v>
                </c:pt>
                <c:pt idx="360">
                  <c:v>0</c:v>
                </c:pt>
                <c:pt idx="361">
                  <c:v>0.02</c:v>
                </c:pt>
                <c:pt idx="362">
                  <c:v>0.03</c:v>
                </c:pt>
                <c:pt idx="363">
                  <c:v>0.05</c:v>
                </c:pt>
                <c:pt idx="364">
                  <c:v>0.07</c:v>
                </c:pt>
                <c:pt idx="365">
                  <c:v>0.08</c:v>
                </c:pt>
                <c:pt idx="366">
                  <c:v>0.1</c:v>
                </c:pt>
                <c:pt idx="367">
                  <c:v>0.12</c:v>
                </c:pt>
                <c:pt idx="368">
                  <c:v>0.13</c:v>
                </c:pt>
                <c:pt idx="369">
                  <c:v>0.15</c:v>
                </c:pt>
                <c:pt idx="370">
                  <c:v>0.17</c:v>
                </c:pt>
                <c:pt idx="371">
                  <c:v>0.19</c:v>
                </c:pt>
                <c:pt idx="372">
                  <c:v>0.19</c:v>
                </c:pt>
                <c:pt idx="373">
                  <c:v>0.24</c:v>
                </c:pt>
                <c:pt idx="374">
                  <c:v>0.29</c:v>
                </c:pt>
                <c:pt idx="375">
                  <c:v>0.33</c:v>
                </c:pt>
                <c:pt idx="376">
                  <c:v>0.38</c:v>
                </c:pt>
                <c:pt idx="377">
                  <c:v>0.42</c:v>
                </c:pt>
                <c:pt idx="378">
                  <c:v>0.48</c:v>
                </c:pt>
                <c:pt idx="379">
                  <c:v>0.52</c:v>
                </c:pt>
                <c:pt idx="380">
                  <c:v>0.62</c:v>
                </c:pt>
                <c:pt idx="381">
                  <c:v>0.62</c:v>
                </c:pt>
                <c:pt idx="382">
                  <c:v>0.64</c:v>
                </c:pt>
                <c:pt idx="383">
                  <c:v>0.72</c:v>
                </c:pt>
                <c:pt idx="384">
                  <c:v>0.77</c:v>
                </c:pt>
                <c:pt idx="385">
                  <c:v>0.82</c:v>
                </c:pt>
                <c:pt idx="386">
                  <c:v>0.94</c:v>
                </c:pt>
                <c:pt idx="387">
                  <c:v>1</c:v>
                </c:pt>
                <c:pt idx="388">
                  <c:v>0.96</c:v>
                </c:pt>
                <c:pt idx="389">
                  <c:v>1.15</c:v>
                </c:pt>
                <c:pt idx="390">
                  <c:v>1.14</c:v>
                </c:pt>
                <c:pt idx="391">
                  <c:v>1.21</c:v>
                </c:pt>
                <c:pt idx="392">
                  <c:v>1.26</c:v>
                </c:pt>
                <c:pt idx="393">
                  <c:v>1.38</c:v>
                </c:pt>
                <c:pt idx="394">
                  <c:v>1.45</c:v>
                </c:pt>
                <c:pt idx="395">
                  <c:v>1.46</c:v>
                </c:pt>
                <c:pt idx="396">
                  <c:v>1.57</c:v>
                </c:pt>
                <c:pt idx="397">
                  <c:v>1.63</c:v>
                </c:pt>
                <c:pt idx="398">
                  <c:v>1.64</c:v>
                </c:pt>
                <c:pt idx="399">
                  <c:v>1.77</c:v>
                </c:pt>
                <c:pt idx="400">
                  <c:v>1.92</c:v>
                </c:pt>
                <c:pt idx="401">
                  <c:v>2</c:v>
                </c:pt>
                <c:pt idx="402">
                  <c:v>2.02</c:v>
                </c:pt>
                <c:pt idx="403">
                  <c:v>2.05</c:v>
                </c:pt>
                <c:pt idx="404">
                  <c:v>2.12</c:v>
                </c:pt>
                <c:pt idx="405">
                  <c:v>2.15</c:v>
                </c:pt>
                <c:pt idx="406">
                  <c:v>2.29</c:v>
                </c:pt>
                <c:pt idx="407">
                  <c:v>2.32</c:v>
                </c:pt>
                <c:pt idx="408">
                  <c:v>2.44</c:v>
                </c:pt>
                <c:pt idx="409">
                  <c:v>2.5</c:v>
                </c:pt>
                <c:pt idx="410">
                  <c:v>2.41</c:v>
                </c:pt>
                <c:pt idx="411">
                  <c:v>2.55</c:v>
                </c:pt>
                <c:pt idx="412">
                  <c:v>2.58</c:v>
                </c:pt>
                <c:pt idx="413">
                  <c:v>2.73</c:v>
                </c:pt>
                <c:pt idx="414">
                  <c:v>2.82</c:v>
                </c:pt>
                <c:pt idx="415">
                  <c:v>2.9</c:v>
                </c:pt>
                <c:pt idx="416">
                  <c:v>3</c:v>
                </c:pt>
                <c:pt idx="417">
                  <c:v>2.95</c:v>
                </c:pt>
                <c:pt idx="418">
                  <c:v>3.03</c:v>
                </c:pt>
                <c:pt idx="419">
                  <c:v>3.12</c:v>
                </c:pt>
                <c:pt idx="420">
                  <c:v>3.19</c:v>
                </c:pt>
                <c:pt idx="421">
                  <c:v>3.18</c:v>
                </c:pt>
                <c:pt idx="422">
                  <c:v>3.17</c:v>
                </c:pt>
                <c:pt idx="423">
                  <c:v>3.35</c:v>
                </c:pt>
                <c:pt idx="424">
                  <c:v>3.08</c:v>
                </c:pt>
                <c:pt idx="425">
                  <c:v>3.17</c:v>
                </c:pt>
                <c:pt idx="426">
                  <c:v>3.28</c:v>
                </c:pt>
                <c:pt idx="427">
                  <c:v>3.41</c:v>
                </c:pt>
                <c:pt idx="428">
                  <c:v>3.37</c:v>
                </c:pt>
                <c:pt idx="429">
                  <c:v>3.62</c:v>
                </c:pt>
                <c:pt idx="430">
                  <c:v>3.49</c:v>
                </c:pt>
                <c:pt idx="431">
                  <c:v>3.49</c:v>
                </c:pt>
                <c:pt idx="432">
                  <c:v>3.48</c:v>
                </c:pt>
                <c:pt idx="433">
                  <c:v>3.66</c:v>
                </c:pt>
                <c:pt idx="434">
                  <c:v>3.48</c:v>
                </c:pt>
                <c:pt idx="435">
                  <c:v>3.31</c:v>
                </c:pt>
                <c:pt idx="436">
                  <c:v>3.43</c:v>
                </c:pt>
                <c:pt idx="437">
                  <c:v>3.46</c:v>
                </c:pt>
                <c:pt idx="438">
                  <c:v>3.43</c:v>
                </c:pt>
                <c:pt idx="439">
                  <c:v>3.41</c:v>
                </c:pt>
                <c:pt idx="440">
                  <c:v>3.37</c:v>
                </c:pt>
                <c:pt idx="441">
                  <c:v>3.19</c:v>
                </c:pt>
                <c:pt idx="442">
                  <c:v>3.37</c:v>
                </c:pt>
                <c:pt idx="443">
                  <c:v>3.34</c:v>
                </c:pt>
                <c:pt idx="444">
                  <c:v>3.28</c:v>
                </c:pt>
                <c:pt idx="445">
                  <c:v>3.13</c:v>
                </c:pt>
                <c:pt idx="446">
                  <c:v>3.29</c:v>
                </c:pt>
                <c:pt idx="447">
                  <c:v>3.07</c:v>
                </c:pt>
                <c:pt idx="448">
                  <c:v>2.98</c:v>
                </c:pt>
                <c:pt idx="449">
                  <c:v>3.05</c:v>
                </c:pt>
                <c:pt idx="450">
                  <c:v>2.87</c:v>
                </c:pt>
                <c:pt idx="451">
                  <c:v>2.86</c:v>
                </c:pt>
                <c:pt idx="452">
                  <c:v>2.79</c:v>
                </c:pt>
                <c:pt idx="453">
                  <c:v>2.75</c:v>
                </c:pt>
                <c:pt idx="454">
                  <c:v>2.85</c:v>
                </c:pt>
                <c:pt idx="455">
                  <c:v>2.58</c:v>
                </c:pt>
                <c:pt idx="456">
                  <c:v>2.62</c:v>
                </c:pt>
                <c:pt idx="457">
                  <c:v>2.53</c:v>
                </c:pt>
                <c:pt idx="458">
                  <c:v>2.39</c:v>
                </c:pt>
                <c:pt idx="459">
                  <c:v>2.58</c:v>
                </c:pt>
                <c:pt idx="460">
                  <c:v>2.46</c:v>
                </c:pt>
                <c:pt idx="474">
                  <c:v>2.11</c:v>
                </c:pt>
                <c:pt idx="475">
                  <c:v>1.96</c:v>
                </c:pt>
                <c:pt idx="476">
                  <c:v>1.87</c:v>
                </c:pt>
                <c:pt idx="477">
                  <c:v>1.79</c:v>
                </c:pt>
                <c:pt idx="478">
                  <c:v>1.64</c:v>
                </c:pt>
                <c:pt idx="479">
                  <c:v>1.61</c:v>
                </c:pt>
                <c:pt idx="480">
                  <c:v>1.49</c:v>
                </c:pt>
                <c:pt idx="481">
                  <c:v>1.46</c:v>
                </c:pt>
                <c:pt idx="482">
                  <c:v>1.31</c:v>
                </c:pt>
                <c:pt idx="483">
                  <c:v>1.33</c:v>
                </c:pt>
                <c:pt idx="484">
                  <c:v>1.1</c:v>
                </c:pt>
                <c:pt idx="485">
                  <c:v>1.14</c:v>
                </c:pt>
                <c:pt idx="486">
                  <c:v>1.02</c:v>
                </c:pt>
                <c:pt idx="487">
                  <c:v>0.98</c:v>
                </c:pt>
                <c:pt idx="488">
                  <c:v>0.89</c:v>
                </c:pt>
                <c:pt idx="489">
                  <c:v>0.82</c:v>
                </c:pt>
                <c:pt idx="490">
                  <c:v>0.75</c:v>
                </c:pt>
                <c:pt idx="491">
                  <c:v>0.67</c:v>
                </c:pt>
                <c:pt idx="492">
                  <c:v>0.6</c:v>
                </c:pt>
                <c:pt idx="493">
                  <c:v>0.56</c:v>
                </c:pt>
                <c:pt idx="494">
                  <c:v>0.51</c:v>
                </c:pt>
                <c:pt idx="495">
                  <c:v>0.46</c:v>
                </c:pt>
                <c:pt idx="496">
                  <c:v>0.41</c:v>
                </c:pt>
                <c:pt idx="497">
                  <c:v>0.34</c:v>
                </c:pt>
                <c:pt idx="498">
                  <c:v>0.29</c:v>
                </c:pt>
                <c:pt idx="499">
                  <c:v>0.26</c:v>
                </c:pt>
                <c:pt idx="500">
                  <c:v>0.2</c:v>
                </c:pt>
                <c:pt idx="501">
                  <c:v>0.16</c:v>
                </c:pt>
                <c:pt idx="502">
                  <c:v>0.11</c:v>
                </c:pt>
                <c:pt idx="503">
                  <c:v>0.05</c:v>
                </c:pt>
                <c:pt idx="504">
                  <c:v>0.01</c:v>
                </c:pt>
                <c:pt idx="505">
                  <c:v>0.01</c:v>
                </c:pt>
                <c:pt idx="506">
                  <c:v>0.01</c:v>
                </c:pt>
                <c:pt idx="507">
                  <c:v>0.01</c:v>
                </c:pt>
                <c:pt idx="508">
                  <c:v>0.01</c:v>
                </c:pt>
                <c:pt idx="509">
                  <c:v>0</c:v>
                </c:pt>
                <c:pt idx="510">
                  <c:v>0</c:v>
                </c:pt>
                <c:pt idx="511">
                  <c:v>0</c:v>
                </c:pt>
                <c:pt idx="512">
                  <c:v>0</c:v>
                </c:pt>
                <c:pt idx="513">
                  <c:v>0</c:v>
                </c:pt>
                <c:pt idx="514">
                  <c:v>0</c:v>
                </c:pt>
                <c:pt idx="515">
                  <c:v>0</c:v>
                </c:pt>
                <c:pt idx="516">
                  <c:v>0</c:v>
                </c:pt>
                <c:pt idx="517">
                  <c:v>0</c:v>
                </c:pt>
                <c:pt idx="518">
                  <c:v>0</c:v>
                </c:pt>
                <c:pt idx="519">
                  <c:v>0</c:v>
                </c:pt>
                <c:pt idx="520">
                  <c:v>0</c:v>
                </c:pt>
                <c:pt idx="521">
                  <c:v>0</c:v>
                </c:pt>
                <c:pt idx="522">
                  <c:v>0</c:v>
                </c:pt>
                <c:pt idx="523">
                  <c:v>0</c:v>
                </c:pt>
                <c:pt idx="524">
                  <c:v>0</c:v>
                </c:pt>
                <c:pt idx="525">
                  <c:v>0</c:v>
                </c:pt>
                <c:pt idx="526">
                  <c:v>0</c:v>
                </c:pt>
                <c:pt idx="527">
                  <c:v>0</c:v>
                </c:pt>
                <c:pt idx="528">
                  <c:v>0</c:v>
                </c:pt>
                <c:pt idx="529">
                  <c:v>0</c:v>
                </c:pt>
                <c:pt idx="530">
                  <c:v>0</c:v>
                </c:pt>
                <c:pt idx="531">
                  <c:v>0</c:v>
                </c:pt>
                <c:pt idx="532">
                  <c:v>0</c:v>
                </c:pt>
                <c:pt idx="533">
                  <c:v>0</c:v>
                </c:pt>
                <c:pt idx="534">
                  <c:v>0</c:v>
                </c:pt>
                <c:pt idx="535">
                  <c:v>0</c:v>
                </c:pt>
                <c:pt idx="536">
                  <c:v>0</c:v>
                </c:pt>
                <c:pt idx="537">
                  <c:v>0</c:v>
                </c:pt>
                <c:pt idx="538">
                  <c:v>0</c:v>
                </c:pt>
                <c:pt idx="539">
                  <c:v>0</c:v>
                </c:pt>
                <c:pt idx="540">
                  <c:v>0</c:v>
                </c:pt>
                <c:pt idx="541">
                  <c:v>0</c:v>
                </c:pt>
                <c:pt idx="542">
                  <c:v>0</c:v>
                </c:pt>
                <c:pt idx="543">
                  <c:v>0</c:v>
                </c:pt>
                <c:pt idx="544">
                  <c:v>0</c:v>
                </c:pt>
                <c:pt idx="545">
                  <c:v>0</c:v>
                </c:pt>
                <c:pt idx="546">
                  <c:v>0</c:v>
                </c:pt>
                <c:pt idx="547">
                  <c:v>0</c:v>
                </c:pt>
                <c:pt idx="548">
                  <c:v>0</c:v>
                </c:pt>
                <c:pt idx="549">
                  <c:v>0</c:v>
                </c:pt>
                <c:pt idx="550">
                  <c:v>0</c:v>
                </c:pt>
                <c:pt idx="551">
                  <c:v>0</c:v>
                </c:pt>
                <c:pt idx="552">
                  <c:v>0</c:v>
                </c:pt>
                <c:pt idx="553">
                  <c:v>0</c:v>
                </c:pt>
                <c:pt idx="554">
                  <c:v>0</c:v>
                </c:pt>
                <c:pt idx="555">
                  <c:v>0</c:v>
                </c:pt>
                <c:pt idx="556">
                  <c:v>0</c:v>
                </c:pt>
                <c:pt idx="557">
                  <c:v>0</c:v>
                </c:pt>
                <c:pt idx="558">
                  <c:v>0</c:v>
                </c:pt>
                <c:pt idx="559">
                  <c:v>0</c:v>
                </c:pt>
                <c:pt idx="560">
                  <c:v>0</c:v>
                </c:pt>
                <c:pt idx="561">
                  <c:v>0</c:v>
                </c:pt>
                <c:pt idx="562">
                  <c:v>0</c:v>
                </c:pt>
                <c:pt idx="563">
                  <c:v>0</c:v>
                </c:pt>
                <c:pt idx="564">
                  <c:v>0</c:v>
                </c:pt>
                <c:pt idx="565">
                  <c:v>0</c:v>
                </c:pt>
                <c:pt idx="566">
                  <c:v>0</c:v>
                </c:pt>
                <c:pt idx="567">
                  <c:v>0</c:v>
                </c:pt>
                <c:pt idx="568">
                  <c:v>0</c:v>
                </c:pt>
                <c:pt idx="569">
                  <c:v>0</c:v>
                </c:pt>
                <c:pt idx="570">
                  <c:v>0</c:v>
                </c:pt>
                <c:pt idx="571">
                  <c:v>0</c:v>
                </c:pt>
                <c:pt idx="572">
                  <c:v>0</c:v>
                </c:pt>
                <c:pt idx="573">
                  <c:v>0</c:v>
                </c:pt>
                <c:pt idx="574">
                  <c:v>0</c:v>
                </c:pt>
                <c:pt idx="575">
                  <c:v>0</c:v>
                </c:pt>
                <c:pt idx="576">
                  <c:v>0</c:v>
                </c:pt>
                <c:pt idx="577">
                  <c:v>0</c:v>
                </c:pt>
                <c:pt idx="578">
                  <c:v>0</c:v>
                </c:pt>
                <c:pt idx="579">
                  <c:v>0</c:v>
                </c:pt>
                <c:pt idx="580">
                  <c:v>0</c:v>
                </c:pt>
                <c:pt idx="581">
                  <c:v>0</c:v>
                </c:pt>
                <c:pt idx="582">
                  <c:v>0</c:v>
                </c:pt>
                <c:pt idx="583">
                  <c:v>0</c:v>
                </c:pt>
                <c:pt idx="584">
                  <c:v>0</c:v>
                </c:pt>
                <c:pt idx="585">
                  <c:v>0</c:v>
                </c:pt>
                <c:pt idx="586">
                  <c:v>0</c:v>
                </c:pt>
                <c:pt idx="587">
                  <c:v>0</c:v>
                </c:pt>
                <c:pt idx="588">
                  <c:v>0</c:v>
                </c:pt>
                <c:pt idx="589">
                  <c:v>0</c:v>
                </c:pt>
                <c:pt idx="590">
                  <c:v>0</c:v>
                </c:pt>
                <c:pt idx="591">
                  <c:v>0</c:v>
                </c:pt>
                <c:pt idx="592">
                  <c:v>0</c:v>
                </c:pt>
                <c:pt idx="593">
                  <c:v>0</c:v>
                </c:pt>
                <c:pt idx="594">
                  <c:v>0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0</c:v>
                </c:pt>
                <c:pt idx="600">
                  <c:v>0</c:v>
                </c:pt>
                <c:pt idx="601">
                  <c:v>0</c:v>
                </c:pt>
                <c:pt idx="602">
                  <c:v>0</c:v>
                </c:pt>
                <c:pt idx="603">
                  <c:v>0</c:v>
                </c:pt>
                <c:pt idx="604">
                  <c:v>0</c:v>
                </c:pt>
                <c:pt idx="605">
                  <c:v>0</c:v>
                </c:pt>
                <c:pt idx="606">
                  <c:v>0</c:v>
                </c:pt>
                <c:pt idx="607">
                  <c:v>0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0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0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0</c:v>
                </c:pt>
                <c:pt idx="626">
                  <c:v>0</c:v>
                </c:pt>
                <c:pt idx="627">
                  <c:v>0</c:v>
                </c:pt>
                <c:pt idx="628">
                  <c:v>0</c:v>
                </c:pt>
                <c:pt idx="629">
                  <c:v>0</c:v>
                </c:pt>
                <c:pt idx="630">
                  <c:v>0</c:v>
                </c:pt>
                <c:pt idx="631">
                  <c:v>0</c:v>
                </c:pt>
                <c:pt idx="632">
                  <c:v>0</c:v>
                </c:pt>
                <c:pt idx="633">
                  <c:v>0</c:v>
                </c:pt>
                <c:pt idx="634">
                  <c:v>0</c:v>
                </c:pt>
                <c:pt idx="635">
                  <c:v>0</c:v>
                </c:pt>
                <c:pt idx="636">
                  <c:v>0</c:v>
                </c:pt>
                <c:pt idx="637">
                  <c:v>0</c:v>
                </c:pt>
                <c:pt idx="638">
                  <c:v>0</c:v>
                </c:pt>
                <c:pt idx="639">
                  <c:v>0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0</c:v>
                </c:pt>
                <c:pt idx="644">
                  <c:v>0</c:v>
                </c:pt>
                <c:pt idx="645">
                  <c:v>0</c:v>
                </c:pt>
                <c:pt idx="646">
                  <c:v>0</c:v>
                </c:pt>
                <c:pt idx="647">
                  <c:v>0</c:v>
                </c:pt>
                <c:pt idx="648">
                  <c:v>0</c:v>
                </c:pt>
                <c:pt idx="649">
                  <c:v>0.02</c:v>
                </c:pt>
                <c:pt idx="650">
                  <c:v>0.04</c:v>
                </c:pt>
                <c:pt idx="651">
                  <c:v>0.06</c:v>
                </c:pt>
                <c:pt idx="652">
                  <c:v>0.08</c:v>
                </c:pt>
                <c:pt idx="653">
                  <c:v>0.1</c:v>
                </c:pt>
                <c:pt idx="654">
                  <c:v>0.12</c:v>
                </c:pt>
                <c:pt idx="655">
                  <c:v>0.14</c:v>
                </c:pt>
                <c:pt idx="656">
                  <c:v>0.15</c:v>
                </c:pt>
                <c:pt idx="657">
                  <c:v>0.18</c:v>
                </c:pt>
                <c:pt idx="658">
                  <c:v>0.19</c:v>
                </c:pt>
                <c:pt idx="659">
                  <c:v>0.22</c:v>
                </c:pt>
                <c:pt idx="660">
                  <c:v>0.23</c:v>
                </c:pt>
                <c:pt idx="661">
                  <c:v>0.3</c:v>
                </c:pt>
                <c:pt idx="662">
                  <c:v>0.36</c:v>
                </c:pt>
                <c:pt idx="663">
                  <c:v>0.4</c:v>
                </c:pt>
                <c:pt idx="664">
                  <c:v>0.45</c:v>
                </c:pt>
                <c:pt idx="665">
                  <c:v>0.52</c:v>
                </c:pt>
                <c:pt idx="666">
                  <c:v>0.6</c:v>
                </c:pt>
                <c:pt idx="667">
                  <c:v>0.63</c:v>
                </c:pt>
                <c:pt idx="668">
                  <c:v>0.7</c:v>
                </c:pt>
                <c:pt idx="669">
                  <c:v>0.74</c:v>
                </c:pt>
                <c:pt idx="670">
                  <c:v>0.81</c:v>
                </c:pt>
                <c:pt idx="671">
                  <c:v>0.88</c:v>
                </c:pt>
                <c:pt idx="672">
                  <c:v>0.96</c:v>
                </c:pt>
                <c:pt idx="673">
                  <c:v>0.98</c:v>
                </c:pt>
                <c:pt idx="674">
                  <c:v>1.08</c:v>
                </c:pt>
                <c:pt idx="675">
                  <c:v>1.19</c:v>
                </c:pt>
                <c:pt idx="676">
                  <c:v>1.18</c:v>
                </c:pt>
                <c:pt idx="677">
                  <c:v>1.38</c:v>
                </c:pt>
                <c:pt idx="678">
                  <c:v>1.44</c:v>
                </c:pt>
                <c:pt idx="679">
                  <c:v>1.42</c:v>
                </c:pt>
                <c:pt idx="680">
                  <c:v>1.61</c:v>
                </c:pt>
                <c:pt idx="681">
                  <c:v>1.61</c:v>
                </c:pt>
                <c:pt idx="682">
                  <c:v>1.76</c:v>
                </c:pt>
                <c:pt idx="683">
                  <c:v>1.91</c:v>
                </c:pt>
                <c:pt idx="684">
                  <c:v>1.91</c:v>
                </c:pt>
                <c:pt idx="685">
                  <c:v>2</c:v>
                </c:pt>
                <c:pt idx="686">
                  <c:v>2.06</c:v>
                </c:pt>
                <c:pt idx="687">
                  <c:v>2.07</c:v>
                </c:pt>
                <c:pt idx="688">
                  <c:v>2.1</c:v>
                </c:pt>
                <c:pt idx="689">
                  <c:v>2.16</c:v>
                </c:pt>
                <c:pt idx="690">
                  <c:v>2.36</c:v>
                </c:pt>
                <c:pt idx="691">
                  <c:v>2.39</c:v>
                </c:pt>
                <c:pt idx="692">
                  <c:v>2.44</c:v>
                </c:pt>
                <c:pt idx="693">
                  <c:v>2.48</c:v>
                </c:pt>
                <c:pt idx="694">
                  <c:v>2.63</c:v>
                </c:pt>
                <c:pt idx="695">
                  <c:v>2.63</c:v>
                </c:pt>
                <c:pt idx="696">
                  <c:v>2.76</c:v>
                </c:pt>
                <c:pt idx="697">
                  <c:v>2.74</c:v>
                </c:pt>
                <c:pt idx="698">
                  <c:v>2.93</c:v>
                </c:pt>
                <c:pt idx="699">
                  <c:v>2.81</c:v>
                </c:pt>
                <c:pt idx="700">
                  <c:v>2.77</c:v>
                </c:pt>
                <c:pt idx="701">
                  <c:v>2.9</c:v>
                </c:pt>
                <c:pt idx="702">
                  <c:v>2.82</c:v>
                </c:pt>
                <c:pt idx="703">
                  <c:v>2.94</c:v>
                </c:pt>
                <c:pt idx="704">
                  <c:v>2.85</c:v>
                </c:pt>
                <c:pt idx="705">
                  <c:v>3.01</c:v>
                </c:pt>
                <c:pt idx="706">
                  <c:v>3</c:v>
                </c:pt>
                <c:pt idx="707">
                  <c:v>2.98</c:v>
                </c:pt>
                <c:pt idx="708">
                  <c:v>3.06</c:v>
                </c:pt>
                <c:pt idx="709">
                  <c:v>3.22</c:v>
                </c:pt>
                <c:pt idx="710">
                  <c:v>2.91</c:v>
                </c:pt>
                <c:pt idx="711">
                  <c:v>2.96</c:v>
                </c:pt>
                <c:pt idx="712">
                  <c:v>2.92</c:v>
                </c:pt>
                <c:pt idx="713">
                  <c:v>3.11</c:v>
                </c:pt>
                <c:pt idx="714">
                  <c:v>2.95</c:v>
                </c:pt>
                <c:pt idx="715">
                  <c:v>2.94</c:v>
                </c:pt>
                <c:pt idx="716">
                  <c:v>3.1</c:v>
                </c:pt>
                <c:pt idx="717">
                  <c:v>2.92</c:v>
                </c:pt>
                <c:pt idx="718">
                  <c:v>3.1</c:v>
                </c:pt>
                <c:pt idx="719">
                  <c:v>2.93</c:v>
                </c:pt>
                <c:pt idx="720">
                  <c:v>2.98</c:v>
                </c:pt>
                <c:pt idx="721">
                  <c:v>2.96</c:v>
                </c:pt>
                <c:pt idx="722">
                  <c:v>2.87</c:v>
                </c:pt>
                <c:pt idx="723">
                  <c:v>2.79</c:v>
                </c:pt>
                <c:pt idx="724">
                  <c:v>2.51</c:v>
                </c:pt>
                <c:pt idx="725">
                  <c:v>2.66</c:v>
                </c:pt>
                <c:pt idx="726">
                  <c:v>2.57</c:v>
                </c:pt>
                <c:pt idx="727">
                  <c:v>2.58</c:v>
                </c:pt>
                <c:pt idx="728">
                  <c:v>2.53</c:v>
                </c:pt>
                <c:pt idx="729">
                  <c:v>2.25</c:v>
                </c:pt>
                <c:pt idx="730">
                  <c:v>2.27</c:v>
                </c:pt>
                <c:pt idx="731">
                  <c:v>2.29</c:v>
                </c:pt>
                <c:pt idx="732">
                  <c:v>2.33</c:v>
                </c:pt>
                <c:pt idx="733">
                  <c:v>2.05</c:v>
                </c:pt>
                <c:pt idx="734">
                  <c:v>2.01</c:v>
                </c:pt>
                <c:pt idx="735">
                  <c:v>1.82</c:v>
                </c:pt>
                <c:pt idx="736">
                  <c:v>1.79</c:v>
                </c:pt>
                <c:pt idx="737">
                  <c:v>1.68</c:v>
                </c:pt>
                <c:pt idx="738">
                  <c:v>1.58</c:v>
                </c:pt>
                <c:pt idx="739">
                  <c:v>1.45</c:v>
                </c:pt>
                <c:pt idx="740">
                  <c:v>1.39</c:v>
                </c:pt>
                <c:pt idx="741">
                  <c:v>1.23</c:v>
                </c:pt>
                <c:pt idx="742">
                  <c:v>1.2</c:v>
                </c:pt>
                <c:pt idx="743">
                  <c:v>1.08</c:v>
                </c:pt>
                <c:pt idx="744">
                  <c:v>0.98</c:v>
                </c:pt>
                <c:pt idx="745">
                  <c:v>0.99</c:v>
                </c:pt>
                <c:pt idx="746">
                  <c:v>1</c:v>
                </c:pt>
                <c:pt idx="747">
                  <c:v>1.01</c:v>
                </c:pt>
                <c:pt idx="748">
                  <c:v>1.08</c:v>
                </c:pt>
                <c:pt idx="749">
                  <c:v>1.08</c:v>
                </c:pt>
                <c:pt idx="750">
                  <c:v>1.12</c:v>
                </c:pt>
                <c:pt idx="751">
                  <c:v>1.28</c:v>
                </c:pt>
                <c:pt idx="752">
                  <c:v>1.23</c:v>
                </c:pt>
                <c:pt idx="753">
                  <c:v>1.25</c:v>
                </c:pt>
                <c:pt idx="754">
                  <c:v>1.29</c:v>
                </c:pt>
                <c:pt idx="755">
                  <c:v>1.31</c:v>
                </c:pt>
                <c:pt idx="756">
                  <c:v>1.42</c:v>
                </c:pt>
                <c:pt idx="757">
                  <c:v>1.32</c:v>
                </c:pt>
                <c:pt idx="758">
                  <c:v>1.21</c:v>
                </c:pt>
                <c:pt idx="759">
                  <c:v>1.19</c:v>
                </c:pt>
                <c:pt idx="760">
                  <c:v>1.13</c:v>
                </c:pt>
                <c:pt idx="761">
                  <c:v>1.04</c:v>
                </c:pt>
                <c:pt idx="762">
                  <c:v>0.94</c:v>
                </c:pt>
                <c:pt idx="763">
                  <c:v>0.89</c:v>
                </c:pt>
                <c:pt idx="764">
                  <c:v>0.83</c:v>
                </c:pt>
                <c:pt idx="765">
                  <c:v>0.75</c:v>
                </c:pt>
                <c:pt idx="766">
                  <c:v>0.66</c:v>
                </c:pt>
                <c:pt idx="767">
                  <c:v>0.61</c:v>
                </c:pt>
                <c:pt idx="768">
                  <c:v>0.51</c:v>
                </c:pt>
                <c:pt idx="769">
                  <c:v>0.5</c:v>
                </c:pt>
                <c:pt idx="770">
                  <c:v>0.46</c:v>
                </c:pt>
                <c:pt idx="771">
                  <c:v>0.45</c:v>
                </c:pt>
                <c:pt idx="772">
                  <c:v>0.44</c:v>
                </c:pt>
                <c:pt idx="773">
                  <c:v>0.38</c:v>
                </c:pt>
                <c:pt idx="774">
                  <c:v>0.37</c:v>
                </c:pt>
                <c:pt idx="775">
                  <c:v>0.31</c:v>
                </c:pt>
                <c:pt idx="776">
                  <c:v>0.3</c:v>
                </c:pt>
                <c:pt idx="777">
                  <c:v>0.27</c:v>
                </c:pt>
                <c:pt idx="778">
                  <c:v>0.25</c:v>
                </c:pt>
                <c:pt idx="779">
                  <c:v>0.22</c:v>
                </c:pt>
                <c:pt idx="780">
                  <c:v>0.2</c:v>
                </c:pt>
                <c:pt idx="781">
                  <c:v>0.18</c:v>
                </c:pt>
                <c:pt idx="782">
                  <c:v>0.16</c:v>
                </c:pt>
                <c:pt idx="783">
                  <c:v>0.15</c:v>
                </c:pt>
                <c:pt idx="784">
                  <c:v>0.12</c:v>
                </c:pt>
                <c:pt idx="785">
                  <c:v>0.11</c:v>
                </c:pt>
                <c:pt idx="786">
                  <c:v>0.09</c:v>
                </c:pt>
                <c:pt idx="787">
                  <c:v>0.08</c:v>
                </c:pt>
                <c:pt idx="788">
                  <c:v>0.06</c:v>
                </c:pt>
                <c:pt idx="789">
                  <c:v>0.05</c:v>
                </c:pt>
                <c:pt idx="790">
                  <c:v>0.03</c:v>
                </c:pt>
                <c:pt idx="791">
                  <c:v>0.02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  <c:pt idx="801">
                  <c:v>0</c:v>
                </c:pt>
                <c:pt idx="802">
                  <c:v>0</c:v>
                </c:pt>
                <c:pt idx="803">
                  <c:v>0</c:v>
                </c:pt>
                <c:pt idx="804">
                  <c:v>0</c:v>
                </c:pt>
                <c:pt idx="805">
                  <c:v>0</c:v>
                </c:pt>
                <c:pt idx="806">
                  <c:v>0</c:v>
                </c:pt>
                <c:pt idx="807">
                  <c:v>0</c:v>
                </c:pt>
                <c:pt idx="808">
                  <c:v>0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0</c:v>
                </c:pt>
                <c:pt idx="813">
                  <c:v>0</c:v>
                </c:pt>
                <c:pt idx="814">
                  <c:v>0</c:v>
                </c:pt>
                <c:pt idx="815">
                  <c:v>0</c:v>
                </c:pt>
                <c:pt idx="816">
                  <c:v>0</c:v>
                </c:pt>
                <c:pt idx="817">
                  <c:v>0</c:v>
                </c:pt>
                <c:pt idx="818">
                  <c:v>0</c:v>
                </c:pt>
                <c:pt idx="819">
                  <c:v>0</c:v>
                </c:pt>
                <c:pt idx="820">
                  <c:v>0</c:v>
                </c:pt>
                <c:pt idx="821">
                  <c:v>0</c:v>
                </c:pt>
                <c:pt idx="822">
                  <c:v>0</c:v>
                </c:pt>
                <c:pt idx="823">
                  <c:v>0</c:v>
                </c:pt>
                <c:pt idx="824">
                  <c:v>0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0</c:v>
                </c:pt>
                <c:pt idx="829">
                  <c:v>0</c:v>
                </c:pt>
                <c:pt idx="830">
                  <c:v>0</c:v>
                </c:pt>
                <c:pt idx="831">
                  <c:v>0</c:v>
                </c:pt>
                <c:pt idx="832">
                  <c:v>0</c:v>
                </c:pt>
                <c:pt idx="833">
                  <c:v>0</c:v>
                </c:pt>
                <c:pt idx="834">
                  <c:v>0</c:v>
                </c:pt>
                <c:pt idx="835">
                  <c:v>0</c:v>
                </c:pt>
                <c:pt idx="836">
                  <c:v>0</c:v>
                </c:pt>
                <c:pt idx="837">
                  <c:v>0</c:v>
                </c:pt>
                <c:pt idx="838">
                  <c:v>0</c:v>
                </c:pt>
                <c:pt idx="839">
                  <c:v>0</c:v>
                </c:pt>
                <c:pt idx="840">
                  <c:v>0</c:v>
                </c:pt>
                <c:pt idx="841">
                  <c:v>0</c:v>
                </c:pt>
                <c:pt idx="842">
                  <c:v>0</c:v>
                </c:pt>
                <c:pt idx="843">
                  <c:v>0</c:v>
                </c:pt>
                <c:pt idx="844">
                  <c:v>0</c:v>
                </c:pt>
                <c:pt idx="845">
                  <c:v>0</c:v>
                </c:pt>
                <c:pt idx="846">
                  <c:v>0</c:v>
                </c:pt>
                <c:pt idx="847">
                  <c:v>0</c:v>
                </c:pt>
                <c:pt idx="848">
                  <c:v>0</c:v>
                </c:pt>
                <c:pt idx="849">
                  <c:v>0</c:v>
                </c:pt>
                <c:pt idx="850">
                  <c:v>0</c:v>
                </c:pt>
                <c:pt idx="851">
                  <c:v>0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</c:v>
                </c:pt>
                <c:pt idx="856">
                  <c:v>0</c:v>
                </c:pt>
                <c:pt idx="857">
                  <c:v>0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4"/>
          <c:w val="0.96"/>
          <c:h val="0.9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E89B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Sheet1!$A$2:$A$73</c:f>
              <c:multiLvlStrCache>
                <c:ptCount val="7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</c:lvl>
              </c:multiLvlStrCache>
            </c:multiLvlStrRef>
          </c:cat>
          <c:val>
            <c:numRef>
              <c:f>Sheet1!$B$2:$B$73</c:f>
              <c:numCache>
                <c:formatCode>General</c:formatCode>
                <c:ptCount val="7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0.4</c:v>
                </c:pt>
                <c:pt idx="8">
                  <c:v>1.13</c:v>
                </c:pt>
                <c:pt idx="9">
                  <c:v>1.99</c:v>
                </c:pt>
                <c:pt idx="10">
                  <c:v>2.62</c:v>
                </c:pt>
                <c:pt idx="11">
                  <c:v>2.81</c:v>
                </c:pt>
                <c:pt idx="12">
                  <c:v>2.86</c:v>
                </c:pt>
                <c:pt idx="13">
                  <c:v>2.51</c:v>
                </c:pt>
                <c:pt idx="14">
                  <c:v>2.05</c:v>
                </c:pt>
                <c:pt idx="15">
                  <c:v>1.59</c:v>
                </c:pt>
                <c:pt idx="16">
                  <c:v>0.91</c:v>
                </c:pt>
                <c:pt idx="17">
                  <c:v>0.24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0.45</c:v>
                </c:pt>
                <c:pt idx="32">
                  <c:v>1.13</c:v>
                </c:pt>
                <c:pt idx="33">
                  <c:v>1.96</c:v>
                </c:pt>
                <c:pt idx="34">
                  <c:v>2.75</c:v>
                </c:pt>
                <c:pt idx="35">
                  <c:v>3.32</c:v>
                </c:pt>
                <c:pt idx="36">
                  <c:v>3.41</c:v>
                </c:pt>
                <c:pt idx="37">
                  <c:v>2.96</c:v>
                </c:pt>
                <c:pt idx="38">
                  <c:v>2.39</c:v>
                </c:pt>
                <c:pt idx="39">
                  <c:v>1.83</c:v>
                </c:pt>
                <c:pt idx="40">
                  <c:v>1.08</c:v>
                </c:pt>
                <c:pt idx="41">
                  <c:v>0.33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0.55</c:v>
                </c:pt>
                <c:pt idx="56">
                  <c:v>1.38</c:v>
                </c:pt>
                <c:pt idx="57">
                  <c:v>2.27</c:v>
                </c:pt>
                <c:pt idx="58">
                  <c:v>2.88</c:v>
                </c:pt>
                <c:pt idx="59">
                  <c:v>3.01</c:v>
                </c:pt>
                <c:pt idx="60">
                  <c:v>2.61</c:v>
                </c:pt>
                <c:pt idx="61">
                  <c:v>1.63</c:v>
                </c:pt>
                <c:pt idx="62">
                  <c:v>1.13</c:v>
                </c:pt>
                <c:pt idx="63">
                  <c:v>1</c:v>
                </c:pt>
                <c:pt idx="64">
                  <c:v>0.37</c:v>
                </c:pt>
                <c:pt idx="65">
                  <c:v>0.1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4"/>
          <c:w val="0.96"/>
          <c:h val="0.9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2A9D8F"/>
            </a:solidFill>
            <a:ln w="1270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Sheet1!$A$2:$A$73</c:f>
              <c:multiLvlStrCache>
                <c:ptCount val="7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</c:lvl>
              </c:multiLvlStrCache>
            </c:multiLvlStrRef>
          </c:cat>
          <c:val>
            <c:numRef>
              <c:f>Sheet1!$B$2:$B$73</c:f>
              <c:numCache>
                <c:formatCode>General</c:formatCode>
                <c:ptCount val="7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</c:v>
                </c:pt>
                <c:pt idx="8">
                  <c:v>0.19</c:v>
                </c:pt>
                <c:pt idx="9">
                  <c:v>0.4</c:v>
                </c:pt>
                <c:pt idx="10">
                  <c:v>0.58</c:v>
                </c:pt>
                <c:pt idx="11">
                  <c:v>0.64</c:v>
                </c:pt>
                <c:pt idx="12">
                  <c:v>0.67</c:v>
                </c:pt>
                <c:pt idx="13">
                  <c:v>0.62</c:v>
                </c:pt>
                <c:pt idx="14">
                  <c:v>0.49</c:v>
                </c:pt>
                <c:pt idx="15">
                  <c:v>0.38</c:v>
                </c:pt>
                <c:pt idx="16">
                  <c:v>0.26</c:v>
                </c:pt>
                <c:pt idx="17">
                  <c:v>0.08</c:v>
                </c:pt>
                <c:pt idx="18">
                  <c:v>0.01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0.06</c:v>
                </c:pt>
                <c:pt idx="32">
                  <c:v>0.22</c:v>
                </c:pt>
                <c:pt idx="33">
                  <c:v>0.4</c:v>
                </c:pt>
                <c:pt idx="34">
                  <c:v>0.57</c:v>
                </c:pt>
                <c:pt idx="35">
                  <c:v>0.75</c:v>
                </c:pt>
                <c:pt idx="36">
                  <c:v>0.84</c:v>
                </c:pt>
                <c:pt idx="37">
                  <c:v>0.74</c:v>
                </c:pt>
                <c:pt idx="38">
                  <c:v>0.55</c:v>
                </c:pt>
                <c:pt idx="39">
                  <c:v>0.53</c:v>
                </c:pt>
                <c:pt idx="40">
                  <c:v>0.29</c:v>
                </c:pt>
                <c:pt idx="41">
                  <c:v>0.11</c:v>
                </c:pt>
                <c:pt idx="42">
                  <c:v>0.01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0.07</c:v>
                </c:pt>
                <c:pt idx="56">
                  <c:v>0.27</c:v>
                </c:pt>
                <c:pt idx="57">
                  <c:v>0.5</c:v>
                </c:pt>
                <c:pt idx="58">
                  <c:v>0.7</c:v>
                </c:pt>
                <c:pt idx="59">
                  <c:v>0.79</c:v>
                </c:pt>
                <c:pt idx="60">
                  <c:v>0.68</c:v>
                </c:pt>
                <c:pt idx="61">
                  <c:v>0.52</c:v>
                </c:pt>
                <c:pt idx="62">
                  <c:v>0.23</c:v>
                </c:pt>
                <c:pt idx="63">
                  <c:v>0.31</c:v>
                </c:pt>
                <c:pt idx="64">
                  <c:v>0.13</c:v>
                </c:pt>
                <c:pt idx="65">
                  <c:v>0.05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9AA5B1"/>
            </a:solidFill>
            <a:ln w="12700" cap="flat">
              <a:solidFill>
                <a:srgbClr val="9AA5B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Sheet1!$A$2:$A$73</c:f>
              <c:multiLvlStrCache>
                <c:ptCount val="7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</c:lvl>
              </c:multiLvlStrCache>
            </c:multiLvlStrRef>
          </c:cat>
          <c:val>
            <c:numRef>
              <c:f>Sheet1!$C$2:$C$73</c:f>
              <c:numCache>
                <c:formatCode>General</c:formatCode>
                <c:ptCount val="72"/>
                <c:pt idx="0">
                  <c:v>0.67</c:v>
                </c:pt>
                <c:pt idx="1">
                  <c:v>0.67</c:v>
                </c:pt>
                <c:pt idx="2">
                  <c:v>0.65</c:v>
                </c:pt>
                <c:pt idx="3">
                  <c:v>0.65</c:v>
                </c:pt>
                <c:pt idx="4">
                  <c:v>0.65</c:v>
                </c:pt>
                <c:pt idx="5">
                  <c:v>0.65</c:v>
                </c:pt>
                <c:pt idx="6">
                  <c:v>0.65</c:v>
                </c:pt>
                <c:pt idx="7">
                  <c:v>0.67</c:v>
                </c:pt>
                <c:pt idx="8">
                  <c:v>0.69</c:v>
                </c:pt>
                <c:pt idx="9">
                  <c:v>0.73</c:v>
                </c:pt>
                <c:pt idx="10">
                  <c:v>0.73</c:v>
                </c:pt>
                <c:pt idx="11">
                  <c:v>0.75</c:v>
                </c:pt>
                <c:pt idx="12">
                  <c:v>0.73</c:v>
                </c:pt>
                <c:pt idx="13">
                  <c:v>0.76</c:v>
                </c:pt>
                <c:pt idx="14">
                  <c:v>0.75</c:v>
                </c:pt>
                <c:pt idx="15">
                  <c:v>0.75</c:v>
                </c:pt>
                <c:pt idx="16">
                  <c:v>0.73</c:v>
                </c:pt>
                <c:pt idx="17">
                  <c:v>0.71</c:v>
                </c:pt>
                <c:pt idx="18">
                  <c:v>0.69</c:v>
                </c:pt>
                <c:pt idx="19">
                  <c:v>0.67</c:v>
                </c:pt>
                <c:pt idx="20">
                  <c:v>0.67</c:v>
                </c:pt>
                <c:pt idx="21">
                  <c:v>0.67</c:v>
                </c:pt>
                <c:pt idx="22">
                  <c:v>0.67</c:v>
                </c:pt>
                <c:pt idx="23">
                  <c:v>0.65</c:v>
                </c:pt>
                <c:pt idx="24">
                  <c:v>0.67</c:v>
                </c:pt>
                <c:pt idx="25">
                  <c:v>0.67</c:v>
                </c:pt>
                <c:pt idx="26">
                  <c:v>0.65</c:v>
                </c:pt>
                <c:pt idx="27">
                  <c:v>0.65</c:v>
                </c:pt>
                <c:pt idx="28">
                  <c:v>0.65</c:v>
                </c:pt>
                <c:pt idx="29">
                  <c:v>0.65</c:v>
                </c:pt>
                <c:pt idx="30">
                  <c:v>0.65</c:v>
                </c:pt>
                <c:pt idx="31">
                  <c:v>0.67</c:v>
                </c:pt>
                <c:pt idx="32">
                  <c:v>0.71</c:v>
                </c:pt>
                <c:pt idx="33">
                  <c:v>0.73</c:v>
                </c:pt>
                <c:pt idx="34">
                  <c:v>0.75</c:v>
                </c:pt>
                <c:pt idx="35">
                  <c:v>0.78</c:v>
                </c:pt>
                <c:pt idx="36">
                  <c:v>0.76</c:v>
                </c:pt>
                <c:pt idx="37">
                  <c:v>0.8</c:v>
                </c:pt>
                <c:pt idx="38">
                  <c:v>0.76</c:v>
                </c:pt>
                <c:pt idx="39">
                  <c:v>0.78</c:v>
                </c:pt>
                <c:pt idx="40">
                  <c:v>0.73</c:v>
                </c:pt>
                <c:pt idx="41">
                  <c:v>0.71</c:v>
                </c:pt>
                <c:pt idx="42">
                  <c:v>0.69</c:v>
                </c:pt>
                <c:pt idx="43">
                  <c:v>0.67</c:v>
                </c:pt>
                <c:pt idx="44">
                  <c:v>0.67</c:v>
                </c:pt>
                <c:pt idx="45">
                  <c:v>0.65</c:v>
                </c:pt>
                <c:pt idx="46">
                  <c:v>0.65</c:v>
                </c:pt>
                <c:pt idx="47">
                  <c:v>0.65</c:v>
                </c:pt>
                <c:pt idx="48">
                  <c:v>0.67</c:v>
                </c:pt>
                <c:pt idx="49">
                  <c:v>0.67</c:v>
                </c:pt>
                <c:pt idx="50">
                  <c:v>0.67</c:v>
                </c:pt>
                <c:pt idx="51">
                  <c:v>0.67</c:v>
                </c:pt>
                <c:pt idx="52">
                  <c:v>0.67</c:v>
                </c:pt>
                <c:pt idx="53">
                  <c:v>0.67</c:v>
                </c:pt>
                <c:pt idx="54">
                  <c:v>0.67</c:v>
                </c:pt>
                <c:pt idx="55">
                  <c:v>0.69</c:v>
                </c:pt>
                <c:pt idx="56">
                  <c:v>0.73</c:v>
                </c:pt>
                <c:pt idx="57">
                  <c:v>0.76</c:v>
                </c:pt>
                <c:pt idx="58">
                  <c:v>0.78</c:v>
                </c:pt>
                <c:pt idx="59">
                  <c:v>0.8</c:v>
                </c:pt>
                <c:pt idx="60">
                  <c:v>0.78</c:v>
                </c:pt>
                <c:pt idx="61">
                  <c:v>0.78</c:v>
                </c:pt>
                <c:pt idx="62">
                  <c:v>0.75</c:v>
                </c:pt>
                <c:pt idx="63">
                  <c:v>0.76</c:v>
                </c:pt>
                <c:pt idx="64">
                  <c:v>0.73</c:v>
                </c:pt>
                <c:pt idx="65">
                  <c:v>0.71</c:v>
                </c:pt>
                <c:pt idx="66">
                  <c:v>0.69</c:v>
                </c:pt>
                <c:pt idx="67">
                  <c:v>0.69</c:v>
                </c:pt>
                <c:pt idx="68">
                  <c:v>0.67</c:v>
                </c:pt>
                <c:pt idx="69">
                  <c:v>0.65</c:v>
                </c:pt>
                <c:pt idx="70">
                  <c:v>0.62</c:v>
                </c:pt>
                <c:pt idx="71">
                  <c:v>0.64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4"/>
          <c:w val="0.96"/>
          <c:h val="0.9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2A9D8F"/>
            </a:solidFill>
            <a:ln w="9525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Sheet1!$A$2:$A$73</c:f>
              <c:multiLvlStrCache>
                <c:ptCount val="7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</c:lvl>
              </c:multiLvlStrCache>
            </c:multiLvlStrRef>
          </c:cat>
          <c:val>
            <c:numRef>
              <c:f>Sheet1!$B$2:$B$73</c:f>
              <c:numCache>
                <c:formatCode>General</c:formatCode>
                <c:ptCount val="72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4.04</c:v>
                </c:pt>
                <c:pt idx="8">
                  <c:v>4.14</c:v>
                </c:pt>
                <c:pt idx="9">
                  <c:v>4.3</c:v>
                </c:pt>
                <c:pt idx="10">
                  <c:v>4.43</c:v>
                </c:pt>
                <c:pt idx="11">
                  <c:v>4.48</c:v>
                </c:pt>
                <c:pt idx="12">
                  <c:v>4.5</c:v>
                </c:pt>
                <c:pt idx="13">
                  <c:v>4.46</c:v>
                </c:pt>
                <c:pt idx="14">
                  <c:v>4.37</c:v>
                </c:pt>
                <c:pt idx="15">
                  <c:v>4.29</c:v>
                </c:pt>
                <c:pt idx="16">
                  <c:v>4.2</c:v>
                </c:pt>
                <c:pt idx="17">
                  <c:v>4.06</c:v>
                </c:pt>
                <c:pt idx="18">
                  <c:v>4.01</c:v>
                </c:pt>
                <c:pt idx="19">
                  <c:v>4</c:v>
                </c:pt>
                <c:pt idx="20">
                  <c:v>4</c:v>
                </c:pt>
                <c:pt idx="21">
                  <c:v>4</c:v>
                </c:pt>
                <c:pt idx="22">
                  <c:v>4</c:v>
                </c:pt>
                <c:pt idx="23">
                  <c:v>4</c:v>
                </c:pt>
                <c:pt idx="24">
                  <c:v>4</c:v>
                </c:pt>
                <c:pt idx="25">
                  <c:v>4</c:v>
                </c:pt>
                <c:pt idx="26">
                  <c:v>4</c:v>
                </c:pt>
                <c:pt idx="27">
                  <c:v>4</c:v>
                </c:pt>
                <c:pt idx="28">
                  <c:v>4</c:v>
                </c:pt>
                <c:pt idx="29">
                  <c:v>4</c:v>
                </c:pt>
                <c:pt idx="30">
                  <c:v>4</c:v>
                </c:pt>
                <c:pt idx="31">
                  <c:v>4.04</c:v>
                </c:pt>
                <c:pt idx="32">
                  <c:v>4.17</c:v>
                </c:pt>
                <c:pt idx="33">
                  <c:v>4.3</c:v>
                </c:pt>
                <c:pt idx="34">
                  <c:v>4.43</c:v>
                </c:pt>
                <c:pt idx="35">
                  <c:v>4.56</c:v>
                </c:pt>
                <c:pt idx="36">
                  <c:v>4.63</c:v>
                </c:pt>
                <c:pt idx="37">
                  <c:v>4.55</c:v>
                </c:pt>
                <c:pt idx="38">
                  <c:v>4.41</c:v>
                </c:pt>
                <c:pt idx="39">
                  <c:v>4.4</c:v>
                </c:pt>
                <c:pt idx="40">
                  <c:v>4.22</c:v>
                </c:pt>
                <c:pt idx="41">
                  <c:v>4.08</c:v>
                </c:pt>
                <c:pt idx="42">
                  <c:v>4.01</c:v>
                </c:pt>
                <c:pt idx="43">
                  <c:v>4</c:v>
                </c:pt>
                <c:pt idx="44">
                  <c:v>4</c:v>
                </c:pt>
                <c:pt idx="45">
                  <c:v>4</c:v>
                </c:pt>
                <c:pt idx="46">
                  <c:v>4</c:v>
                </c:pt>
                <c:pt idx="47">
                  <c:v>4</c:v>
                </c:pt>
                <c:pt idx="48">
                  <c:v>4</c:v>
                </c:pt>
                <c:pt idx="49">
                  <c:v>4</c:v>
                </c:pt>
                <c:pt idx="50">
                  <c:v>4</c:v>
                </c:pt>
                <c:pt idx="51">
                  <c:v>4</c:v>
                </c:pt>
                <c:pt idx="52">
                  <c:v>4</c:v>
                </c:pt>
                <c:pt idx="53">
                  <c:v>4</c:v>
                </c:pt>
                <c:pt idx="54">
                  <c:v>4</c:v>
                </c:pt>
                <c:pt idx="55">
                  <c:v>4.05</c:v>
                </c:pt>
                <c:pt idx="56">
                  <c:v>4.2</c:v>
                </c:pt>
                <c:pt idx="57">
                  <c:v>4.38</c:v>
                </c:pt>
                <c:pt idx="58">
                  <c:v>4.53</c:v>
                </c:pt>
                <c:pt idx="59">
                  <c:v>4.59</c:v>
                </c:pt>
                <c:pt idx="60">
                  <c:v>4.51</c:v>
                </c:pt>
                <c:pt idx="61">
                  <c:v>4.39</c:v>
                </c:pt>
                <c:pt idx="62">
                  <c:v>4.17</c:v>
                </c:pt>
                <c:pt idx="63">
                  <c:v>4.23</c:v>
                </c:pt>
                <c:pt idx="64">
                  <c:v>4.1</c:v>
                </c:pt>
                <c:pt idx="65">
                  <c:v>4.04</c:v>
                </c:pt>
                <c:pt idx="66">
                  <c:v>4</c:v>
                </c:pt>
                <c:pt idx="67">
                  <c:v>4</c:v>
                </c:pt>
                <c:pt idx="68">
                  <c:v>4</c:v>
                </c:pt>
                <c:pt idx="69">
                  <c:v>4</c:v>
                </c:pt>
                <c:pt idx="70">
                  <c:v>4</c:v>
                </c:pt>
                <c:pt idx="71">
                  <c:v>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5FB3A8"/>
            </a:solidFill>
            <a:ln w="9525" cap="flat">
              <a:solidFill>
                <a:srgbClr val="5FB3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FB3A8"/>
              </a:solidFill>
              <a:ln w="9525" cap="flat">
                <a:solidFill>
                  <a:srgbClr val="5FB3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Sheet1!$A$2:$A$73</c:f>
              <c:multiLvlStrCache>
                <c:ptCount val="7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</c:lvl>
              </c:multiLvlStrCache>
            </c:multiLvlStrRef>
          </c:cat>
          <c:val>
            <c:numRef>
              <c:f>Sheet1!$C$2:$C$73</c:f>
              <c:numCache>
                <c:formatCode>General</c:formatCode>
                <c:ptCount val="72"/>
                <c:pt idx="0">
                  <c:v>3.45</c:v>
                </c:pt>
                <c:pt idx="1">
                  <c:v>3.45</c:v>
                </c:pt>
                <c:pt idx="2">
                  <c:v>3.3</c:v>
                </c:pt>
                <c:pt idx="3">
                  <c:v>3.3</c:v>
                </c:pt>
                <c:pt idx="4">
                  <c:v>3.67</c:v>
                </c:pt>
                <c:pt idx="5">
                  <c:v>3.52</c:v>
                </c:pt>
                <c:pt idx="6">
                  <c:v>3.67</c:v>
                </c:pt>
                <c:pt idx="7">
                  <c:v>3.67</c:v>
                </c:pt>
                <c:pt idx="8">
                  <c:v>3.67</c:v>
                </c:pt>
                <c:pt idx="9">
                  <c:v>3.52</c:v>
                </c:pt>
                <c:pt idx="10">
                  <c:v>3.52</c:v>
                </c:pt>
                <c:pt idx="11">
                  <c:v>3.6</c:v>
                </c:pt>
                <c:pt idx="12">
                  <c:v>3.6</c:v>
                </c:pt>
                <c:pt idx="13">
                  <c:v>3.6</c:v>
                </c:pt>
                <c:pt idx="14">
                  <c:v>3.67</c:v>
                </c:pt>
                <c:pt idx="15">
                  <c:v>3.67</c:v>
                </c:pt>
                <c:pt idx="16">
                  <c:v>3.6</c:v>
                </c:pt>
                <c:pt idx="17">
                  <c:v>3.52</c:v>
                </c:pt>
                <c:pt idx="18">
                  <c:v>3.52</c:v>
                </c:pt>
                <c:pt idx="19">
                  <c:v>3.38</c:v>
                </c:pt>
                <c:pt idx="20">
                  <c:v>3.45</c:v>
                </c:pt>
                <c:pt idx="21">
                  <c:v>3.52</c:v>
                </c:pt>
                <c:pt idx="22">
                  <c:v>3.6</c:v>
                </c:pt>
                <c:pt idx="23">
                  <c:v>3.45</c:v>
                </c:pt>
                <c:pt idx="24">
                  <c:v>3.3</c:v>
                </c:pt>
                <c:pt idx="25">
                  <c:v>3.6</c:v>
                </c:pt>
                <c:pt idx="26">
                  <c:v>3.52</c:v>
                </c:pt>
                <c:pt idx="27">
                  <c:v>3.3</c:v>
                </c:pt>
                <c:pt idx="28">
                  <c:v>3.38</c:v>
                </c:pt>
                <c:pt idx="29">
                  <c:v>3.3</c:v>
                </c:pt>
                <c:pt idx="30">
                  <c:v>3.23</c:v>
                </c:pt>
                <c:pt idx="31">
                  <c:v>3.38</c:v>
                </c:pt>
                <c:pt idx="32">
                  <c:v>3.38</c:v>
                </c:pt>
                <c:pt idx="33">
                  <c:v>3.6</c:v>
                </c:pt>
                <c:pt idx="34">
                  <c:v>3.52</c:v>
                </c:pt>
                <c:pt idx="35">
                  <c:v>3.3</c:v>
                </c:pt>
                <c:pt idx="36">
                  <c:v>3.45</c:v>
                </c:pt>
                <c:pt idx="37">
                  <c:v>3.3</c:v>
                </c:pt>
                <c:pt idx="38">
                  <c:v>3.3</c:v>
                </c:pt>
                <c:pt idx="39">
                  <c:v>3.23</c:v>
                </c:pt>
                <c:pt idx="40">
                  <c:v>3.38</c:v>
                </c:pt>
                <c:pt idx="41">
                  <c:v>3.15</c:v>
                </c:pt>
                <c:pt idx="42">
                  <c:v>3</c:v>
                </c:pt>
                <c:pt idx="43">
                  <c:v>3</c:v>
                </c:pt>
                <c:pt idx="44">
                  <c:v>3</c:v>
                </c:pt>
                <c:pt idx="45">
                  <c:v>3</c:v>
                </c:pt>
                <c:pt idx="46">
                  <c:v>3.08</c:v>
                </c:pt>
                <c:pt idx="47">
                  <c:v>3.15</c:v>
                </c:pt>
                <c:pt idx="48">
                  <c:v>3.08</c:v>
                </c:pt>
                <c:pt idx="49">
                  <c:v>3.15</c:v>
                </c:pt>
                <c:pt idx="50">
                  <c:v>3.3</c:v>
                </c:pt>
                <c:pt idx="51">
                  <c:v>3.15</c:v>
                </c:pt>
                <c:pt idx="52">
                  <c:v>3.23</c:v>
                </c:pt>
                <c:pt idx="53">
                  <c:v>3.08</c:v>
                </c:pt>
                <c:pt idx="54">
                  <c:v>3.08</c:v>
                </c:pt>
                <c:pt idx="55">
                  <c:v>3.08</c:v>
                </c:pt>
                <c:pt idx="56">
                  <c:v>3.15</c:v>
                </c:pt>
                <c:pt idx="57">
                  <c:v>3.23</c:v>
                </c:pt>
                <c:pt idx="58">
                  <c:v>3.23</c:v>
                </c:pt>
                <c:pt idx="59">
                  <c:v>3.38</c:v>
                </c:pt>
                <c:pt idx="60">
                  <c:v>3.6</c:v>
                </c:pt>
                <c:pt idx="61">
                  <c:v>3.67</c:v>
                </c:pt>
                <c:pt idx="62">
                  <c:v>3.75</c:v>
                </c:pt>
                <c:pt idx="63">
                  <c:v>3.75</c:v>
                </c:pt>
                <c:pt idx="64">
                  <c:v>3.75</c:v>
                </c:pt>
                <c:pt idx="65">
                  <c:v>3.67</c:v>
                </c:pt>
                <c:pt idx="66">
                  <c:v>3.67</c:v>
                </c:pt>
                <c:pt idx="67">
                  <c:v>3.52</c:v>
                </c:pt>
                <c:pt idx="68">
                  <c:v>3.67</c:v>
                </c:pt>
                <c:pt idx="69">
                  <c:v>3.15</c:v>
                </c:pt>
                <c:pt idx="70">
                  <c:v>3.52</c:v>
                </c:pt>
                <c:pt idx="71">
                  <c:v>3.75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s2</c:v>
                </c:pt>
              </c:strCache>
            </c:strRef>
          </c:tx>
          <c:spPr>
            <a:solidFill>
              <a:srgbClr val="8CC9C0"/>
            </a:solidFill>
            <a:ln w="9525" cap="flat">
              <a:solidFill>
                <a:srgbClr val="8CC9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C9C0"/>
              </a:solidFill>
              <a:ln w="9525" cap="flat">
                <a:solidFill>
                  <a:srgbClr val="8CC9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Sheet1!$A$2:$A$73</c:f>
              <c:multiLvlStrCache>
                <c:ptCount val="7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</c:lvl>
              </c:multiLvlStrCache>
            </c:multiLvlStrRef>
          </c:cat>
          <c:val>
            <c:numRef>
              <c:f>Sheet1!$D$2:$D$73</c:f>
              <c:numCache>
                <c:formatCode>General</c:formatCode>
                <c:ptCount val="72"/>
                <c:pt idx="0">
                  <c:v>2.5</c:v>
                </c:pt>
                <c:pt idx="1">
                  <c:v>2.5</c:v>
                </c:pt>
                <c:pt idx="2">
                  <c:v>2.49</c:v>
                </c:pt>
                <c:pt idx="3">
                  <c:v>2.49</c:v>
                </c:pt>
                <c:pt idx="4">
                  <c:v>2.49</c:v>
                </c:pt>
                <c:pt idx="5">
                  <c:v>2.49</c:v>
                </c:pt>
                <c:pt idx="6">
                  <c:v>2.49</c:v>
                </c:pt>
                <c:pt idx="7">
                  <c:v>2.5</c:v>
                </c:pt>
                <c:pt idx="8">
                  <c:v>2.52</c:v>
                </c:pt>
                <c:pt idx="9">
                  <c:v>2.55</c:v>
                </c:pt>
                <c:pt idx="10">
                  <c:v>2.55</c:v>
                </c:pt>
                <c:pt idx="11">
                  <c:v>2.56</c:v>
                </c:pt>
                <c:pt idx="12">
                  <c:v>2.55</c:v>
                </c:pt>
                <c:pt idx="13">
                  <c:v>2.57</c:v>
                </c:pt>
                <c:pt idx="14">
                  <c:v>2.56</c:v>
                </c:pt>
                <c:pt idx="15">
                  <c:v>2.56</c:v>
                </c:pt>
                <c:pt idx="16">
                  <c:v>2.55</c:v>
                </c:pt>
                <c:pt idx="17">
                  <c:v>2.53</c:v>
                </c:pt>
                <c:pt idx="18">
                  <c:v>2.52</c:v>
                </c:pt>
                <c:pt idx="19">
                  <c:v>2.5</c:v>
                </c:pt>
                <c:pt idx="20">
                  <c:v>2.5</c:v>
                </c:pt>
                <c:pt idx="21">
                  <c:v>2.5</c:v>
                </c:pt>
                <c:pt idx="22">
                  <c:v>2.5</c:v>
                </c:pt>
                <c:pt idx="23">
                  <c:v>2.49</c:v>
                </c:pt>
                <c:pt idx="24">
                  <c:v>2.5</c:v>
                </c:pt>
                <c:pt idx="25">
                  <c:v>2.5</c:v>
                </c:pt>
                <c:pt idx="26">
                  <c:v>2.49</c:v>
                </c:pt>
                <c:pt idx="27">
                  <c:v>2.49</c:v>
                </c:pt>
                <c:pt idx="28">
                  <c:v>2.49</c:v>
                </c:pt>
                <c:pt idx="29">
                  <c:v>2.49</c:v>
                </c:pt>
                <c:pt idx="30">
                  <c:v>2.49</c:v>
                </c:pt>
                <c:pt idx="31">
                  <c:v>2.5</c:v>
                </c:pt>
                <c:pt idx="32">
                  <c:v>2.53</c:v>
                </c:pt>
                <c:pt idx="33">
                  <c:v>2.55</c:v>
                </c:pt>
                <c:pt idx="34">
                  <c:v>2.56</c:v>
                </c:pt>
                <c:pt idx="35">
                  <c:v>2.58</c:v>
                </c:pt>
                <c:pt idx="36">
                  <c:v>2.57</c:v>
                </c:pt>
                <c:pt idx="37">
                  <c:v>2.6</c:v>
                </c:pt>
                <c:pt idx="38">
                  <c:v>2.57</c:v>
                </c:pt>
                <c:pt idx="39">
                  <c:v>2.58</c:v>
                </c:pt>
                <c:pt idx="40">
                  <c:v>2.55</c:v>
                </c:pt>
                <c:pt idx="41">
                  <c:v>2.53</c:v>
                </c:pt>
                <c:pt idx="42">
                  <c:v>2.52</c:v>
                </c:pt>
                <c:pt idx="43">
                  <c:v>2.5</c:v>
                </c:pt>
                <c:pt idx="44">
                  <c:v>2.5</c:v>
                </c:pt>
                <c:pt idx="45">
                  <c:v>2.49</c:v>
                </c:pt>
                <c:pt idx="46">
                  <c:v>2.49</c:v>
                </c:pt>
                <c:pt idx="47">
                  <c:v>2.49</c:v>
                </c:pt>
                <c:pt idx="48">
                  <c:v>2.5</c:v>
                </c:pt>
                <c:pt idx="49">
                  <c:v>2.5</c:v>
                </c:pt>
                <c:pt idx="50">
                  <c:v>2.5</c:v>
                </c:pt>
                <c:pt idx="51">
                  <c:v>2.5</c:v>
                </c:pt>
                <c:pt idx="52">
                  <c:v>2.5</c:v>
                </c:pt>
                <c:pt idx="53">
                  <c:v>2.5</c:v>
                </c:pt>
                <c:pt idx="54">
                  <c:v>2.5</c:v>
                </c:pt>
                <c:pt idx="55">
                  <c:v>2.52</c:v>
                </c:pt>
                <c:pt idx="56">
                  <c:v>2.55</c:v>
                </c:pt>
                <c:pt idx="57">
                  <c:v>2.57</c:v>
                </c:pt>
                <c:pt idx="58">
                  <c:v>2.58</c:v>
                </c:pt>
                <c:pt idx="59">
                  <c:v>2.6</c:v>
                </c:pt>
                <c:pt idx="60">
                  <c:v>2.58</c:v>
                </c:pt>
                <c:pt idx="61">
                  <c:v>2.58</c:v>
                </c:pt>
                <c:pt idx="62">
                  <c:v>2.56</c:v>
                </c:pt>
                <c:pt idx="63">
                  <c:v>2.57</c:v>
                </c:pt>
                <c:pt idx="64">
                  <c:v>2.55</c:v>
                </c:pt>
                <c:pt idx="65">
                  <c:v>2.53</c:v>
                </c:pt>
                <c:pt idx="66">
                  <c:v>2.52</c:v>
                </c:pt>
                <c:pt idx="67">
                  <c:v>2.52</c:v>
                </c:pt>
                <c:pt idx="68">
                  <c:v>2.5</c:v>
                </c:pt>
                <c:pt idx="69">
                  <c:v>2.49</c:v>
                </c:pt>
                <c:pt idx="70">
                  <c:v>2.46</c:v>
                </c:pt>
                <c:pt idx="71">
                  <c:v>2.48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s3</c:v>
                </c:pt>
              </c:strCache>
            </c:strRef>
          </c:tx>
          <c:spPr>
            <a:solidFill>
              <a:srgbClr val="3B7F76"/>
            </a:solidFill>
            <a:ln w="9525" cap="flat">
              <a:solidFill>
                <a:srgbClr val="3B7F7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B7F76"/>
              </a:solidFill>
              <a:ln w="9525" cap="flat">
                <a:solidFill>
                  <a:srgbClr val="3B7F7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Sheet1!$A$2:$A$73</c:f>
              <c:multiLvlStrCache>
                <c:ptCount val="7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</c:lvl>
              </c:multiLvlStrCache>
            </c:multiLvlStrRef>
          </c:cat>
          <c:val>
            <c:numRef>
              <c:f>Sheet1!$E$2:$E$73</c:f>
              <c:numCache>
                <c:formatCode>General</c:formatCode>
                <c:ptCount val="72"/>
                <c:pt idx="0">
                  <c:v>1.55</c:v>
                </c:pt>
                <c:pt idx="1">
                  <c:v>1.55</c:v>
                </c:pt>
                <c:pt idx="2">
                  <c:v>1.58</c:v>
                </c:pt>
                <c:pt idx="3">
                  <c:v>1.55</c:v>
                </c:pt>
                <c:pt idx="4">
                  <c:v>1.55</c:v>
                </c:pt>
                <c:pt idx="5">
                  <c:v>1.55</c:v>
                </c:pt>
                <c:pt idx="6">
                  <c:v>1.55</c:v>
                </c:pt>
                <c:pt idx="7">
                  <c:v>1.55</c:v>
                </c:pt>
                <c:pt idx="8">
                  <c:v>1.52</c:v>
                </c:pt>
                <c:pt idx="9">
                  <c:v>1.53</c:v>
                </c:pt>
                <c:pt idx="10">
                  <c:v>1.51</c:v>
                </c:pt>
                <c:pt idx="11">
                  <c:v>1.49</c:v>
                </c:pt>
                <c:pt idx="12">
                  <c:v>1.48</c:v>
                </c:pt>
                <c:pt idx="13">
                  <c:v>1.46</c:v>
                </c:pt>
                <c:pt idx="14">
                  <c:v>1.46</c:v>
                </c:pt>
                <c:pt idx="15">
                  <c:v>1.49</c:v>
                </c:pt>
                <c:pt idx="16">
                  <c:v>1.51</c:v>
                </c:pt>
                <c:pt idx="17">
                  <c:v>1.52</c:v>
                </c:pt>
                <c:pt idx="18">
                  <c:v>1.58</c:v>
                </c:pt>
                <c:pt idx="19">
                  <c:v>1.58</c:v>
                </c:pt>
                <c:pt idx="20">
                  <c:v>1.58</c:v>
                </c:pt>
                <c:pt idx="21">
                  <c:v>1.61</c:v>
                </c:pt>
                <c:pt idx="22">
                  <c:v>1.61</c:v>
                </c:pt>
                <c:pt idx="23">
                  <c:v>1.6</c:v>
                </c:pt>
                <c:pt idx="24">
                  <c:v>1.58</c:v>
                </c:pt>
                <c:pt idx="25">
                  <c:v>1.58</c:v>
                </c:pt>
                <c:pt idx="26">
                  <c:v>1.6</c:v>
                </c:pt>
                <c:pt idx="27">
                  <c:v>1.58</c:v>
                </c:pt>
                <c:pt idx="28">
                  <c:v>1.55</c:v>
                </c:pt>
                <c:pt idx="29">
                  <c:v>1.58</c:v>
                </c:pt>
                <c:pt idx="30">
                  <c:v>1.58</c:v>
                </c:pt>
                <c:pt idx="31">
                  <c:v>1.58</c:v>
                </c:pt>
                <c:pt idx="32">
                  <c:v>1.51</c:v>
                </c:pt>
                <c:pt idx="33">
                  <c:v>1.48</c:v>
                </c:pt>
                <c:pt idx="34">
                  <c:v>1.46</c:v>
                </c:pt>
                <c:pt idx="35">
                  <c:v>1.42</c:v>
                </c:pt>
                <c:pt idx="36">
                  <c:v>1.44</c:v>
                </c:pt>
                <c:pt idx="37">
                  <c:v>1.38</c:v>
                </c:pt>
                <c:pt idx="38">
                  <c:v>1.42</c:v>
                </c:pt>
                <c:pt idx="39">
                  <c:v>1.42</c:v>
                </c:pt>
                <c:pt idx="40">
                  <c:v>1.46</c:v>
                </c:pt>
                <c:pt idx="41">
                  <c:v>1.48</c:v>
                </c:pt>
                <c:pt idx="42">
                  <c:v>1.51</c:v>
                </c:pt>
                <c:pt idx="43">
                  <c:v>1.51</c:v>
                </c:pt>
                <c:pt idx="44">
                  <c:v>1.52</c:v>
                </c:pt>
                <c:pt idx="45">
                  <c:v>1.55</c:v>
                </c:pt>
                <c:pt idx="46">
                  <c:v>1.58</c:v>
                </c:pt>
                <c:pt idx="47">
                  <c:v>1.6</c:v>
                </c:pt>
                <c:pt idx="48">
                  <c:v>1.55</c:v>
                </c:pt>
                <c:pt idx="49">
                  <c:v>1.55</c:v>
                </c:pt>
                <c:pt idx="50">
                  <c:v>1.55</c:v>
                </c:pt>
                <c:pt idx="51">
                  <c:v>1.55</c:v>
                </c:pt>
                <c:pt idx="52">
                  <c:v>1.55</c:v>
                </c:pt>
                <c:pt idx="53">
                  <c:v>1.55</c:v>
                </c:pt>
                <c:pt idx="54">
                  <c:v>1.55</c:v>
                </c:pt>
                <c:pt idx="55">
                  <c:v>1.52</c:v>
                </c:pt>
                <c:pt idx="56">
                  <c:v>1.51</c:v>
                </c:pt>
                <c:pt idx="57">
                  <c:v>1.46</c:v>
                </c:pt>
                <c:pt idx="58">
                  <c:v>1.46</c:v>
                </c:pt>
                <c:pt idx="59">
                  <c:v>1.44</c:v>
                </c:pt>
                <c:pt idx="60">
                  <c:v>1.46</c:v>
                </c:pt>
                <c:pt idx="61">
                  <c:v>1.44</c:v>
                </c:pt>
                <c:pt idx="62">
                  <c:v>1.49</c:v>
                </c:pt>
                <c:pt idx="63">
                  <c:v>1.46</c:v>
                </c:pt>
                <c:pt idx="64">
                  <c:v>1.51</c:v>
                </c:pt>
                <c:pt idx="65">
                  <c:v>1.52</c:v>
                </c:pt>
                <c:pt idx="66">
                  <c:v>1.52</c:v>
                </c:pt>
                <c:pt idx="67">
                  <c:v>1.55</c:v>
                </c:pt>
                <c:pt idx="68">
                  <c:v>1.58</c:v>
                </c:pt>
                <c:pt idx="69">
                  <c:v>1.6</c:v>
                </c:pt>
                <c:pt idx="70">
                  <c:v>1.66</c:v>
                </c:pt>
                <c:pt idx="71">
                  <c:v>1.63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s4</c:v>
                </c:pt>
              </c:strCache>
            </c:strRef>
          </c:tx>
          <c:spPr>
            <a:solidFill>
              <a:srgbClr val="B5DDD7"/>
            </a:solidFill>
            <a:ln w="9525" cap="flat">
              <a:solidFill>
                <a:srgbClr val="B5DDD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5DDD7"/>
              </a:solidFill>
              <a:ln w="9525" cap="flat">
                <a:solidFill>
                  <a:srgbClr val="B5DDD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Sheet1!$A$2:$A$73</c:f>
              <c:multiLvlStrCache>
                <c:ptCount val="7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</c:lvl>
              </c:multiLvlStrCache>
            </c:multiLvlStrRef>
          </c:cat>
          <c:val>
            <c:numRef>
              <c:f>Sheet1!$F$2:$F$73</c:f>
              <c:numCache>
                <c:formatCode>General</c:formatCode>
                <c:ptCount val="72"/>
                <c:pt idx="0">
                  <c:v>0.34</c:v>
                </c:pt>
                <c:pt idx="1">
                  <c:v>0.25</c:v>
                </c:pt>
                <c:pt idx="2">
                  <c:v>0.22</c:v>
                </c:pt>
                <c:pt idx="3">
                  <c:v>0.34</c:v>
                </c:pt>
                <c:pt idx="4">
                  <c:v>0.28</c:v>
                </c:pt>
                <c:pt idx="5">
                  <c:v>0.28</c:v>
                </c:pt>
                <c:pt idx="6">
                  <c:v>0.28</c:v>
                </c:pt>
                <c:pt idx="7">
                  <c:v>0.22</c:v>
                </c:pt>
                <c:pt idx="8">
                  <c:v>0.36</c:v>
                </c:pt>
                <c:pt idx="9">
                  <c:v>0.44</c:v>
                </c:pt>
                <c:pt idx="10">
                  <c:v>0.47</c:v>
                </c:pt>
                <c:pt idx="11">
                  <c:v>0.5</c:v>
                </c:pt>
                <c:pt idx="12">
                  <c:v>0.47</c:v>
                </c:pt>
                <c:pt idx="13">
                  <c:v>0.47</c:v>
                </c:pt>
                <c:pt idx="14">
                  <c:v>0.41</c:v>
                </c:pt>
                <c:pt idx="15">
                  <c:v>0.39</c:v>
                </c:pt>
                <c:pt idx="16">
                  <c:v>0.39</c:v>
                </c:pt>
                <c:pt idx="17">
                  <c:v>0.34</c:v>
                </c:pt>
                <c:pt idx="18">
                  <c:v>0.36</c:v>
                </c:pt>
                <c:pt idx="19">
                  <c:v>0.31</c:v>
                </c:pt>
                <c:pt idx="20">
                  <c:v>0.36</c:v>
                </c:pt>
                <c:pt idx="21">
                  <c:v>0.28</c:v>
                </c:pt>
                <c:pt idx="22">
                  <c:v>0.41</c:v>
                </c:pt>
                <c:pt idx="23">
                  <c:v>0.36</c:v>
                </c:pt>
                <c:pt idx="24">
                  <c:v>0.28</c:v>
                </c:pt>
                <c:pt idx="25">
                  <c:v>0.36</c:v>
                </c:pt>
                <c:pt idx="26">
                  <c:v>0.31</c:v>
                </c:pt>
                <c:pt idx="27">
                  <c:v>0.28</c:v>
                </c:pt>
                <c:pt idx="28">
                  <c:v>0.28</c:v>
                </c:pt>
                <c:pt idx="29">
                  <c:v>0.36</c:v>
                </c:pt>
                <c:pt idx="30">
                  <c:v>0.25</c:v>
                </c:pt>
                <c:pt idx="31">
                  <c:v>0.31</c:v>
                </c:pt>
                <c:pt idx="32">
                  <c:v>0.34</c:v>
                </c:pt>
                <c:pt idx="33">
                  <c:v>0.47</c:v>
                </c:pt>
                <c:pt idx="34">
                  <c:v>0.47</c:v>
                </c:pt>
                <c:pt idx="35">
                  <c:v>0.53</c:v>
                </c:pt>
                <c:pt idx="36">
                  <c:v>0.47</c:v>
                </c:pt>
                <c:pt idx="37">
                  <c:v>0.44</c:v>
                </c:pt>
                <c:pt idx="38">
                  <c:v>0.39</c:v>
                </c:pt>
                <c:pt idx="39">
                  <c:v>0.39</c:v>
                </c:pt>
                <c:pt idx="40">
                  <c:v>0.36</c:v>
                </c:pt>
                <c:pt idx="41">
                  <c:v>0.31</c:v>
                </c:pt>
                <c:pt idx="42">
                  <c:v>0.22</c:v>
                </c:pt>
                <c:pt idx="43">
                  <c:v>0.17</c:v>
                </c:pt>
                <c:pt idx="44">
                  <c:v>0.17</c:v>
                </c:pt>
                <c:pt idx="45">
                  <c:v>0.17</c:v>
                </c:pt>
                <c:pt idx="46">
                  <c:v>0.17</c:v>
                </c:pt>
                <c:pt idx="47">
                  <c:v>0.22</c:v>
                </c:pt>
                <c:pt idx="48">
                  <c:v>0.41</c:v>
                </c:pt>
                <c:pt idx="49">
                  <c:v>0.34</c:v>
                </c:pt>
                <c:pt idx="50">
                  <c:v>0.36</c:v>
                </c:pt>
                <c:pt idx="51">
                  <c:v>0.39</c:v>
                </c:pt>
                <c:pt idx="52">
                  <c:v>0.39</c:v>
                </c:pt>
                <c:pt idx="53">
                  <c:v>0.39</c:v>
                </c:pt>
                <c:pt idx="54">
                  <c:v>0.36</c:v>
                </c:pt>
                <c:pt idx="55">
                  <c:v>0.25</c:v>
                </c:pt>
                <c:pt idx="56">
                  <c:v>0.5</c:v>
                </c:pt>
                <c:pt idx="57">
                  <c:v>0.47</c:v>
                </c:pt>
                <c:pt idx="58">
                  <c:v>0.5</c:v>
                </c:pt>
                <c:pt idx="59">
                  <c:v>0.39</c:v>
                </c:pt>
                <c:pt idx="60">
                  <c:v>0.41</c:v>
                </c:pt>
                <c:pt idx="61">
                  <c:v>0.5</c:v>
                </c:pt>
                <c:pt idx="62">
                  <c:v>0.36</c:v>
                </c:pt>
                <c:pt idx="63">
                  <c:v>0.39</c:v>
                </c:pt>
                <c:pt idx="64">
                  <c:v>0.36</c:v>
                </c:pt>
                <c:pt idx="65">
                  <c:v>0.41</c:v>
                </c:pt>
                <c:pt idx="66">
                  <c:v>0.2</c:v>
                </c:pt>
                <c:pt idx="67">
                  <c:v>0.2</c:v>
                </c:pt>
                <c:pt idx="68">
                  <c:v>0.08</c:v>
                </c:pt>
                <c:pt idx="69">
                  <c:v>0</c:v>
                </c:pt>
                <c:pt idx="70">
                  <c:v>0</c:v>
                </c:pt>
                <c:pt idx="71">
                  <c:v>0.08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4"/>
          <c:w val="0.96"/>
          <c:h val="0.9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9AA5B1"/>
            </a:solidFill>
            <a:ln w="12700" cap="flat">
              <a:solidFill>
                <a:srgbClr val="9AA5B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</c:lvl>
              </c:multiLvlStrCache>
            </c:multiLvlStrRef>
          </c:cat>
          <c:val>
            <c:numRef>
              <c:f>Sheet1!$B$2:$B$97</c:f>
              <c:numCache>
                <c:formatCode>General</c:formatCode>
                <c:ptCount val="9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0.02</c:v>
                </c:pt>
                <c:pt idx="7">
                  <c:v>0.17</c:v>
                </c:pt>
                <c:pt idx="8">
                  <c:v>0.41</c:v>
                </c:pt>
                <c:pt idx="9">
                  <c:v>0.64</c:v>
                </c:pt>
                <c:pt idx="10">
                  <c:v>0.82</c:v>
                </c:pt>
                <c:pt idx="11">
                  <c:v>0.93</c:v>
                </c:pt>
                <c:pt idx="12">
                  <c:v>0.97</c:v>
                </c:pt>
                <c:pt idx="13">
                  <c:v>0.93</c:v>
                </c:pt>
                <c:pt idx="14">
                  <c:v>0.73</c:v>
                </c:pt>
                <c:pt idx="15">
                  <c:v>0.59</c:v>
                </c:pt>
                <c:pt idx="16">
                  <c:v>0.31</c:v>
                </c:pt>
                <c:pt idx="17">
                  <c:v>0.15</c:v>
                </c:pt>
                <c:pt idx="18">
                  <c:v>0.02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0.03</c:v>
                </c:pt>
                <c:pt idx="31">
                  <c:v>0.16</c:v>
                </c:pt>
                <c:pt idx="32">
                  <c:v>0.41</c:v>
                </c:pt>
                <c:pt idx="33">
                  <c:v>0.57</c:v>
                </c:pt>
                <c:pt idx="34">
                  <c:v>0.78</c:v>
                </c:pt>
                <c:pt idx="35">
                  <c:v>0.97</c:v>
                </c:pt>
                <c:pt idx="36">
                  <c:v>0.89</c:v>
                </c:pt>
                <c:pt idx="37">
                  <c:v>0.96</c:v>
                </c:pt>
                <c:pt idx="38">
                  <c:v>0.79</c:v>
                </c:pt>
                <c:pt idx="39">
                  <c:v>0.47</c:v>
                </c:pt>
                <c:pt idx="40">
                  <c:v>0.3</c:v>
                </c:pt>
                <c:pt idx="41">
                  <c:v>0.17</c:v>
                </c:pt>
                <c:pt idx="42">
                  <c:v>0.03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0.02</c:v>
                </c:pt>
                <c:pt idx="55">
                  <c:v>0.14</c:v>
                </c:pt>
                <c:pt idx="56">
                  <c:v>0.36</c:v>
                </c:pt>
                <c:pt idx="57">
                  <c:v>0.32</c:v>
                </c:pt>
                <c:pt idx="58">
                  <c:v>0.26</c:v>
                </c:pt>
                <c:pt idx="59">
                  <c:v>0.35</c:v>
                </c:pt>
                <c:pt idx="60">
                  <c:v>0.39</c:v>
                </c:pt>
                <c:pt idx="61">
                  <c:v>0.33</c:v>
                </c:pt>
                <c:pt idx="62">
                  <c:v>0.29</c:v>
                </c:pt>
                <c:pt idx="63">
                  <c:v>0.35</c:v>
                </c:pt>
                <c:pt idx="64">
                  <c:v>0.24</c:v>
                </c:pt>
                <c:pt idx="65">
                  <c:v>0.06</c:v>
                </c:pt>
                <c:pt idx="66">
                  <c:v>0.02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0.01</c:v>
                </c:pt>
                <c:pt idx="79">
                  <c:v>0.04</c:v>
                </c:pt>
                <c:pt idx="80">
                  <c:v>0.11</c:v>
                </c:pt>
                <c:pt idx="81">
                  <c:v>0.32</c:v>
                </c:pt>
                <c:pt idx="82">
                  <c:v>0.21</c:v>
                </c:pt>
                <c:pt idx="83">
                  <c:v>0.24</c:v>
                </c:pt>
                <c:pt idx="84">
                  <c:v>0.24</c:v>
                </c:pt>
                <c:pt idx="85">
                  <c:v>0.27</c:v>
                </c:pt>
                <c:pt idx="86">
                  <c:v>0.39</c:v>
                </c:pt>
                <c:pt idx="87">
                  <c:v>0.32</c:v>
                </c:pt>
                <c:pt idx="88">
                  <c:v>0.26</c:v>
                </c:pt>
                <c:pt idx="89">
                  <c:v>0.1</c:v>
                </c:pt>
                <c:pt idx="90">
                  <c:v>0.02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2A9D8F"/>
            </a:solidFill>
            <a:ln w="12700" cap="flat">
              <a:solidFill>
                <a:srgbClr val="2A9D8F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</c:lvl>
              </c:multiLvlStrCache>
            </c:multiLvlStrRef>
          </c:cat>
          <c:val>
            <c:numRef>
              <c:f>Sheet1!$C$2:$C$97</c:f>
              <c:numCache>
                <c:formatCode>General</c:formatCode>
                <c:ptCount val="9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0.03</c:v>
                </c:pt>
                <c:pt idx="7">
                  <c:v>0.16</c:v>
                </c:pt>
                <c:pt idx="8">
                  <c:v>0.41</c:v>
                </c:pt>
                <c:pt idx="9">
                  <c:v>0.57</c:v>
                </c:pt>
                <c:pt idx="10">
                  <c:v>0.78</c:v>
                </c:pt>
                <c:pt idx="11">
                  <c:v>0.97</c:v>
                </c:pt>
                <c:pt idx="12">
                  <c:v>0.89</c:v>
                </c:pt>
                <c:pt idx="13">
                  <c:v>0.96</c:v>
                </c:pt>
                <c:pt idx="14">
                  <c:v>0.79</c:v>
                </c:pt>
                <c:pt idx="15">
                  <c:v>0.47</c:v>
                </c:pt>
                <c:pt idx="16">
                  <c:v>0.3</c:v>
                </c:pt>
                <c:pt idx="17">
                  <c:v>0.17</c:v>
                </c:pt>
                <c:pt idx="18">
                  <c:v>0.03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0.02</c:v>
                </c:pt>
                <c:pt idx="31">
                  <c:v>0.14</c:v>
                </c:pt>
                <c:pt idx="32">
                  <c:v>0.36</c:v>
                </c:pt>
                <c:pt idx="33">
                  <c:v>0.32</c:v>
                </c:pt>
                <c:pt idx="34">
                  <c:v>0.26</c:v>
                </c:pt>
                <c:pt idx="35">
                  <c:v>0.35</c:v>
                </c:pt>
                <c:pt idx="36">
                  <c:v>0.39</c:v>
                </c:pt>
                <c:pt idx="37">
                  <c:v>0.33</c:v>
                </c:pt>
                <c:pt idx="38">
                  <c:v>0.29</c:v>
                </c:pt>
                <c:pt idx="39">
                  <c:v>0.35</c:v>
                </c:pt>
                <c:pt idx="40">
                  <c:v>0.24</c:v>
                </c:pt>
                <c:pt idx="41">
                  <c:v>0.06</c:v>
                </c:pt>
                <c:pt idx="42">
                  <c:v>0.02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0.01</c:v>
                </c:pt>
                <c:pt idx="55">
                  <c:v>0.04</c:v>
                </c:pt>
                <c:pt idx="56">
                  <c:v>0.11</c:v>
                </c:pt>
                <c:pt idx="57">
                  <c:v>0.32</c:v>
                </c:pt>
                <c:pt idx="58">
                  <c:v>0.21</c:v>
                </c:pt>
                <c:pt idx="59">
                  <c:v>0.24</c:v>
                </c:pt>
                <c:pt idx="60">
                  <c:v>0.24</c:v>
                </c:pt>
                <c:pt idx="61">
                  <c:v>0.27</c:v>
                </c:pt>
                <c:pt idx="62">
                  <c:v>0.39</c:v>
                </c:pt>
                <c:pt idx="63">
                  <c:v>0.32</c:v>
                </c:pt>
                <c:pt idx="64">
                  <c:v>0.26</c:v>
                </c:pt>
                <c:pt idx="65">
                  <c:v>0.1</c:v>
                </c:pt>
                <c:pt idx="66">
                  <c:v>0.02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0.03</c:v>
                </c:pt>
                <c:pt idx="79">
                  <c:v>0.18</c:v>
                </c:pt>
                <c:pt idx="80">
                  <c:v>0.39</c:v>
                </c:pt>
                <c:pt idx="81">
                  <c:v>0.61</c:v>
                </c:pt>
                <c:pt idx="82">
                  <c:v>0.6</c:v>
                </c:pt>
                <c:pt idx="83">
                  <c:v>0.93</c:v>
                </c:pt>
                <c:pt idx="84">
                  <c:v>0.85</c:v>
                </c:pt>
                <c:pt idx="85">
                  <c:v>0.71</c:v>
                </c:pt>
                <c:pt idx="86">
                  <c:v>0.53</c:v>
                </c:pt>
                <c:pt idx="87">
                  <c:v>0.55</c:v>
                </c:pt>
                <c:pt idx="88">
                  <c:v>0.27</c:v>
                </c:pt>
                <c:pt idx="89">
                  <c:v>0.13</c:v>
                </c:pt>
                <c:pt idx="90">
                  <c:v>0.02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4"/>
          <c:w val="0.96"/>
          <c:h val="0.9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E89B0C"/>
            </a:solidFill>
            <a:ln w="9525" cap="flat">
              <a:solidFill>
                <a:srgbClr val="E89B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9B0C"/>
              </a:solidFill>
              <a:ln w="9525" cap="flat">
                <a:solidFill>
                  <a:srgbClr val="E89B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Sheet1!$A$2:$A$193</c:f>
              <c:multiLvlStrCache>
                <c:ptCount val="19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</c:lvl>
              </c:multiLvlStrCache>
            </c:multiLvlStrRef>
          </c:cat>
          <c:val>
            <c:numRef>
              <c:f>Sheet1!$B$2:$B$193</c:f>
              <c:numCache>
                <c:formatCode>General</c:formatCode>
                <c:ptCount val="19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5.12</c:v>
                </c:pt>
                <c:pt idx="8">
                  <c:v>5.29</c:v>
                </c:pt>
                <c:pt idx="9">
                  <c:v>5.38</c:v>
                </c:pt>
                <c:pt idx="10">
                  <c:v>5.38</c:v>
                </c:pt>
                <c:pt idx="11">
                  <c:v>5.45</c:v>
                </c:pt>
                <c:pt idx="12">
                  <c:v>5.5</c:v>
                </c:pt>
                <c:pt idx="13">
                  <c:v>5.44</c:v>
                </c:pt>
                <c:pt idx="14">
                  <c:v>5.42</c:v>
                </c:pt>
                <c:pt idx="15">
                  <c:v>5.41</c:v>
                </c:pt>
                <c:pt idx="16">
                  <c:v>5.22</c:v>
                </c:pt>
                <c:pt idx="17">
                  <c:v>5.06</c:v>
                </c:pt>
                <c:pt idx="18">
                  <c:v>5.01</c:v>
                </c:pt>
                <c:pt idx="19">
                  <c:v>5</c:v>
                </c:pt>
                <c:pt idx="20">
                  <c:v>5</c:v>
                </c:pt>
                <c:pt idx="21">
                  <c:v>5</c:v>
                </c:pt>
                <c:pt idx="22">
                  <c:v>5</c:v>
                </c:pt>
                <c:pt idx="23">
                  <c:v>5</c:v>
                </c:pt>
                <c:pt idx="24">
                  <c:v>5</c:v>
                </c:pt>
                <c:pt idx="25">
                  <c:v>5</c:v>
                </c:pt>
                <c:pt idx="26">
                  <c:v>5</c:v>
                </c:pt>
                <c:pt idx="27">
                  <c:v>5</c:v>
                </c:pt>
                <c:pt idx="28">
                  <c:v>5</c:v>
                </c:pt>
                <c:pt idx="29">
                  <c:v>5</c:v>
                </c:pt>
                <c:pt idx="30">
                  <c:v>5</c:v>
                </c:pt>
                <c:pt idx="31">
                  <c:v>5.08</c:v>
                </c:pt>
                <c:pt idx="32">
                  <c:v>5.25</c:v>
                </c:pt>
                <c:pt idx="33">
                  <c:v>5.43</c:v>
                </c:pt>
                <c:pt idx="34">
                  <c:v>5.35</c:v>
                </c:pt>
                <c:pt idx="35">
                  <c:v>5.29</c:v>
                </c:pt>
                <c:pt idx="36">
                  <c:v>5.32</c:v>
                </c:pt>
                <c:pt idx="37">
                  <c:v>5.41</c:v>
                </c:pt>
                <c:pt idx="38">
                  <c:v>5.54</c:v>
                </c:pt>
                <c:pt idx="39">
                  <c:v>5.43</c:v>
                </c:pt>
                <c:pt idx="40">
                  <c:v>5.25</c:v>
                </c:pt>
                <c:pt idx="41">
                  <c:v>5.08</c:v>
                </c:pt>
                <c:pt idx="42">
                  <c:v>5</c:v>
                </c:pt>
                <c:pt idx="43">
                  <c:v>5</c:v>
                </c:pt>
                <c:pt idx="44">
                  <c:v>5</c:v>
                </c:pt>
                <c:pt idx="45">
                  <c:v>5</c:v>
                </c:pt>
                <c:pt idx="46">
                  <c:v>5</c:v>
                </c:pt>
                <c:pt idx="47">
                  <c:v>5</c:v>
                </c:pt>
                <c:pt idx="48">
                  <c:v>5</c:v>
                </c:pt>
                <c:pt idx="49">
                  <c:v>5</c:v>
                </c:pt>
                <c:pt idx="50">
                  <c:v>5</c:v>
                </c:pt>
                <c:pt idx="51">
                  <c:v>5</c:v>
                </c:pt>
                <c:pt idx="52">
                  <c:v>5</c:v>
                </c:pt>
                <c:pt idx="53">
                  <c:v>5</c:v>
                </c:pt>
                <c:pt idx="54">
                  <c:v>5</c:v>
                </c:pt>
                <c:pt idx="55">
                  <c:v>5.15</c:v>
                </c:pt>
                <c:pt idx="56">
                  <c:v>5.37</c:v>
                </c:pt>
                <c:pt idx="57">
                  <c:v>5.56</c:v>
                </c:pt>
                <c:pt idx="58">
                  <c:v>5.71</c:v>
                </c:pt>
                <c:pt idx="59">
                  <c:v>5.79</c:v>
                </c:pt>
                <c:pt idx="60">
                  <c:v>5.8</c:v>
                </c:pt>
                <c:pt idx="61">
                  <c:v>5.77</c:v>
                </c:pt>
                <c:pt idx="62">
                  <c:v>5.68</c:v>
                </c:pt>
                <c:pt idx="63">
                  <c:v>5.53</c:v>
                </c:pt>
                <c:pt idx="64">
                  <c:v>5.33</c:v>
                </c:pt>
                <c:pt idx="65">
                  <c:v>5.11</c:v>
                </c:pt>
                <c:pt idx="66">
                  <c:v>5.01</c:v>
                </c:pt>
                <c:pt idx="67">
                  <c:v>5</c:v>
                </c:pt>
                <c:pt idx="68">
                  <c:v>5</c:v>
                </c:pt>
                <c:pt idx="69">
                  <c:v>5</c:v>
                </c:pt>
                <c:pt idx="70">
                  <c:v>5</c:v>
                </c:pt>
                <c:pt idx="71">
                  <c:v>5</c:v>
                </c:pt>
                <c:pt idx="72">
                  <c:v>5</c:v>
                </c:pt>
                <c:pt idx="73">
                  <c:v>5</c:v>
                </c:pt>
                <c:pt idx="74">
                  <c:v>5</c:v>
                </c:pt>
                <c:pt idx="75">
                  <c:v>5</c:v>
                </c:pt>
                <c:pt idx="76">
                  <c:v>5</c:v>
                </c:pt>
                <c:pt idx="77">
                  <c:v>5</c:v>
                </c:pt>
                <c:pt idx="78">
                  <c:v>5</c:v>
                </c:pt>
                <c:pt idx="79">
                  <c:v>5.16</c:v>
                </c:pt>
                <c:pt idx="80">
                  <c:v>5.37</c:v>
                </c:pt>
                <c:pt idx="81">
                  <c:v>5.57</c:v>
                </c:pt>
                <c:pt idx="82">
                  <c:v>5.7</c:v>
                </c:pt>
                <c:pt idx="83">
                  <c:v>5.78</c:v>
                </c:pt>
                <c:pt idx="84">
                  <c:v>5.78</c:v>
                </c:pt>
                <c:pt idx="85">
                  <c:v>5.72</c:v>
                </c:pt>
                <c:pt idx="86">
                  <c:v>5.6</c:v>
                </c:pt>
                <c:pt idx="87">
                  <c:v>5.43</c:v>
                </c:pt>
                <c:pt idx="88">
                  <c:v>5.23</c:v>
                </c:pt>
                <c:pt idx="89">
                  <c:v>5.09</c:v>
                </c:pt>
                <c:pt idx="90">
                  <c:v>5.01</c:v>
                </c:pt>
                <c:pt idx="91">
                  <c:v>5</c:v>
                </c:pt>
                <c:pt idx="92">
                  <c:v>5</c:v>
                </c:pt>
                <c:pt idx="93">
                  <c:v>5</c:v>
                </c:pt>
                <c:pt idx="94">
                  <c:v>5</c:v>
                </c:pt>
                <c:pt idx="95">
                  <c:v>5</c:v>
                </c:pt>
                <c:pt idx="96">
                  <c:v>5</c:v>
                </c:pt>
                <c:pt idx="97">
                  <c:v>5</c:v>
                </c:pt>
                <c:pt idx="98">
                  <c:v>5</c:v>
                </c:pt>
                <c:pt idx="99">
                  <c:v>5</c:v>
                </c:pt>
                <c:pt idx="100">
                  <c:v>5</c:v>
                </c:pt>
                <c:pt idx="101">
                  <c:v>5</c:v>
                </c:pt>
                <c:pt idx="102">
                  <c:v>5</c:v>
                </c:pt>
                <c:pt idx="103">
                  <c:v>5.16</c:v>
                </c:pt>
                <c:pt idx="104">
                  <c:v>5.34</c:v>
                </c:pt>
                <c:pt idx="105">
                  <c:v>5.52</c:v>
                </c:pt>
                <c:pt idx="106">
                  <c:v>5.68</c:v>
                </c:pt>
                <c:pt idx="107">
                  <c:v>5.76</c:v>
                </c:pt>
                <c:pt idx="108">
                  <c:v>5.76</c:v>
                </c:pt>
                <c:pt idx="109">
                  <c:v>5.74</c:v>
                </c:pt>
                <c:pt idx="110">
                  <c:v>5.58</c:v>
                </c:pt>
                <c:pt idx="111">
                  <c:v>5.36</c:v>
                </c:pt>
                <c:pt idx="112">
                  <c:v>5.23</c:v>
                </c:pt>
                <c:pt idx="113">
                  <c:v>5.1</c:v>
                </c:pt>
                <c:pt idx="114">
                  <c:v>5.01</c:v>
                </c:pt>
                <c:pt idx="115">
                  <c:v>5</c:v>
                </c:pt>
                <c:pt idx="116">
                  <c:v>5</c:v>
                </c:pt>
                <c:pt idx="117">
                  <c:v>5</c:v>
                </c:pt>
                <c:pt idx="118">
                  <c:v>5</c:v>
                </c:pt>
                <c:pt idx="119">
                  <c:v>5</c:v>
                </c:pt>
                <c:pt idx="120">
                  <c:v>5</c:v>
                </c:pt>
                <c:pt idx="121">
                  <c:v>5</c:v>
                </c:pt>
                <c:pt idx="122">
                  <c:v>5</c:v>
                </c:pt>
                <c:pt idx="123">
                  <c:v>5</c:v>
                </c:pt>
                <c:pt idx="124">
                  <c:v>5</c:v>
                </c:pt>
                <c:pt idx="125">
                  <c:v>5</c:v>
                </c:pt>
                <c:pt idx="126">
                  <c:v>5</c:v>
                </c:pt>
                <c:pt idx="127">
                  <c:v>5.16</c:v>
                </c:pt>
                <c:pt idx="128">
                  <c:v>5.25</c:v>
                </c:pt>
                <c:pt idx="129">
                  <c:v>5.23</c:v>
                </c:pt>
                <c:pt idx="130">
                  <c:v>5.24</c:v>
                </c:pt>
                <c:pt idx="131">
                  <c:v>5.3</c:v>
                </c:pt>
                <c:pt idx="132">
                  <c:v>5.29</c:v>
                </c:pt>
                <c:pt idx="133">
                  <c:v>5.25</c:v>
                </c:pt>
                <c:pt idx="134">
                  <c:v>5.26</c:v>
                </c:pt>
                <c:pt idx="135">
                  <c:v>5.25</c:v>
                </c:pt>
                <c:pt idx="136">
                  <c:v>5.13</c:v>
                </c:pt>
                <c:pt idx="137">
                  <c:v>5.03</c:v>
                </c:pt>
                <c:pt idx="138">
                  <c:v>5</c:v>
                </c:pt>
                <c:pt idx="139">
                  <c:v>5</c:v>
                </c:pt>
                <c:pt idx="140">
                  <c:v>5</c:v>
                </c:pt>
                <c:pt idx="141">
                  <c:v>5</c:v>
                </c:pt>
                <c:pt idx="142">
                  <c:v>5</c:v>
                </c:pt>
                <c:pt idx="143">
                  <c:v>5</c:v>
                </c:pt>
                <c:pt idx="144">
                  <c:v>5</c:v>
                </c:pt>
                <c:pt idx="145">
                  <c:v>5</c:v>
                </c:pt>
                <c:pt idx="146">
                  <c:v>5</c:v>
                </c:pt>
                <c:pt idx="147">
                  <c:v>5</c:v>
                </c:pt>
                <c:pt idx="148">
                  <c:v>5</c:v>
                </c:pt>
                <c:pt idx="149">
                  <c:v>5</c:v>
                </c:pt>
                <c:pt idx="150">
                  <c:v>5</c:v>
                </c:pt>
                <c:pt idx="151">
                  <c:v>5.06</c:v>
                </c:pt>
                <c:pt idx="152">
                  <c:v>5.17</c:v>
                </c:pt>
                <c:pt idx="153">
                  <c:v>5.22</c:v>
                </c:pt>
                <c:pt idx="154">
                  <c:v>5.19</c:v>
                </c:pt>
                <c:pt idx="155">
                  <c:v>5.2</c:v>
                </c:pt>
                <c:pt idx="156">
                  <c:v>5.22</c:v>
                </c:pt>
                <c:pt idx="157">
                  <c:v>5.27</c:v>
                </c:pt>
                <c:pt idx="158">
                  <c:v>5.3</c:v>
                </c:pt>
                <c:pt idx="159">
                  <c:v>5.24</c:v>
                </c:pt>
                <c:pt idx="160">
                  <c:v>5.16</c:v>
                </c:pt>
                <c:pt idx="161">
                  <c:v>5.05</c:v>
                </c:pt>
                <c:pt idx="162">
                  <c:v>5</c:v>
                </c:pt>
                <c:pt idx="163">
                  <c:v>5</c:v>
                </c:pt>
                <c:pt idx="164">
                  <c:v>5</c:v>
                </c:pt>
                <c:pt idx="165">
                  <c:v>5</c:v>
                </c:pt>
                <c:pt idx="166">
                  <c:v>5</c:v>
                </c:pt>
                <c:pt idx="167">
                  <c:v>5</c:v>
                </c:pt>
                <c:pt idx="168">
                  <c:v>5</c:v>
                </c:pt>
                <c:pt idx="169">
                  <c:v>5</c:v>
                </c:pt>
                <c:pt idx="170">
                  <c:v>5</c:v>
                </c:pt>
                <c:pt idx="171">
                  <c:v>5</c:v>
                </c:pt>
                <c:pt idx="172">
                  <c:v>5</c:v>
                </c:pt>
                <c:pt idx="173">
                  <c:v>5</c:v>
                </c:pt>
                <c:pt idx="174">
                  <c:v>5</c:v>
                </c:pt>
                <c:pt idx="175">
                  <c:v>5.16</c:v>
                </c:pt>
                <c:pt idx="176">
                  <c:v>5.35</c:v>
                </c:pt>
                <c:pt idx="177">
                  <c:v>5.48</c:v>
                </c:pt>
                <c:pt idx="178">
                  <c:v>5.61</c:v>
                </c:pt>
                <c:pt idx="179">
                  <c:v>5.72</c:v>
                </c:pt>
                <c:pt idx="180">
                  <c:v>5.66</c:v>
                </c:pt>
                <c:pt idx="181">
                  <c:v>5.54</c:v>
                </c:pt>
                <c:pt idx="182">
                  <c:v>5.47</c:v>
                </c:pt>
                <c:pt idx="183">
                  <c:v>5.38</c:v>
                </c:pt>
                <c:pt idx="184">
                  <c:v>5.18</c:v>
                </c:pt>
                <c:pt idx="185">
                  <c:v>5.07</c:v>
                </c:pt>
                <c:pt idx="186">
                  <c:v>5.01</c:v>
                </c:pt>
                <c:pt idx="187">
                  <c:v>5</c:v>
                </c:pt>
                <c:pt idx="188">
                  <c:v>5</c:v>
                </c:pt>
                <c:pt idx="189">
                  <c:v>5</c:v>
                </c:pt>
                <c:pt idx="190">
                  <c:v>5</c:v>
                </c:pt>
                <c:pt idx="191">
                  <c:v>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2A9D8F"/>
            </a:solidFill>
            <a:ln w="9525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Sheet1!$A$2:$A$193</c:f>
              <c:multiLvlStrCache>
                <c:ptCount val="19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</c:lvl>
              </c:multiLvlStrCache>
            </c:multiLvlStrRef>
          </c:cat>
          <c:val>
            <c:numRef>
              <c:f>Sheet1!$C$2:$C$193</c:f>
              <c:numCache>
                <c:formatCode>General</c:formatCode>
                <c:ptCount val="192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4.01</c:v>
                </c:pt>
                <c:pt idx="7">
                  <c:v>4.06</c:v>
                </c:pt>
                <c:pt idx="8">
                  <c:v>4.1</c:v>
                </c:pt>
                <c:pt idx="9">
                  <c:v>4.44</c:v>
                </c:pt>
                <c:pt idx="10">
                  <c:v>4.42</c:v>
                </c:pt>
                <c:pt idx="11">
                  <c:v>4.23</c:v>
                </c:pt>
                <c:pt idx="12">
                  <c:v>4.34</c:v>
                </c:pt>
                <c:pt idx="13">
                  <c:v>4.26</c:v>
                </c:pt>
                <c:pt idx="14">
                  <c:v>4.51</c:v>
                </c:pt>
                <c:pt idx="15">
                  <c:v>4.44</c:v>
                </c:pt>
                <c:pt idx="16">
                  <c:v>4.27</c:v>
                </c:pt>
                <c:pt idx="17">
                  <c:v>4.11</c:v>
                </c:pt>
                <c:pt idx="18">
                  <c:v>4.01</c:v>
                </c:pt>
                <c:pt idx="19">
                  <c:v>4</c:v>
                </c:pt>
                <c:pt idx="20">
                  <c:v>4</c:v>
                </c:pt>
                <c:pt idx="21">
                  <c:v>4</c:v>
                </c:pt>
                <c:pt idx="22">
                  <c:v>4</c:v>
                </c:pt>
                <c:pt idx="23">
                  <c:v>4</c:v>
                </c:pt>
                <c:pt idx="24">
                  <c:v>4</c:v>
                </c:pt>
                <c:pt idx="25">
                  <c:v>4</c:v>
                </c:pt>
                <c:pt idx="26">
                  <c:v>4</c:v>
                </c:pt>
                <c:pt idx="27">
                  <c:v>4</c:v>
                </c:pt>
                <c:pt idx="28">
                  <c:v>4</c:v>
                </c:pt>
                <c:pt idx="29">
                  <c:v>4</c:v>
                </c:pt>
                <c:pt idx="30">
                  <c:v>4.02</c:v>
                </c:pt>
                <c:pt idx="31">
                  <c:v>4.13</c:v>
                </c:pt>
                <c:pt idx="32">
                  <c:v>4.32</c:v>
                </c:pt>
                <c:pt idx="33">
                  <c:v>4.49</c:v>
                </c:pt>
                <c:pt idx="34">
                  <c:v>4.63</c:v>
                </c:pt>
                <c:pt idx="35">
                  <c:v>4.72</c:v>
                </c:pt>
                <c:pt idx="36">
                  <c:v>4.75</c:v>
                </c:pt>
                <c:pt idx="37">
                  <c:v>4.72</c:v>
                </c:pt>
                <c:pt idx="38">
                  <c:v>4.63</c:v>
                </c:pt>
                <c:pt idx="39">
                  <c:v>4.5</c:v>
                </c:pt>
                <c:pt idx="40">
                  <c:v>4.33</c:v>
                </c:pt>
                <c:pt idx="41">
                  <c:v>4.14</c:v>
                </c:pt>
                <c:pt idx="42">
                  <c:v>4.02</c:v>
                </c:pt>
                <c:pt idx="43">
                  <c:v>4</c:v>
                </c:pt>
                <c:pt idx="44">
                  <c:v>4</c:v>
                </c:pt>
                <c:pt idx="45">
                  <c:v>4</c:v>
                </c:pt>
                <c:pt idx="46">
                  <c:v>4</c:v>
                </c:pt>
                <c:pt idx="47">
                  <c:v>4</c:v>
                </c:pt>
                <c:pt idx="48">
                  <c:v>4</c:v>
                </c:pt>
                <c:pt idx="49">
                  <c:v>4</c:v>
                </c:pt>
                <c:pt idx="50">
                  <c:v>4</c:v>
                </c:pt>
                <c:pt idx="51">
                  <c:v>4</c:v>
                </c:pt>
                <c:pt idx="52">
                  <c:v>4</c:v>
                </c:pt>
                <c:pt idx="53">
                  <c:v>4</c:v>
                </c:pt>
                <c:pt idx="54">
                  <c:v>4.02</c:v>
                </c:pt>
                <c:pt idx="55">
                  <c:v>4.13</c:v>
                </c:pt>
                <c:pt idx="56">
                  <c:v>4.32</c:v>
                </c:pt>
                <c:pt idx="57">
                  <c:v>4.49</c:v>
                </c:pt>
                <c:pt idx="58">
                  <c:v>4.63</c:v>
                </c:pt>
                <c:pt idx="59">
                  <c:v>4.72</c:v>
                </c:pt>
                <c:pt idx="60">
                  <c:v>4.75</c:v>
                </c:pt>
                <c:pt idx="61">
                  <c:v>4.72</c:v>
                </c:pt>
                <c:pt idx="62">
                  <c:v>4.56</c:v>
                </c:pt>
                <c:pt idx="63">
                  <c:v>4.45</c:v>
                </c:pt>
                <c:pt idx="64">
                  <c:v>4.24</c:v>
                </c:pt>
                <c:pt idx="65">
                  <c:v>4.12</c:v>
                </c:pt>
                <c:pt idx="66">
                  <c:v>4.02</c:v>
                </c:pt>
                <c:pt idx="67">
                  <c:v>4</c:v>
                </c:pt>
                <c:pt idx="68">
                  <c:v>4</c:v>
                </c:pt>
                <c:pt idx="69">
                  <c:v>4</c:v>
                </c:pt>
                <c:pt idx="70">
                  <c:v>4</c:v>
                </c:pt>
                <c:pt idx="71">
                  <c:v>4</c:v>
                </c:pt>
                <c:pt idx="72">
                  <c:v>4</c:v>
                </c:pt>
                <c:pt idx="73">
                  <c:v>4</c:v>
                </c:pt>
                <c:pt idx="74">
                  <c:v>4</c:v>
                </c:pt>
                <c:pt idx="75">
                  <c:v>4</c:v>
                </c:pt>
                <c:pt idx="76">
                  <c:v>4</c:v>
                </c:pt>
                <c:pt idx="77">
                  <c:v>4</c:v>
                </c:pt>
                <c:pt idx="78">
                  <c:v>4.02</c:v>
                </c:pt>
                <c:pt idx="79">
                  <c:v>4.12</c:v>
                </c:pt>
                <c:pt idx="80">
                  <c:v>4.32</c:v>
                </c:pt>
                <c:pt idx="81">
                  <c:v>4.44</c:v>
                </c:pt>
                <c:pt idx="82">
                  <c:v>4.6</c:v>
                </c:pt>
                <c:pt idx="83">
                  <c:v>4.75</c:v>
                </c:pt>
                <c:pt idx="84">
                  <c:v>4.69</c:v>
                </c:pt>
                <c:pt idx="85">
                  <c:v>4.74</c:v>
                </c:pt>
                <c:pt idx="86">
                  <c:v>4.61</c:v>
                </c:pt>
                <c:pt idx="87">
                  <c:v>4.36</c:v>
                </c:pt>
                <c:pt idx="88">
                  <c:v>4.23</c:v>
                </c:pt>
                <c:pt idx="89">
                  <c:v>4.13</c:v>
                </c:pt>
                <c:pt idx="90">
                  <c:v>4.02</c:v>
                </c:pt>
                <c:pt idx="91">
                  <c:v>4</c:v>
                </c:pt>
                <c:pt idx="92">
                  <c:v>4</c:v>
                </c:pt>
                <c:pt idx="93">
                  <c:v>4</c:v>
                </c:pt>
                <c:pt idx="94">
                  <c:v>4</c:v>
                </c:pt>
                <c:pt idx="95">
                  <c:v>4</c:v>
                </c:pt>
                <c:pt idx="96">
                  <c:v>4</c:v>
                </c:pt>
                <c:pt idx="97">
                  <c:v>4</c:v>
                </c:pt>
                <c:pt idx="98">
                  <c:v>4</c:v>
                </c:pt>
                <c:pt idx="99">
                  <c:v>4</c:v>
                </c:pt>
                <c:pt idx="100">
                  <c:v>4</c:v>
                </c:pt>
                <c:pt idx="101">
                  <c:v>4</c:v>
                </c:pt>
                <c:pt idx="102">
                  <c:v>4.02</c:v>
                </c:pt>
                <c:pt idx="103">
                  <c:v>4.1</c:v>
                </c:pt>
                <c:pt idx="104">
                  <c:v>4.28</c:v>
                </c:pt>
                <c:pt idx="105">
                  <c:v>4.24</c:v>
                </c:pt>
                <c:pt idx="106">
                  <c:v>4.2</c:v>
                </c:pt>
                <c:pt idx="107">
                  <c:v>4.27</c:v>
                </c:pt>
                <c:pt idx="108">
                  <c:v>4.3</c:v>
                </c:pt>
                <c:pt idx="109">
                  <c:v>4.26</c:v>
                </c:pt>
                <c:pt idx="110">
                  <c:v>4.23</c:v>
                </c:pt>
                <c:pt idx="111">
                  <c:v>4.27</c:v>
                </c:pt>
                <c:pt idx="112">
                  <c:v>4.18</c:v>
                </c:pt>
                <c:pt idx="113">
                  <c:v>4.05</c:v>
                </c:pt>
                <c:pt idx="114">
                  <c:v>4.01</c:v>
                </c:pt>
                <c:pt idx="115">
                  <c:v>4</c:v>
                </c:pt>
                <c:pt idx="116">
                  <c:v>4</c:v>
                </c:pt>
                <c:pt idx="117">
                  <c:v>4</c:v>
                </c:pt>
                <c:pt idx="118">
                  <c:v>4</c:v>
                </c:pt>
                <c:pt idx="119">
                  <c:v>4</c:v>
                </c:pt>
                <c:pt idx="120">
                  <c:v>4</c:v>
                </c:pt>
                <c:pt idx="121">
                  <c:v>4</c:v>
                </c:pt>
                <c:pt idx="122">
                  <c:v>4</c:v>
                </c:pt>
                <c:pt idx="123">
                  <c:v>4</c:v>
                </c:pt>
                <c:pt idx="124">
                  <c:v>4</c:v>
                </c:pt>
                <c:pt idx="125">
                  <c:v>4</c:v>
                </c:pt>
                <c:pt idx="126">
                  <c:v>4.01</c:v>
                </c:pt>
                <c:pt idx="127">
                  <c:v>4.03</c:v>
                </c:pt>
                <c:pt idx="128">
                  <c:v>4.09</c:v>
                </c:pt>
                <c:pt idx="129">
                  <c:v>4.25</c:v>
                </c:pt>
                <c:pt idx="130">
                  <c:v>4.16</c:v>
                </c:pt>
                <c:pt idx="131">
                  <c:v>4.19</c:v>
                </c:pt>
                <c:pt idx="132">
                  <c:v>4.18</c:v>
                </c:pt>
                <c:pt idx="133">
                  <c:v>4.21</c:v>
                </c:pt>
                <c:pt idx="134">
                  <c:v>4.3</c:v>
                </c:pt>
                <c:pt idx="135">
                  <c:v>4.24</c:v>
                </c:pt>
                <c:pt idx="136">
                  <c:v>4.2</c:v>
                </c:pt>
                <c:pt idx="137">
                  <c:v>4.07</c:v>
                </c:pt>
                <c:pt idx="138">
                  <c:v>4.01</c:v>
                </c:pt>
                <c:pt idx="139">
                  <c:v>4</c:v>
                </c:pt>
                <c:pt idx="140">
                  <c:v>4</c:v>
                </c:pt>
                <c:pt idx="141">
                  <c:v>4</c:v>
                </c:pt>
                <c:pt idx="142">
                  <c:v>4</c:v>
                </c:pt>
                <c:pt idx="143">
                  <c:v>4</c:v>
                </c:pt>
                <c:pt idx="144">
                  <c:v>4</c:v>
                </c:pt>
                <c:pt idx="145">
                  <c:v>4</c:v>
                </c:pt>
                <c:pt idx="146">
                  <c:v>4</c:v>
                </c:pt>
                <c:pt idx="147">
                  <c:v>4</c:v>
                </c:pt>
                <c:pt idx="148">
                  <c:v>4</c:v>
                </c:pt>
                <c:pt idx="149">
                  <c:v>4</c:v>
                </c:pt>
                <c:pt idx="150">
                  <c:v>4.02</c:v>
                </c:pt>
                <c:pt idx="151">
                  <c:v>4.14</c:v>
                </c:pt>
                <c:pt idx="152">
                  <c:v>4.3</c:v>
                </c:pt>
                <c:pt idx="153">
                  <c:v>4.47</c:v>
                </c:pt>
                <c:pt idx="154">
                  <c:v>4.47</c:v>
                </c:pt>
                <c:pt idx="155">
                  <c:v>4.71</c:v>
                </c:pt>
                <c:pt idx="156">
                  <c:v>4.66</c:v>
                </c:pt>
                <c:pt idx="157">
                  <c:v>4.55</c:v>
                </c:pt>
                <c:pt idx="158">
                  <c:v>4.41</c:v>
                </c:pt>
                <c:pt idx="159">
                  <c:v>4.42</c:v>
                </c:pt>
                <c:pt idx="160">
                  <c:v>4.21</c:v>
                </c:pt>
                <c:pt idx="161">
                  <c:v>4.1</c:v>
                </c:pt>
                <c:pt idx="162">
                  <c:v>4.02</c:v>
                </c:pt>
                <c:pt idx="163">
                  <c:v>4</c:v>
                </c:pt>
                <c:pt idx="164">
                  <c:v>4</c:v>
                </c:pt>
                <c:pt idx="165">
                  <c:v>4</c:v>
                </c:pt>
                <c:pt idx="166">
                  <c:v>4</c:v>
                </c:pt>
                <c:pt idx="167">
                  <c:v>4</c:v>
                </c:pt>
                <c:pt idx="168">
                  <c:v>4</c:v>
                </c:pt>
                <c:pt idx="169">
                  <c:v>4</c:v>
                </c:pt>
                <c:pt idx="170">
                  <c:v>4</c:v>
                </c:pt>
                <c:pt idx="171">
                  <c:v>4</c:v>
                </c:pt>
                <c:pt idx="172">
                  <c:v>4</c:v>
                </c:pt>
                <c:pt idx="173">
                  <c:v>4</c:v>
                </c:pt>
                <c:pt idx="174">
                  <c:v>4.02</c:v>
                </c:pt>
                <c:pt idx="175">
                  <c:v>4.15</c:v>
                </c:pt>
                <c:pt idx="176">
                  <c:v>4.34</c:v>
                </c:pt>
                <c:pt idx="177">
                  <c:v>4.51</c:v>
                </c:pt>
                <c:pt idx="178">
                  <c:v>4.65</c:v>
                </c:pt>
                <c:pt idx="179">
                  <c:v>4.73</c:v>
                </c:pt>
                <c:pt idx="180">
                  <c:v>4.76</c:v>
                </c:pt>
                <c:pt idx="181">
                  <c:v>4.72</c:v>
                </c:pt>
                <c:pt idx="182">
                  <c:v>4.61</c:v>
                </c:pt>
                <c:pt idx="183">
                  <c:v>4.47</c:v>
                </c:pt>
                <c:pt idx="184">
                  <c:v>4.33</c:v>
                </c:pt>
                <c:pt idx="185">
                  <c:v>4.14</c:v>
                </c:pt>
                <c:pt idx="186">
                  <c:v>4.02</c:v>
                </c:pt>
                <c:pt idx="187">
                  <c:v>4</c:v>
                </c:pt>
                <c:pt idx="188">
                  <c:v>4</c:v>
                </c:pt>
                <c:pt idx="189">
                  <c:v>4</c:v>
                </c:pt>
                <c:pt idx="190">
                  <c:v>4</c:v>
                </c:pt>
                <c:pt idx="191">
                  <c:v>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s2</c:v>
                </c:pt>
              </c:strCache>
            </c:strRef>
          </c:tx>
          <c:spPr>
            <a:solidFill>
              <a:srgbClr val="5FB3A8"/>
            </a:solidFill>
            <a:ln w="9525" cap="flat">
              <a:solidFill>
                <a:srgbClr val="5FB3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FB3A8"/>
              </a:solidFill>
              <a:ln w="9525" cap="flat">
                <a:solidFill>
                  <a:srgbClr val="5FB3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Sheet1!$A$2:$A$193</c:f>
              <c:multiLvlStrCache>
                <c:ptCount val="19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</c:lvl>
              </c:multiLvlStrCache>
            </c:multiLvlStrRef>
          </c:cat>
          <c:val>
            <c:numRef>
              <c:f>Sheet1!$D$2:$D$193</c:f>
              <c:numCache>
                <c:formatCode>General</c:formatCode>
                <c:ptCount val="192"/>
                <c:pt idx="0">
                  <c:v>3.32</c:v>
                </c:pt>
                <c:pt idx="1">
                  <c:v>3.64</c:v>
                </c:pt>
                <c:pt idx="2">
                  <c:v>3.32</c:v>
                </c:pt>
                <c:pt idx="3">
                  <c:v>3.72</c:v>
                </c:pt>
                <c:pt idx="4">
                  <c:v>3.4</c:v>
                </c:pt>
                <c:pt idx="5">
                  <c:v>3.4</c:v>
                </c:pt>
                <c:pt idx="6">
                  <c:v>3.64</c:v>
                </c:pt>
                <c:pt idx="7">
                  <c:v>3.8</c:v>
                </c:pt>
                <c:pt idx="8">
                  <c:v>3.8</c:v>
                </c:pt>
                <c:pt idx="9">
                  <c:v>3.48</c:v>
                </c:pt>
                <c:pt idx="10">
                  <c:v>3.56</c:v>
                </c:pt>
                <c:pt idx="11">
                  <c:v>3.8</c:v>
                </c:pt>
                <c:pt idx="12">
                  <c:v>3.8</c:v>
                </c:pt>
                <c:pt idx="13">
                  <c:v>3.8</c:v>
                </c:pt>
                <c:pt idx="14">
                  <c:v>3.56</c:v>
                </c:pt>
                <c:pt idx="15">
                  <c:v>3.16</c:v>
                </c:pt>
                <c:pt idx="16">
                  <c:v>3.24</c:v>
                </c:pt>
                <c:pt idx="17">
                  <c:v>3.16</c:v>
                </c:pt>
                <c:pt idx="18">
                  <c:v>3.16</c:v>
                </c:pt>
                <c:pt idx="19">
                  <c:v>3</c:v>
                </c:pt>
                <c:pt idx="20">
                  <c:v>3</c:v>
                </c:pt>
                <c:pt idx="21">
                  <c:v>3</c:v>
                </c:pt>
                <c:pt idx="22">
                  <c:v>3</c:v>
                </c:pt>
                <c:pt idx="23">
                  <c:v>3</c:v>
                </c:pt>
                <c:pt idx="24">
                  <c:v>3</c:v>
                </c:pt>
                <c:pt idx="25">
                  <c:v>3</c:v>
                </c:pt>
                <c:pt idx="26">
                  <c:v>3</c:v>
                </c:pt>
                <c:pt idx="27">
                  <c:v>3</c:v>
                </c:pt>
                <c:pt idx="28">
                  <c:v>3</c:v>
                </c:pt>
                <c:pt idx="29">
                  <c:v>3</c:v>
                </c:pt>
                <c:pt idx="30">
                  <c:v>3</c:v>
                </c:pt>
                <c:pt idx="31">
                  <c:v>3</c:v>
                </c:pt>
                <c:pt idx="32">
                  <c:v>3</c:v>
                </c:pt>
                <c:pt idx="33">
                  <c:v>3</c:v>
                </c:pt>
                <c:pt idx="34">
                  <c:v>3</c:v>
                </c:pt>
                <c:pt idx="35">
                  <c:v>3</c:v>
                </c:pt>
                <c:pt idx="36">
                  <c:v>3</c:v>
                </c:pt>
                <c:pt idx="37">
                  <c:v>3</c:v>
                </c:pt>
                <c:pt idx="38">
                  <c:v>3</c:v>
                </c:pt>
                <c:pt idx="39">
                  <c:v>3</c:v>
                </c:pt>
                <c:pt idx="40">
                  <c:v>3</c:v>
                </c:pt>
                <c:pt idx="41">
                  <c:v>3</c:v>
                </c:pt>
                <c:pt idx="42">
                  <c:v>3</c:v>
                </c:pt>
                <c:pt idx="43">
                  <c:v>3</c:v>
                </c:pt>
                <c:pt idx="44">
                  <c:v>3</c:v>
                </c:pt>
                <c:pt idx="45">
                  <c:v>3</c:v>
                </c:pt>
                <c:pt idx="46">
                  <c:v>3</c:v>
                </c:pt>
                <c:pt idx="47">
                  <c:v>3</c:v>
                </c:pt>
                <c:pt idx="48">
                  <c:v>3</c:v>
                </c:pt>
                <c:pt idx="49">
                  <c:v>3</c:v>
                </c:pt>
                <c:pt idx="50">
                  <c:v>3</c:v>
                </c:pt>
                <c:pt idx="51">
                  <c:v>3</c:v>
                </c:pt>
                <c:pt idx="52">
                  <c:v>3</c:v>
                </c:pt>
                <c:pt idx="53">
                  <c:v>3</c:v>
                </c:pt>
                <c:pt idx="54">
                  <c:v>3</c:v>
                </c:pt>
                <c:pt idx="55">
                  <c:v>3</c:v>
                </c:pt>
                <c:pt idx="56">
                  <c:v>3</c:v>
                </c:pt>
                <c:pt idx="57">
                  <c:v>3</c:v>
                </c:pt>
                <c:pt idx="58">
                  <c:v>3</c:v>
                </c:pt>
                <c:pt idx="59">
                  <c:v>3</c:v>
                </c:pt>
                <c:pt idx="60">
                  <c:v>3</c:v>
                </c:pt>
                <c:pt idx="61">
                  <c:v>3</c:v>
                </c:pt>
                <c:pt idx="62">
                  <c:v>3.16</c:v>
                </c:pt>
                <c:pt idx="63">
                  <c:v>3.32</c:v>
                </c:pt>
                <c:pt idx="64">
                  <c:v>3.4</c:v>
                </c:pt>
                <c:pt idx="65">
                  <c:v>3.24</c:v>
                </c:pt>
                <c:pt idx="66">
                  <c:v>3.24</c:v>
                </c:pt>
                <c:pt idx="67">
                  <c:v>3.64</c:v>
                </c:pt>
                <c:pt idx="68">
                  <c:v>3.64</c:v>
                </c:pt>
                <c:pt idx="69">
                  <c:v>3.8</c:v>
                </c:pt>
                <c:pt idx="70">
                  <c:v>3.72</c:v>
                </c:pt>
                <c:pt idx="71">
                  <c:v>3.8</c:v>
                </c:pt>
                <c:pt idx="72">
                  <c:v>3.72</c:v>
                </c:pt>
                <c:pt idx="73">
                  <c:v>3.72</c:v>
                </c:pt>
                <c:pt idx="74">
                  <c:v>3.72</c:v>
                </c:pt>
                <c:pt idx="75">
                  <c:v>3.48</c:v>
                </c:pt>
                <c:pt idx="76">
                  <c:v>3.08</c:v>
                </c:pt>
                <c:pt idx="77">
                  <c:v>3.16</c:v>
                </c:pt>
                <c:pt idx="78">
                  <c:v>3.24</c:v>
                </c:pt>
                <c:pt idx="79">
                  <c:v>3.16</c:v>
                </c:pt>
                <c:pt idx="80">
                  <c:v>3.24</c:v>
                </c:pt>
                <c:pt idx="81">
                  <c:v>3.24</c:v>
                </c:pt>
                <c:pt idx="82">
                  <c:v>3.24</c:v>
                </c:pt>
                <c:pt idx="83">
                  <c:v>3.24</c:v>
                </c:pt>
                <c:pt idx="84">
                  <c:v>3.24</c:v>
                </c:pt>
                <c:pt idx="85">
                  <c:v>3.48</c:v>
                </c:pt>
                <c:pt idx="86">
                  <c:v>3.4</c:v>
                </c:pt>
                <c:pt idx="87">
                  <c:v>3.32</c:v>
                </c:pt>
                <c:pt idx="88">
                  <c:v>3.32</c:v>
                </c:pt>
                <c:pt idx="89">
                  <c:v>3.16</c:v>
                </c:pt>
                <c:pt idx="90">
                  <c:v>3.08</c:v>
                </c:pt>
                <c:pt idx="91">
                  <c:v>3.16</c:v>
                </c:pt>
                <c:pt idx="92">
                  <c:v>3</c:v>
                </c:pt>
                <c:pt idx="93">
                  <c:v>3.08</c:v>
                </c:pt>
                <c:pt idx="94">
                  <c:v>3.16</c:v>
                </c:pt>
                <c:pt idx="95">
                  <c:v>3.24</c:v>
                </c:pt>
                <c:pt idx="96">
                  <c:v>3.24</c:v>
                </c:pt>
                <c:pt idx="97">
                  <c:v>3.24</c:v>
                </c:pt>
                <c:pt idx="98">
                  <c:v>3.24</c:v>
                </c:pt>
                <c:pt idx="99">
                  <c:v>3.16</c:v>
                </c:pt>
                <c:pt idx="100">
                  <c:v>3.16</c:v>
                </c:pt>
                <c:pt idx="101">
                  <c:v>3.16</c:v>
                </c:pt>
                <c:pt idx="102">
                  <c:v>3.16</c:v>
                </c:pt>
                <c:pt idx="103">
                  <c:v>3.56</c:v>
                </c:pt>
                <c:pt idx="104">
                  <c:v>3.16</c:v>
                </c:pt>
                <c:pt idx="105">
                  <c:v>3.8</c:v>
                </c:pt>
                <c:pt idx="106">
                  <c:v>3.8</c:v>
                </c:pt>
                <c:pt idx="107">
                  <c:v>3.8</c:v>
                </c:pt>
                <c:pt idx="108">
                  <c:v>3.8</c:v>
                </c:pt>
                <c:pt idx="109">
                  <c:v>3.8</c:v>
                </c:pt>
                <c:pt idx="110">
                  <c:v>3.8</c:v>
                </c:pt>
                <c:pt idx="111">
                  <c:v>3.72</c:v>
                </c:pt>
                <c:pt idx="112">
                  <c:v>3.72</c:v>
                </c:pt>
                <c:pt idx="113">
                  <c:v>3.8</c:v>
                </c:pt>
                <c:pt idx="114">
                  <c:v>3.4</c:v>
                </c:pt>
                <c:pt idx="115">
                  <c:v>3.8</c:v>
                </c:pt>
                <c:pt idx="116">
                  <c:v>3.72</c:v>
                </c:pt>
                <c:pt idx="117">
                  <c:v>3.8</c:v>
                </c:pt>
                <c:pt idx="118">
                  <c:v>3.48</c:v>
                </c:pt>
                <c:pt idx="119">
                  <c:v>3.4</c:v>
                </c:pt>
                <c:pt idx="120">
                  <c:v>3.24</c:v>
                </c:pt>
                <c:pt idx="121">
                  <c:v>3.08</c:v>
                </c:pt>
                <c:pt idx="122">
                  <c:v>3.48</c:v>
                </c:pt>
                <c:pt idx="123">
                  <c:v>3.72</c:v>
                </c:pt>
                <c:pt idx="124">
                  <c:v>3.72</c:v>
                </c:pt>
                <c:pt idx="125">
                  <c:v>3.8</c:v>
                </c:pt>
                <c:pt idx="126">
                  <c:v>3.8</c:v>
                </c:pt>
                <c:pt idx="127">
                  <c:v>3.8</c:v>
                </c:pt>
                <c:pt idx="128">
                  <c:v>3.8</c:v>
                </c:pt>
                <c:pt idx="129">
                  <c:v>3.8</c:v>
                </c:pt>
                <c:pt idx="130">
                  <c:v>3.8</c:v>
                </c:pt>
                <c:pt idx="131">
                  <c:v>3.8</c:v>
                </c:pt>
                <c:pt idx="132">
                  <c:v>3.8</c:v>
                </c:pt>
                <c:pt idx="133">
                  <c:v>3.8</c:v>
                </c:pt>
                <c:pt idx="134">
                  <c:v>3.8</c:v>
                </c:pt>
                <c:pt idx="135">
                  <c:v>3.8</c:v>
                </c:pt>
                <c:pt idx="136">
                  <c:v>3.72</c:v>
                </c:pt>
                <c:pt idx="137">
                  <c:v>3.64</c:v>
                </c:pt>
                <c:pt idx="138">
                  <c:v>3.56</c:v>
                </c:pt>
                <c:pt idx="139">
                  <c:v>3.48</c:v>
                </c:pt>
                <c:pt idx="140">
                  <c:v>3.56</c:v>
                </c:pt>
                <c:pt idx="141">
                  <c:v>3.56</c:v>
                </c:pt>
                <c:pt idx="142">
                  <c:v>3.64</c:v>
                </c:pt>
                <c:pt idx="143">
                  <c:v>3.64</c:v>
                </c:pt>
                <c:pt idx="144">
                  <c:v>3.64</c:v>
                </c:pt>
                <c:pt idx="145">
                  <c:v>3.56</c:v>
                </c:pt>
                <c:pt idx="146">
                  <c:v>3.64</c:v>
                </c:pt>
                <c:pt idx="147">
                  <c:v>3.32</c:v>
                </c:pt>
                <c:pt idx="148">
                  <c:v>3.16</c:v>
                </c:pt>
                <c:pt idx="149">
                  <c:v>3.08</c:v>
                </c:pt>
                <c:pt idx="150">
                  <c:v>3</c:v>
                </c:pt>
                <c:pt idx="151">
                  <c:v>3</c:v>
                </c:pt>
                <c:pt idx="152">
                  <c:v>3.16</c:v>
                </c:pt>
                <c:pt idx="153">
                  <c:v>3.08</c:v>
                </c:pt>
                <c:pt idx="154">
                  <c:v>3.24</c:v>
                </c:pt>
                <c:pt idx="155">
                  <c:v>3.24</c:v>
                </c:pt>
                <c:pt idx="156">
                  <c:v>3.16</c:v>
                </c:pt>
                <c:pt idx="157">
                  <c:v>3.48</c:v>
                </c:pt>
                <c:pt idx="158">
                  <c:v>3.64</c:v>
                </c:pt>
                <c:pt idx="159">
                  <c:v>3.64</c:v>
                </c:pt>
                <c:pt idx="160">
                  <c:v>3.56</c:v>
                </c:pt>
                <c:pt idx="161">
                  <c:v>3.64</c:v>
                </c:pt>
                <c:pt idx="162">
                  <c:v>3.56</c:v>
                </c:pt>
                <c:pt idx="163">
                  <c:v>3.56</c:v>
                </c:pt>
                <c:pt idx="164">
                  <c:v>3.48</c:v>
                </c:pt>
                <c:pt idx="165">
                  <c:v>3.32</c:v>
                </c:pt>
                <c:pt idx="166">
                  <c:v>3.16</c:v>
                </c:pt>
                <c:pt idx="167">
                  <c:v>3</c:v>
                </c:pt>
                <c:pt idx="168">
                  <c:v>3</c:v>
                </c:pt>
                <c:pt idx="169">
                  <c:v>3</c:v>
                </c:pt>
                <c:pt idx="170">
                  <c:v>3</c:v>
                </c:pt>
                <c:pt idx="171">
                  <c:v>3</c:v>
                </c:pt>
                <c:pt idx="172">
                  <c:v>3</c:v>
                </c:pt>
                <c:pt idx="173">
                  <c:v>3</c:v>
                </c:pt>
                <c:pt idx="174">
                  <c:v>3</c:v>
                </c:pt>
                <c:pt idx="175">
                  <c:v>3</c:v>
                </c:pt>
                <c:pt idx="176">
                  <c:v>3</c:v>
                </c:pt>
                <c:pt idx="177">
                  <c:v>3</c:v>
                </c:pt>
                <c:pt idx="178">
                  <c:v>3.08</c:v>
                </c:pt>
                <c:pt idx="179">
                  <c:v>3.08</c:v>
                </c:pt>
                <c:pt idx="180">
                  <c:v>3</c:v>
                </c:pt>
                <c:pt idx="181">
                  <c:v>3.08</c:v>
                </c:pt>
                <c:pt idx="182">
                  <c:v>3.16</c:v>
                </c:pt>
                <c:pt idx="183">
                  <c:v>3.16</c:v>
                </c:pt>
                <c:pt idx="184">
                  <c:v>3</c:v>
                </c:pt>
                <c:pt idx="185">
                  <c:v>3</c:v>
                </c:pt>
                <c:pt idx="186">
                  <c:v>3</c:v>
                </c:pt>
                <c:pt idx="187">
                  <c:v>3</c:v>
                </c:pt>
                <c:pt idx="188">
                  <c:v>3</c:v>
                </c:pt>
                <c:pt idx="189">
                  <c:v>3.08</c:v>
                </c:pt>
                <c:pt idx="190">
                  <c:v>3.56</c:v>
                </c:pt>
                <c:pt idx="191">
                  <c:v>3.16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s3</c:v>
                </c:pt>
              </c:strCache>
            </c:strRef>
          </c:tx>
          <c:spPr>
            <a:solidFill>
              <a:srgbClr val="8CC9C0"/>
            </a:solidFill>
            <a:ln w="9525" cap="flat">
              <a:solidFill>
                <a:srgbClr val="8CC9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C9C0"/>
              </a:solidFill>
              <a:ln w="9525" cap="flat">
                <a:solidFill>
                  <a:srgbClr val="8CC9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Sheet1!$A$2:$A$193</c:f>
              <c:multiLvlStrCache>
                <c:ptCount val="19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</c:lvl>
              </c:multiLvlStrCache>
            </c:multiLvlStrRef>
          </c:cat>
          <c:val>
            <c:numRef>
              <c:f>Sheet1!$E$2:$E$193</c:f>
              <c:numCache>
                <c:formatCode>General</c:formatCode>
                <c:ptCount val="192"/>
                <c:pt idx="0">
                  <c:v>2.54</c:v>
                </c:pt>
                <c:pt idx="1">
                  <c:v>2.54</c:v>
                </c:pt>
                <c:pt idx="2">
                  <c:v>2.54</c:v>
                </c:pt>
                <c:pt idx="3">
                  <c:v>2.54</c:v>
                </c:pt>
                <c:pt idx="4">
                  <c:v>2.52</c:v>
                </c:pt>
                <c:pt idx="5">
                  <c:v>2.52</c:v>
                </c:pt>
                <c:pt idx="6">
                  <c:v>2.52</c:v>
                </c:pt>
                <c:pt idx="7">
                  <c:v>2.55</c:v>
                </c:pt>
                <c:pt idx="8">
                  <c:v>2.57</c:v>
                </c:pt>
                <c:pt idx="9">
                  <c:v>2.61</c:v>
                </c:pt>
                <c:pt idx="10">
                  <c:v>2.61</c:v>
                </c:pt>
                <c:pt idx="11">
                  <c:v>2.51</c:v>
                </c:pt>
                <c:pt idx="12">
                  <c:v>2.52</c:v>
                </c:pt>
                <c:pt idx="13">
                  <c:v>2.55</c:v>
                </c:pt>
                <c:pt idx="14">
                  <c:v>2.57</c:v>
                </c:pt>
                <c:pt idx="15">
                  <c:v>2.6</c:v>
                </c:pt>
                <c:pt idx="16">
                  <c:v>2.58</c:v>
                </c:pt>
                <c:pt idx="17">
                  <c:v>2.55</c:v>
                </c:pt>
                <c:pt idx="18">
                  <c:v>2.51</c:v>
                </c:pt>
                <c:pt idx="19">
                  <c:v>2.47</c:v>
                </c:pt>
                <c:pt idx="20">
                  <c:v>2.45</c:v>
                </c:pt>
                <c:pt idx="21">
                  <c:v>2.38</c:v>
                </c:pt>
                <c:pt idx="22">
                  <c:v>2.33</c:v>
                </c:pt>
                <c:pt idx="23">
                  <c:v>2.29</c:v>
                </c:pt>
                <c:pt idx="24">
                  <c:v>2.28</c:v>
                </c:pt>
                <c:pt idx="25">
                  <c:v>2.25</c:v>
                </c:pt>
                <c:pt idx="26">
                  <c:v>2.23</c:v>
                </c:pt>
                <c:pt idx="27">
                  <c:v>2.23</c:v>
                </c:pt>
                <c:pt idx="28">
                  <c:v>2.23</c:v>
                </c:pt>
                <c:pt idx="29">
                  <c:v>2.22</c:v>
                </c:pt>
                <c:pt idx="30">
                  <c:v>2.2</c:v>
                </c:pt>
                <c:pt idx="31">
                  <c:v>2.22</c:v>
                </c:pt>
                <c:pt idx="32">
                  <c:v>2.23</c:v>
                </c:pt>
                <c:pt idx="33">
                  <c:v>2.25</c:v>
                </c:pt>
                <c:pt idx="34">
                  <c:v>2.26</c:v>
                </c:pt>
                <c:pt idx="35">
                  <c:v>2.29</c:v>
                </c:pt>
                <c:pt idx="36">
                  <c:v>2.32</c:v>
                </c:pt>
                <c:pt idx="37">
                  <c:v>2.35</c:v>
                </c:pt>
                <c:pt idx="38">
                  <c:v>2.36</c:v>
                </c:pt>
                <c:pt idx="39">
                  <c:v>2.38</c:v>
                </c:pt>
                <c:pt idx="40">
                  <c:v>2.38</c:v>
                </c:pt>
                <c:pt idx="41">
                  <c:v>2.36</c:v>
                </c:pt>
                <c:pt idx="42">
                  <c:v>2.33</c:v>
                </c:pt>
                <c:pt idx="43">
                  <c:v>2.31</c:v>
                </c:pt>
                <c:pt idx="44">
                  <c:v>2.29</c:v>
                </c:pt>
                <c:pt idx="45">
                  <c:v>2.26</c:v>
                </c:pt>
                <c:pt idx="46">
                  <c:v>2.22</c:v>
                </c:pt>
                <c:pt idx="47">
                  <c:v>2.19</c:v>
                </c:pt>
                <c:pt idx="48">
                  <c:v>2.16</c:v>
                </c:pt>
                <c:pt idx="49">
                  <c:v>2.13</c:v>
                </c:pt>
                <c:pt idx="50">
                  <c:v>2.12</c:v>
                </c:pt>
                <c:pt idx="51">
                  <c:v>2.12</c:v>
                </c:pt>
                <c:pt idx="52">
                  <c:v>2.09</c:v>
                </c:pt>
                <c:pt idx="53">
                  <c:v>2.09</c:v>
                </c:pt>
                <c:pt idx="54">
                  <c:v>2.09</c:v>
                </c:pt>
                <c:pt idx="55">
                  <c:v>2.13</c:v>
                </c:pt>
                <c:pt idx="56">
                  <c:v>2.19</c:v>
                </c:pt>
                <c:pt idx="57">
                  <c:v>2.25</c:v>
                </c:pt>
                <c:pt idx="58">
                  <c:v>2.29</c:v>
                </c:pt>
                <c:pt idx="59">
                  <c:v>2.32</c:v>
                </c:pt>
                <c:pt idx="60">
                  <c:v>2.36</c:v>
                </c:pt>
                <c:pt idx="61">
                  <c:v>2.39</c:v>
                </c:pt>
                <c:pt idx="62">
                  <c:v>2.39</c:v>
                </c:pt>
                <c:pt idx="63">
                  <c:v>2.42</c:v>
                </c:pt>
                <c:pt idx="64">
                  <c:v>2.41</c:v>
                </c:pt>
                <c:pt idx="65">
                  <c:v>2.39</c:v>
                </c:pt>
                <c:pt idx="66">
                  <c:v>2.38</c:v>
                </c:pt>
                <c:pt idx="67">
                  <c:v>2.35</c:v>
                </c:pt>
                <c:pt idx="68">
                  <c:v>2.33</c:v>
                </c:pt>
                <c:pt idx="69">
                  <c:v>2.32</c:v>
                </c:pt>
                <c:pt idx="70">
                  <c:v>2.32</c:v>
                </c:pt>
                <c:pt idx="71">
                  <c:v>2.31</c:v>
                </c:pt>
                <c:pt idx="72">
                  <c:v>2.31</c:v>
                </c:pt>
                <c:pt idx="73">
                  <c:v>2.29</c:v>
                </c:pt>
                <c:pt idx="74">
                  <c:v>2.29</c:v>
                </c:pt>
                <c:pt idx="75">
                  <c:v>2.29</c:v>
                </c:pt>
                <c:pt idx="76">
                  <c:v>2.26</c:v>
                </c:pt>
                <c:pt idx="77">
                  <c:v>2.26</c:v>
                </c:pt>
                <c:pt idx="78">
                  <c:v>2.26</c:v>
                </c:pt>
                <c:pt idx="79">
                  <c:v>2.29</c:v>
                </c:pt>
                <c:pt idx="80">
                  <c:v>2.35</c:v>
                </c:pt>
                <c:pt idx="81">
                  <c:v>2.42</c:v>
                </c:pt>
                <c:pt idx="82">
                  <c:v>2.47</c:v>
                </c:pt>
                <c:pt idx="83">
                  <c:v>2.47</c:v>
                </c:pt>
                <c:pt idx="84">
                  <c:v>2.47</c:v>
                </c:pt>
                <c:pt idx="85">
                  <c:v>2.48</c:v>
                </c:pt>
                <c:pt idx="86">
                  <c:v>2.48</c:v>
                </c:pt>
                <c:pt idx="87">
                  <c:v>2.47</c:v>
                </c:pt>
                <c:pt idx="88">
                  <c:v>2.45</c:v>
                </c:pt>
                <c:pt idx="89">
                  <c:v>2.44</c:v>
                </c:pt>
                <c:pt idx="90">
                  <c:v>2.42</c:v>
                </c:pt>
                <c:pt idx="91">
                  <c:v>2.42</c:v>
                </c:pt>
                <c:pt idx="92">
                  <c:v>2.42</c:v>
                </c:pt>
                <c:pt idx="93">
                  <c:v>2.41</c:v>
                </c:pt>
                <c:pt idx="94">
                  <c:v>2.41</c:v>
                </c:pt>
                <c:pt idx="95">
                  <c:v>2.41</c:v>
                </c:pt>
                <c:pt idx="96">
                  <c:v>2.41</c:v>
                </c:pt>
                <c:pt idx="97">
                  <c:v>2.41</c:v>
                </c:pt>
                <c:pt idx="98">
                  <c:v>2.41</c:v>
                </c:pt>
                <c:pt idx="99">
                  <c:v>2.41</c:v>
                </c:pt>
                <c:pt idx="100">
                  <c:v>2.42</c:v>
                </c:pt>
                <c:pt idx="101">
                  <c:v>2.42</c:v>
                </c:pt>
                <c:pt idx="102">
                  <c:v>2.44</c:v>
                </c:pt>
                <c:pt idx="103">
                  <c:v>2.47</c:v>
                </c:pt>
                <c:pt idx="104">
                  <c:v>2.49</c:v>
                </c:pt>
                <c:pt idx="105">
                  <c:v>2.51</c:v>
                </c:pt>
                <c:pt idx="106">
                  <c:v>2.51</c:v>
                </c:pt>
                <c:pt idx="107">
                  <c:v>2.52</c:v>
                </c:pt>
                <c:pt idx="108">
                  <c:v>2.52</c:v>
                </c:pt>
                <c:pt idx="109">
                  <c:v>2.54</c:v>
                </c:pt>
                <c:pt idx="110">
                  <c:v>2.55</c:v>
                </c:pt>
                <c:pt idx="111">
                  <c:v>2.57</c:v>
                </c:pt>
                <c:pt idx="112">
                  <c:v>2.57</c:v>
                </c:pt>
                <c:pt idx="113">
                  <c:v>2.55</c:v>
                </c:pt>
                <c:pt idx="114">
                  <c:v>2.55</c:v>
                </c:pt>
                <c:pt idx="115">
                  <c:v>2.52</c:v>
                </c:pt>
                <c:pt idx="116">
                  <c:v>2.52</c:v>
                </c:pt>
                <c:pt idx="117">
                  <c:v>2.52</c:v>
                </c:pt>
                <c:pt idx="118">
                  <c:v>2.52</c:v>
                </c:pt>
                <c:pt idx="119">
                  <c:v>2.52</c:v>
                </c:pt>
                <c:pt idx="120">
                  <c:v>2.52</c:v>
                </c:pt>
                <c:pt idx="121">
                  <c:v>2.52</c:v>
                </c:pt>
                <c:pt idx="122">
                  <c:v>2.52</c:v>
                </c:pt>
                <c:pt idx="123">
                  <c:v>2.54</c:v>
                </c:pt>
                <c:pt idx="124">
                  <c:v>2.54</c:v>
                </c:pt>
                <c:pt idx="125">
                  <c:v>2.54</c:v>
                </c:pt>
                <c:pt idx="126">
                  <c:v>2.54</c:v>
                </c:pt>
                <c:pt idx="127">
                  <c:v>2.47</c:v>
                </c:pt>
                <c:pt idx="128">
                  <c:v>2.47</c:v>
                </c:pt>
                <c:pt idx="129">
                  <c:v>2.41</c:v>
                </c:pt>
                <c:pt idx="130">
                  <c:v>2.39</c:v>
                </c:pt>
                <c:pt idx="131">
                  <c:v>2.35</c:v>
                </c:pt>
                <c:pt idx="132">
                  <c:v>2.32</c:v>
                </c:pt>
                <c:pt idx="133">
                  <c:v>2.33</c:v>
                </c:pt>
                <c:pt idx="134">
                  <c:v>2.35</c:v>
                </c:pt>
                <c:pt idx="135">
                  <c:v>2.36</c:v>
                </c:pt>
                <c:pt idx="136">
                  <c:v>2.39</c:v>
                </c:pt>
                <c:pt idx="137">
                  <c:v>2.41</c:v>
                </c:pt>
                <c:pt idx="138">
                  <c:v>2.38</c:v>
                </c:pt>
                <c:pt idx="139">
                  <c:v>2.35</c:v>
                </c:pt>
                <c:pt idx="140">
                  <c:v>2.33</c:v>
                </c:pt>
                <c:pt idx="141">
                  <c:v>2.32</c:v>
                </c:pt>
                <c:pt idx="142">
                  <c:v>2.31</c:v>
                </c:pt>
                <c:pt idx="143">
                  <c:v>2.28</c:v>
                </c:pt>
                <c:pt idx="144">
                  <c:v>2.26</c:v>
                </c:pt>
                <c:pt idx="145">
                  <c:v>2.25</c:v>
                </c:pt>
                <c:pt idx="146">
                  <c:v>2.25</c:v>
                </c:pt>
                <c:pt idx="147">
                  <c:v>2.23</c:v>
                </c:pt>
                <c:pt idx="148">
                  <c:v>2.23</c:v>
                </c:pt>
                <c:pt idx="149">
                  <c:v>2.19</c:v>
                </c:pt>
                <c:pt idx="150">
                  <c:v>2.18</c:v>
                </c:pt>
                <c:pt idx="151">
                  <c:v>2.2</c:v>
                </c:pt>
                <c:pt idx="152">
                  <c:v>2.23</c:v>
                </c:pt>
                <c:pt idx="153">
                  <c:v>2.28</c:v>
                </c:pt>
                <c:pt idx="154">
                  <c:v>2.32</c:v>
                </c:pt>
                <c:pt idx="155">
                  <c:v>2.35</c:v>
                </c:pt>
                <c:pt idx="156">
                  <c:v>2.39</c:v>
                </c:pt>
                <c:pt idx="157">
                  <c:v>2.41</c:v>
                </c:pt>
                <c:pt idx="158">
                  <c:v>2.42</c:v>
                </c:pt>
                <c:pt idx="159">
                  <c:v>2.42</c:v>
                </c:pt>
                <c:pt idx="160">
                  <c:v>2.45</c:v>
                </c:pt>
                <c:pt idx="161">
                  <c:v>2.41</c:v>
                </c:pt>
                <c:pt idx="162">
                  <c:v>2.38</c:v>
                </c:pt>
                <c:pt idx="163">
                  <c:v>2.36</c:v>
                </c:pt>
                <c:pt idx="164">
                  <c:v>2.33</c:v>
                </c:pt>
                <c:pt idx="165">
                  <c:v>2.31</c:v>
                </c:pt>
                <c:pt idx="166">
                  <c:v>2.29</c:v>
                </c:pt>
                <c:pt idx="167">
                  <c:v>2.26</c:v>
                </c:pt>
                <c:pt idx="168">
                  <c:v>2.25</c:v>
                </c:pt>
                <c:pt idx="169">
                  <c:v>2.23</c:v>
                </c:pt>
                <c:pt idx="170">
                  <c:v>2.22</c:v>
                </c:pt>
                <c:pt idx="171">
                  <c:v>2.23</c:v>
                </c:pt>
                <c:pt idx="172">
                  <c:v>2.22</c:v>
                </c:pt>
                <c:pt idx="173">
                  <c:v>2.19</c:v>
                </c:pt>
                <c:pt idx="174">
                  <c:v>2.19</c:v>
                </c:pt>
                <c:pt idx="175">
                  <c:v>2.23</c:v>
                </c:pt>
                <c:pt idx="176">
                  <c:v>2.29</c:v>
                </c:pt>
                <c:pt idx="177">
                  <c:v>2.36</c:v>
                </c:pt>
                <c:pt idx="178">
                  <c:v>2.41</c:v>
                </c:pt>
                <c:pt idx="179">
                  <c:v>2.47</c:v>
                </c:pt>
                <c:pt idx="180">
                  <c:v>2.49</c:v>
                </c:pt>
                <c:pt idx="181">
                  <c:v>2.51</c:v>
                </c:pt>
                <c:pt idx="182">
                  <c:v>2.51</c:v>
                </c:pt>
                <c:pt idx="183">
                  <c:v>2.51</c:v>
                </c:pt>
                <c:pt idx="184">
                  <c:v>2.49</c:v>
                </c:pt>
                <c:pt idx="185">
                  <c:v>2.47</c:v>
                </c:pt>
                <c:pt idx="186">
                  <c:v>2.45</c:v>
                </c:pt>
                <c:pt idx="187">
                  <c:v>2.42</c:v>
                </c:pt>
                <c:pt idx="188">
                  <c:v>2.39</c:v>
                </c:pt>
                <c:pt idx="189">
                  <c:v>2.39</c:v>
                </c:pt>
                <c:pt idx="190">
                  <c:v>2.38</c:v>
                </c:pt>
                <c:pt idx="191">
                  <c:v>2.35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s4</c:v>
                </c:pt>
              </c:strCache>
            </c:strRef>
          </c:tx>
          <c:spPr>
            <a:solidFill>
              <a:srgbClr val="3B7F76"/>
            </a:solidFill>
            <a:ln w="9525" cap="flat">
              <a:solidFill>
                <a:srgbClr val="3B7F7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B7F76"/>
              </a:solidFill>
              <a:ln w="9525" cap="flat">
                <a:solidFill>
                  <a:srgbClr val="3B7F7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Sheet1!$A$2:$A$193</c:f>
              <c:multiLvlStrCache>
                <c:ptCount val="19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</c:lvl>
              </c:multiLvlStrCache>
            </c:multiLvlStrRef>
          </c:cat>
          <c:val>
            <c:numRef>
              <c:f>Sheet1!$F$2:$F$193</c:f>
              <c:numCache>
                <c:formatCode>General</c:formatCode>
                <c:ptCount val="192"/>
                <c:pt idx="0">
                  <c:v>1.7</c:v>
                </c:pt>
                <c:pt idx="1">
                  <c:v>1.7</c:v>
                </c:pt>
                <c:pt idx="2">
                  <c:v>1.67</c:v>
                </c:pt>
                <c:pt idx="3">
                  <c:v>1.7</c:v>
                </c:pt>
                <c:pt idx="4">
                  <c:v>1.7</c:v>
                </c:pt>
                <c:pt idx="5">
                  <c:v>1.74</c:v>
                </c:pt>
                <c:pt idx="6">
                  <c:v>1.74</c:v>
                </c:pt>
                <c:pt idx="7">
                  <c:v>1.68</c:v>
                </c:pt>
                <c:pt idx="8">
                  <c:v>1.68</c:v>
                </c:pt>
                <c:pt idx="9">
                  <c:v>1.59</c:v>
                </c:pt>
                <c:pt idx="10">
                  <c:v>1.57</c:v>
                </c:pt>
                <c:pt idx="11">
                  <c:v>1.67</c:v>
                </c:pt>
                <c:pt idx="12">
                  <c:v>1.54</c:v>
                </c:pt>
                <c:pt idx="13">
                  <c:v>1.44</c:v>
                </c:pt>
                <c:pt idx="14">
                  <c:v>1.32</c:v>
                </c:pt>
                <c:pt idx="15">
                  <c:v>1.24</c:v>
                </c:pt>
                <c:pt idx="16">
                  <c:v>1.21</c:v>
                </c:pt>
                <c:pt idx="17">
                  <c:v>1.15</c:v>
                </c:pt>
                <c:pt idx="18">
                  <c:v>1.13</c:v>
                </c:pt>
                <c:pt idx="19">
                  <c:v>1.16</c:v>
                </c:pt>
                <c:pt idx="20">
                  <c:v>1.21</c:v>
                </c:pt>
                <c:pt idx="21">
                  <c:v>1.23</c:v>
                </c:pt>
                <c:pt idx="22">
                  <c:v>1.34</c:v>
                </c:pt>
                <c:pt idx="23">
                  <c:v>1.36</c:v>
                </c:pt>
                <c:pt idx="24">
                  <c:v>1.38</c:v>
                </c:pt>
                <c:pt idx="25">
                  <c:v>1.44</c:v>
                </c:pt>
                <c:pt idx="26">
                  <c:v>1.44</c:v>
                </c:pt>
                <c:pt idx="27">
                  <c:v>1.44</c:v>
                </c:pt>
                <c:pt idx="28">
                  <c:v>1.44</c:v>
                </c:pt>
                <c:pt idx="29">
                  <c:v>1.44</c:v>
                </c:pt>
                <c:pt idx="30">
                  <c:v>1.44</c:v>
                </c:pt>
                <c:pt idx="31">
                  <c:v>1.23</c:v>
                </c:pt>
                <c:pt idx="32">
                  <c:v>1.18</c:v>
                </c:pt>
                <c:pt idx="33">
                  <c:v>1.19</c:v>
                </c:pt>
                <c:pt idx="34">
                  <c:v>1.19</c:v>
                </c:pt>
                <c:pt idx="35">
                  <c:v>1.12</c:v>
                </c:pt>
                <c:pt idx="36">
                  <c:v>1.15</c:v>
                </c:pt>
                <c:pt idx="37">
                  <c:v>1.11</c:v>
                </c:pt>
                <c:pt idx="38">
                  <c:v>1.1</c:v>
                </c:pt>
                <c:pt idx="39">
                  <c:v>1.09</c:v>
                </c:pt>
                <c:pt idx="40">
                  <c:v>1.14</c:v>
                </c:pt>
                <c:pt idx="41">
                  <c:v>1.13</c:v>
                </c:pt>
                <c:pt idx="42">
                  <c:v>1.15</c:v>
                </c:pt>
                <c:pt idx="43">
                  <c:v>1.18</c:v>
                </c:pt>
                <c:pt idx="44">
                  <c:v>1.21</c:v>
                </c:pt>
                <c:pt idx="45">
                  <c:v>1.31</c:v>
                </c:pt>
                <c:pt idx="46">
                  <c:v>1.29</c:v>
                </c:pt>
                <c:pt idx="47">
                  <c:v>1.3</c:v>
                </c:pt>
                <c:pt idx="48">
                  <c:v>1.34</c:v>
                </c:pt>
                <c:pt idx="49">
                  <c:v>1.41</c:v>
                </c:pt>
                <c:pt idx="50">
                  <c:v>1.46</c:v>
                </c:pt>
                <c:pt idx="51">
                  <c:v>1.46</c:v>
                </c:pt>
                <c:pt idx="52">
                  <c:v>1.51</c:v>
                </c:pt>
                <c:pt idx="53">
                  <c:v>1.51</c:v>
                </c:pt>
                <c:pt idx="54">
                  <c:v>1.48</c:v>
                </c:pt>
                <c:pt idx="55">
                  <c:v>1.38</c:v>
                </c:pt>
                <c:pt idx="56">
                  <c:v>1.23</c:v>
                </c:pt>
                <c:pt idx="57">
                  <c:v>1.09</c:v>
                </c:pt>
                <c:pt idx="58">
                  <c:v>1.06</c:v>
                </c:pt>
                <c:pt idx="59">
                  <c:v>1.1</c:v>
                </c:pt>
                <c:pt idx="60">
                  <c:v>1.04</c:v>
                </c:pt>
                <c:pt idx="61">
                  <c:v>1.03</c:v>
                </c:pt>
                <c:pt idx="62">
                  <c:v>1.05</c:v>
                </c:pt>
                <c:pt idx="63">
                  <c:v>1.07</c:v>
                </c:pt>
                <c:pt idx="64">
                  <c:v>1.08</c:v>
                </c:pt>
                <c:pt idx="65">
                  <c:v>1.08</c:v>
                </c:pt>
                <c:pt idx="66">
                  <c:v>1.12</c:v>
                </c:pt>
                <c:pt idx="67">
                  <c:v>1.15</c:v>
                </c:pt>
                <c:pt idx="68">
                  <c:v>1.17</c:v>
                </c:pt>
                <c:pt idx="69">
                  <c:v>1.19</c:v>
                </c:pt>
                <c:pt idx="70">
                  <c:v>1.19</c:v>
                </c:pt>
                <c:pt idx="71">
                  <c:v>1.32</c:v>
                </c:pt>
                <c:pt idx="72">
                  <c:v>1.36</c:v>
                </c:pt>
                <c:pt idx="73">
                  <c:v>1.36</c:v>
                </c:pt>
                <c:pt idx="74">
                  <c:v>1.33</c:v>
                </c:pt>
                <c:pt idx="75">
                  <c:v>1.31</c:v>
                </c:pt>
                <c:pt idx="76">
                  <c:v>1.35</c:v>
                </c:pt>
                <c:pt idx="77">
                  <c:v>1.35</c:v>
                </c:pt>
                <c:pt idx="78">
                  <c:v>1.33</c:v>
                </c:pt>
                <c:pt idx="79">
                  <c:v>1.12</c:v>
                </c:pt>
                <c:pt idx="80">
                  <c:v>1.21</c:v>
                </c:pt>
                <c:pt idx="81">
                  <c:v>1.15</c:v>
                </c:pt>
                <c:pt idx="82">
                  <c:v>1.29</c:v>
                </c:pt>
                <c:pt idx="83">
                  <c:v>1.31</c:v>
                </c:pt>
                <c:pt idx="84">
                  <c:v>1.31</c:v>
                </c:pt>
                <c:pt idx="85">
                  <c:v>1.28</c:v>
                </c:pt>
                <c:pt idx="86">
                  <c:v>1.28</c:v>
                </c:pt>
                <c:pt idx="87">
                  <c:v>1.29</c:v>
                </c:pt>
                <c:pt idx="88">
                  <c:v>1.35</c:v>
                </c:pt>
                <c:pt idx="89">
                  <c:v>1.35</c:v>
                </c:pt>
                <c:pt idx="90">
                  <c:v>1.37</c:v>
                </c:pt>
                <c:pt idx="91">
                  <c:v>1.37</c:v>
                </c:pt>
                <c:pt idx="92">
                  <c:v>1.37</c:v>
                </c:pt>
                <c:pt idx="93">
                  <c:v>1.41</c:v>
                </c:pt>
                <c:pt idx="94">
                  <c:v>1.43</c:v>
                </c:pt>
                <c:pt idx="95">
                  <c:v>1.45</c:v>
                </c:pt>
                <c:pt idx="96">
                  <c:v>1.48</c:v>
                </c:pt>
                <c:pt idx="97">
                  <c:v>1.5</c:v>
                </c:pt>
                <c:pt idx="98">
                  <c:v>1.5</c:v>
                </c:pt>
                <c:pt idx="99">
                  <c:v>1.5</c:v>
                </c:pt>
                <c:pt idx="100">
                  <c:v>1.48</c:v>
                </c:pt>
                <c:pt idx="101">
                  <c:v>1.48</c:v>
                </c:pt>
                <c:pt idx="102">
                  <c:v>1.48</c:v>
                </c:pt>
                <c:pt idx="103">
                  <c:v>1.48</c:v>
                </c:pt>
                <c:pt idx="104">
                  <c:v>1.44</c:v>
                </c:pt>
                <c:pt idx="105">
                  <c:v>1.46</c:v>
                </c:pt>
                <c:pt idx="106">
                  <c:v>1.51</c:v>
                </c:pt>
                <c:pt idx="107">
                  <c:v>1.51</c:v>
                </c:pt>
                <c:pt idx="108">
                  <c:v>1.54</c:v>
                </c:pt>
                <c:pt idx="109">
                  <c:v>1.54</c:v>
                </c:pt>
                <c:pt idx="110">
                  <c:v>1.54</c:v>
                </c:pt>
                <c:pt idx="111">
                  <c:v>1.56</c:v>
                </c:pt>
                <c:pt idx="112">
                  <c:v>1.56</c:v>
                </c:pt>
                <c:pt idx="113">
                  <c:v>1.62</c:v>
                </c:pt>
                <c:pt idx="114">
                  <c:v>1.59</c:v>
                </c:pt>
                <c:pt idx="115">
                  <c:v>1.67</c:v>
                </c:pt>
                <c:pt idx="116">
                  <c:v>1.67</c:v>
                </c:pt>
                <c:pt idx="117">
                  <c:v>1.7</c:v>
                </c:pt>
                <c:pt idx="118">
                  <c:v>1.7</c:v>
                </c:pt>
                <c:pt idx="119">
                  <c:v>1.7</c:v>
                </c:pt>
                <c:pt idx="120">
                  <c:v>1.7</c:v>
                </c:pt>
                <c:pt idx="121">
                  <c:v>1.7</c:v>
                </c:pt>
                <c:pt idx="122">
                  <c:v>1.7</c:v>
                </c:pt>
                <c:pt idx="123">
                  <c:v>1.67</c:v>
                </c:pt>
                <c:pt idx="124">
                  <c:v>1.67</c:v>
                </c:pt>
                <c:pt idx="125">
                  <c:v>1.67</c:v>
                </c:pt>
                <c:pt idx="126">
                  <c:v>1.67</c:v>
                </c:pt>
                <c:pt idx="127">
                  <c:v>1.77</c:v>
                </c:pt>
                <c:pt idx="128">
                  <c:v>1.73</c:v>
                </c:pt>
                <c:pt idx="129">
                  <c:v>1.67</c:v>
                </c:pt>
                <c:pt idx="130">
                  <c:v>1.7</c:v>
                </c:pt>
                <c:pt idx="131">
                  <c:v>1.77</c:v>
                </c:pt>
                <c:pt idx="132">
                  <c:v>1.73</c:v>
                </c:pt>
                <c:pt idx="133">
                  <c:v>1.61</c:v>
                </c:pt>
                <c:pt idx="134">
                  <c:v>1.61</c:v>
                </c:pt>
                <c:pt idx="135">
                  <c:v>1.58</c:v>
                </c:pt>
                <c:pt idx="136">
                  <c:v>1.53</c:v>
                </c:pt>
                <c:pt idx="137">
                  <c:v>1.45</c:v>
                </c:pt>
                <c:pt idx="138">
                  <c:v>1.45</c:v>
                </c:pt>
                <c:pt idx="139">
                  <c:v>1.5</c:v>
                </c:pt>
                <c:pt idx="140">
                  <c:v>1.52</c:v>
                </c:pt>
                <c:pt idx="141">
                  <c:v>1.5</c:v>
                </c:pt>
                <c:pt idx="142">
                  <c:v>1.5</c:v>
                </c:pt>
                <c:pt idx="143">
                  <c:v>1.58</c:v>
                </c:pt>
                <c:pt idx="144">
                  <c:v>1.47</c:v>
                </c:pt>
                <c:pt idx="145">
                  <c:v>1.49</c:v>
                </c:pt>
                <c:pt idx="146">
                  <c:v>1.47</c:v>
                </c:pt>
                <c:pt idx="147">
                  <c:v>1.49</c:v>
                </c:pt>
                <c:pt idx="148">
                  <c:v>1.47</c:v>
                </c:pt>
                <c:pt idx="149">
                  <c:v>1.57</c:v>
                </c:pt>
                <c:pt idx="150">
                  <c:v>1.6</c:v>
                </c:pt>
                <c:pt idx="151">
                  <c:v>1.54</c:v>
                </c:pt>
                <c:pt idx="152">
                  <c:v>1.44</c:v>
                </c:pt>
                <c:pt idx="153">
                  <c:v>1.35</c:v>
                </c:pt>
                <c:pt idx="154">
                  <c:v>1.24</c:v>
                </c:pt>
                <c:pt idx="155">
                  <c:v>1.21</c:v>
                </c:pt>
                <c:pt idx="156">
                  <c:v>1.16</c:v>
                </c:pt>
                <c:pt idx="157">
                  <c:v>1.14</c:v>
                </c:pt>
                <c:pt idx="158">
                  <c:v>1.08</c:v>
                </c:pt>
                <c:pt idx="159">
                  <c:v>1.08</c:v>
                </c:pt>
                <c:pt idx="160">
                  <c:v>1.12</c:v>
                </c:pt>
                <c:pt idx="161">
                  <c:v>1.25</c:v>
                </c:pt>
                <c:pt idx="162">
                  <c:v>1.28</c:v>
                </c:pt>
                <c:pt idx="163">
                  <c:v>1.32</c:v>
                </c:pt>
                <c:pt idx="164">
                  <c:v>1.4</c:v>
                </c:pt>
                <c:pt idx="165">
                  <c:v>1.36</c:v>
                </c:pt>
                <c:pt idx="166">
                  <c:v>1.38</c:v>
                </c:pt>
                <c:pt idx="167">
                  <c:v>1.42</c:v>
                </c:pt>
                <c:pt idx="168">
                  <c:v>1.44</c:v>
                </c:pt>
                <c:pt idx="169">
                  <c:v>1.49</c:v>
                </c:pt>
                <c:pt idx="170">
                  <c:v>1.54</c:v>
                </c:pt>
                <c:pt idx="171">
                  <c:v>1.52</c:v>
                </c:pt>
                <c:pt idx="172">
                  <c:v>1.54</c:v>
                </c:pt>
                <c:pt idx="173">
                  <c:v>1.6</c:v>
                </c:pt>
                <c:pt idx="174">
                  <c:v>1.54</c:v>
                </c:pt>
                <c:pt idx="175">
                  <c:v>1.55</c:v>
                </c:pt>
                <c:pt idx="176">
                  <c:v>1.47</c:v>
                </c:pt>
                <c:pt idx="177">
                  <c:v>1.36</c:v>
                </c:pt>
                <c:pt idx="178">
                  <c:v>1.27</c:v>
                </c:pt>
                <c:pt idx="179">
                  <c:v>1.19</c:v>
                </c:pt>
                <c:pt idx="180">
                  <c:v>1.18</c:v>
                </c:pt>
                <c:pt idx="181">
                  <c:v>1.21</c:v>
                </c:pt>
                <c:pt idx="182">
                  <c:v>1.23</c:v>
                </c:pt>
                <c:pt idx="183">
                  <c:v>1.26</c:v>
                </c:pt>
                <c:pt idx="184">
                  <c:v>1.31</c:v>
                </c:pt>
                <c:pt idx="185">
                  <c:v>1.37</c:v>
                </c:pt>
                <c:pt idx="186">
                  <c:v>1.37</c:v>
                </c:pt>
                <c:pt idx="187">
                  <c:v>1.41</c:v>
                </c:pt>
                <c:pt idx="188">
                  <c:v>1.5</c:v>
                </c:pt>
                <c:pt idx="189">
                  <c:v>1.45</c:v>
                </c:pt>
                <c:pt idx="190">
                  <c:v>1.48</c:v>
                </c:pt>
                <c:pt idx="191">
                  <c:v>1.53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s5</c:v>
                </c:pt>
              </c:strCache>
            </c:strRef>
          </c:tx>
          <c:spPr>
            <a:solidFill>
              <a:srgbClr val="B5DDD7"/>
            </a:solidFill>
            <a:ln w="9525" cap="flat">
              <a:solidFill>
                <a:srgbClr val="B5DDD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5DDD7"/>
              </a:solidFill>
              <a:ln w="9525" cap="flat">
                <a:solidFill>
                  <a:srgbClr val="B5DDD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Sheet1!$A$2:$A$193</c:f>
              <c:multiLvlStrCache>
                <c:ptCount val="19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</c:lvl>
              </c:multiLvlStrCache>
            </c:multiLvlStrRef>
          </c:cat>
          <c:val>
            <c:numRef>
              <c:f>Sheet1!$G$2:$G$193</c:f>
              <c:numCache>
                <c:formatCode>General</c:formatCode>
                <c:ptCount val="192"/>
                <c:pt idx="0">
                  <c:v>0.39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0.36</c:v>
                </c:pt>
                <c:pt idx="5">
                  <c:v>0.36</c:v>
                </c:pt>
                <c:pt idx="6">
                  <c:v>0.36</c:v>
                </c:pt>
                <c:pt idx="7">
                  <c:v>0.47</c:v>
                </c:pt>
                <c:pt idx="8">
                  <c:v>0.51</c:v>
                </c:pt>
                <c:pt idx="9">
                  <c:v>0.65</c:v>
                </c:pt>
                <c:pt idx="10">
                  <c:v>0.59</c:v>
                </c:pt>
                <c:pt idx="11">
                  <c:v>0.51</c:v>
                </c:pt>
                <c:pt idx="12">
                  <c:v>0.44</c:v>
                </c:pt>
                <c:pt idx="13">
                  <c:v>0.44</c:v>
                </c:pt>
                <c:pt idx="14">
                  <c:v>0.26</c:v>
                </c:pt>
                <c:pt idx="15">
                  <c:v>0.36</c:v>
                </c:pt>
                <c:pt idx="16">
                  <c:v>0.47</c:v>
                </c:pt>
                <c:pt idx="17">
                  <c:v>0.39</c:v>
                </c:pt>
                <c:pt idx="18">
                  <c:v>0.39</c:v>
                </c:pt>
                <c:pt idx="19">
                  <c:v>0.33</c:v>
                </c:pt>
                <c:pt idx="20">
                  <c:v>0.39</c:v>
                </c:pt>
                <c:pt idx="21">
                  <c:v>0.39</c:v>
                </c:pt>
                <c:pt idx="22">
                  <c:v>0.44</c:v>
                </c:pt>
                <c:pt idx="23">
                  <c:v>0.41</c:v>
                </c:pt>
                <c:pt idx="24">
                  <c:v>0.47</c:v>
                </c:pt>
                <c:pt idx="25">
                  <c:v>0.44</c:v>
                </c:pt>
                <c:pt idx="26">
                  <c:v>0.47</c:v>
                </c:pt>
                <c:pt idx="27">
                  <c:v>0.44</c:v>
                </c:pt>
                <c:pt idx="28">
                  <c:v>0.44</c:v>
                </c:pt>
                <c:pt idx="29">
                  <c:v>0.41</c:v>
                </c:pt>
                <c:pt idx="30">
                  <c:v>0.39</c:v>
                </c:pt>
                <c:pt idx="31">
                  <c:v>0.47</c:v>
                </c:pt>
                <c:pt idx="32">
                  <c:v>0.47</c:v>
                </c:pt>
                <c:pt idx="33">
                  <c:v>0.41</c:v>
                </c:pt>
                <c:pt idx="34">
                  <c:v>0.3</c:v>
                </c:pt>
                <c:pt idx="35">
                  <c:v>0.47</c:v>
                </c:pt>
                <c:pt idx="36">
                  <c:v>0.41</c:v>
                </c:pt>
                <c:pt idx="37">
                  <c:v>0.39</c:v>
                </c:pt>
                <c:pt idx="38">
                  <c:v>0.26</c:v>
                </c:pt>
                <c:pt idx="39">
                  <c:v>0.36</c:v>
                </c:pt>
                <c:pt idx="40">
                  <c:v>0.44</c:v>
                </c:pt>
                <c:pt idx="41">
                  <c:v>0.33</c:v>
                </c:pt>
                <c:pt idx="42">
                  <c:v>0.24</c:v>
                </c:pt>
                <c:pt idx="43">
                  <c:v>0.21</c:v>
                </c:pt>
                <c:pt idx="44">
                  <c:v>0.18</c:v>
                </c:pt>
                <c:pt idx="45">
                  <c:v>0.21</c:v>
                </c:pt>
                <c:pt idx="46">
                  <c:v>0.33</c:v>
                </c:pt>
                <c:pt idx="47">
                  <c:v>0.39</c:v>
                </c:pt>
                <c:pt idx="48">
                  <c:v>0.41</c:v>
                </c:pt>
                <c:pt idx="49">
                  <c:v>0.41</c:v>
                </c:pt>
                <c:pt idx="50">
                  <c:v>0.33</c:v>
                </c:pt>
                <c:pt idx="51">
                  <c:v>0.26</c:v>
                </c:pt>
                <c:pt idx="52">
                  <c:v>0.26</c:v>
                </c:pt>
                <c:pt idx="53">
                  <c:v>0.36</c:v>
                </c:pt>
                <c:pt idx="54">
                  <c:v>0.18</c:v>
                </c:pt>
                <c:pt idx="55">
                  <c:v>0.26</c:v>
                </c:pt>
                <c:pt idx="56">
                  <c:v>0.36</c:v>
                </c:pt>
                <c:pt idx="57">
                  <c:v>0.33</c:v>
                </c:pt>
                <c:pt idx="58">
                  <c:v>0.33</c:v>
                </c:pt>
                <c:pt idx="59">
                  <c:v>0.39</c:v>
                </c:pt>
                <c:pt idx="60">
                  <c:v>0.18</c:v>
                </c:pt>
                <c:pt idx="61">
                  <c:v>0.21</c:v>
                </c:pt>
                <c:pt idx="62">
                  <c:v>0.3</c:v>
                </c:pt>
                <c:pt idx="63">
                  <c:v>0.3</c:v>
                </c:pt>
                <c:pt idx="64">
                  <c:v>0.26</c:v>
                </c:pt>
                <c:pt idx="65">
                  <c:v>0.15</c:v>
                </c:pt>
                <c:pt idx="66">
                  <c:v>0.21</c:v>
                </c:pt>
                <c:pt idx="67">
                  <c:v>0.3</c:v>
                </c:pt>
                <c:pt idx="68">
                  <c:v>0.26</c:v>
                </c:pt>
                <c:pt idx="69">
                  <c:v>0.21</c:v>
                </c:pt>
                <c:pt idx="70">
                  <c:v>0.26</c:v>
                </c:pt>
                <c:pt idx="71">
                  <c:v>0.18</c:v>
                </c:pt>
                <c:pt idx="72">
                  <c:v>0.15</c:v>
                </c:pt>
                <c:pt idx="73">
                  <c:v>0.21</c:v>
                </c:pt>
                <c:pt idx="74">
                  <c:v>0.15</c:v>
                </c:pt>
                <c:pt idx="75">
                  <c:v>0.24</c:v>
                </c:pt>
                <c:pt idx="76">
                  <c:v>0.26</c:v>
                </c:pt>
                <c:pt idx="77">
                  <c:v>0.26</c:v>
                </c:pt>
                <c:pt idx="78">
                  <c:v>0.21</c:v>
                </c:pt>
                <c:pt idx="79">
                  <c:v>0.26</c:v>
                </c:pt>
                <c:pt idx="80">
                  <c:v>0.3</c:v>
                </c:pt>
                <c:pt idx="81">
                  <c:v>0.44</c:v>
                </c:pt>
                <c:pt idx="82">
                  <c:v>0.36</c:v>
                </c:pt>
                <c:pt idx="83">
                  <c:v>0.36</c:v>
                </c:pt>
                <c:pt idx="84">
                  <c:v>0.26</c:v>
                </c:pt>
                <c:pt idx="85">
                  <c:v>0.3</c:v>
                </c:pt>
                <c:pt idx="86">
                  <c:v>0.33</c:v>
                </c:pt>
                <c:pt idx="87">
                  <c:v>0.3</c:v>
                </c:pt>
                <c:pt idx="88">
                  <c:v>0.36</c:v>
                </c:pt>
                <c:pt idx="89">
                  <c:v>0.33</c:v>
                </c:pt>
                <c:pt idx="90">
                  <c:v>0.24</c:v>
                </c:pt>
                <c:pt idx="91">
                  <c:v>0.26</c:v>
                </c:pt>
                <c:pt idx="92">
                  <c:v>0.3</c:v>
                </c:pt>
                <c:pt idx="93">
                  <c:v>0.3</c:v>
                </c:pt>
                <c:pt idx="94">
                  <c:v>0.3</c:v>
                </c:pt>
                <c:pt idx="95">
                  <c:v>0.33</c:v>
                </c:pt>
                <c:pt idx="96">
                  <c:v>0.3</c:v>
                </c:pt>
                <c:pt idx="97">
                  <c:v>0.3</c:v>
                </c:pt>
                <c:pt idx="98">
                  <c:v>0.33</c:v>
                </c:pt>
                <c:pt idx="99">
                  <c:v>0.39</c:v>
                </c:pt>
                <c:pt idx="100">
                  <c:v>0.41</c:v>
                </c:pt>
                <c:pt idx="101">
                  <c:v>0.41</c:v>
                </c:pt>
                <c:pt idx="102">
                  <c:v>0.41</c:v>
                </c:pt>
                <c:pt idx="103">
                  <c:v>0.39</c:v>
                </c:pt>
                <c:pt idx="104">
                  <c:v>0.44</c:v>
                </c:pt>
                <c:pt idx="105">
                  <c:v>0.39</c:v>
                </c:pt>
                <c:pt idx="106">
                  <c:v>0.36</c:v>
                </c:pt>
                <c:pt idx="107">
                  <c:v>0.51</c:v>
                </c:pt>
                <c:pt idx="108">
                  <c:v>0.51</c:v>
                </c:pt>
                <c:pt idx="109">
                  <c:v>0.51</c:v>
                </c:pt>
                <c:pt idx="110">
                  <c:v>0.47</c:v>
                </c:pt>
                <c:pt idx="111">
                  <c:v>0.39</c:v>
                </c:pt>
                <c:pt idx="112">
                  <c:v>0.36</c:v>
                </c:pt>
                <c:pt idx="113">
                  <c:v>0.36</c:v>
                </c:pt>
                <c:pt idx="114">
                  <c:v>0.36</c:v>
                </c:pt>
                <c:pt idx="115">
                  <c:v>0.26</c:v>
                </c:pt>
                <c:pt idx="116">
                  <c:v>0.36</c:v>
                </c:pt>
                <c:pt idx="117">
                  <c:v>0.39</c:v>
                </c:pt>
                <c:pt idx="118">
                  <c:v>0.39</c:v>
                </c:pt>
                <c:pt idx="119">
                  <c:v>0.39</c:v>
                </c:pt>
                <c:pt idx="120">
                  <c:v>0.44</c:v>
                </c:pt>
                <c:pt idx="121">
                  <c:v>0.44</c:v>
                </c:pt>
                <c:pt idx="122">
                  <c:v>0.44</c:v>
                </c:pt>
                <c:pt idx="123">
                  <c:v>0.41</c:v>
                </c:pt>
                <c:pt idx="124">
                  <c:v>0.44</c:v>
                </c:pt>
                <c:pt idx="125">
                  <c:v>0.36</c:v>
                </c:pt>
                <c:pt idx="126">
                  <c:v>0.36</c:v>
                </c:pt>
                <c:pt idx="127">
                  <c:v>0.47</c:v>
                </c:pt>
                <c:pt idx="128">
                  <c:v>0.47</c:v>
                </c:pt>
                <c:pt idx="129">
                  <c:v>0.47</c:v>
                </c:pt>
                <c:pt idx="130">
                  <c:v>0.36</c:v>
                </c:pt>
                <c:pt idx="131">
                  <c:v>0.44</c:v>
                </c:pt>
                <c:pt idx="132">
                  <c:v>0.41</c:v>
                </c:pt>
                <c:pt idx="133">
                  <c:v>0.47</c:v>
                </c:pt>
                <c:pt idx="134">
                  <c:v>0.36</c:v>
                </c:pt>
                <c:pt idx="135">
                  <c:v>0.3</c:v>
                </c:pt>
                <c:pt idx="136">
                  <c:v>0.26</c:v>
                </c:pt>
                <c:pt idx="137">
                  <c:v>0.33</c:v>
                </c:pt>
                <c:pt idx="138">
                  <c:v>0.24</c:v>
                </c:pt>
                <c:pt idx="139">
                  <c:v>0.3</c:v>
                </c:pt>
                <c:pt idx="140">
                  <c:v>0.39</c:v>
                </c:pt>
                <c:pt idx="141">
                  <c:v>0.26</c:v>
                </c:pt>
                <c:pt idx="142">
                  <c:v>0.26</c:v>
                </c:pt>
                <c:pt idx="143">
                  <c:v>0.33</c:v>
                </c:pt>
                <c:pt idx="144">
                  <c:v>0.36</c:v>
                </c:pt>
                <c:pt idx="145">
                  <c:v>0.33</c:v>
                </c:pt>
                <c:pt idx="146">
                  <c:v>0.33</c:v>
                </c:pt>
                <c:pt idx="147">
                  <c:v>0.3</c:v>
                </c:pt>
                <c:pt idx="148">
                  <c:v>0.3</c:v>
                </c:pt>
                <c:pt idx="149">
                  <c:v>0.24</c:v>
                </c:pt>
                <c:pt idx="150">
                  <c:v>0.18</c:v>
                </c:pt>
                <c:pt idx="151">
                  <c:v>0.21</c:v>
                </c:pt>
                <c:pt idx="152">
                  <c:v>0.33</c:v>
                </c:pt>
                <c:pt idx="153">
                  <c:v>0.39</c:v>
                </c:pt>
                <c:pt idx="154">
                  <c:v>0.3</c:v>
                </c:pt>
                <c:pt idx="155">
                  <c:v>0.39</c:v>
                </c:pt>
                <c:pt idx="156">
                  <c:v>0.36</c:v>
                </c:pt>
                <c:pt idx="157">
                  <c:v>0.24</c:v>
                </c:pt>
                <c:pt idx="158">
                  <c:v>0.26</c:v>
                </c:pt>
                <c:pt idx="159">
                  <c:v>0.26</c:v>
                </c:pt>
                <c:pt idx="160">
                  <c:v>0.21</c:v>
                </c:pt>
                <c:pt idx="161">
                  <c:v>0.24</c:v>
                </c:pt>
                <c:pt idx="162">
                  <c:v>0.24</c:v>
                </c:pt>
                <c:pt idx="163">
                  <c:v>0.18</c:v>
                </c:pt>
                <c:pt idx="164">
                  <c:v>0.18</c:v>
                </c:pt>
                <c:pt idx="165">
                  <c:v>0.21</c:v>
                </c:pt>
                <c:pt idx="166">
                  <c:v>0.18</c:v>
                </c:pt>
                <c:pt idx="167">
                  <c:v>0.15</c:v>
                </c:pt>
                <c:pt idx="168">
                  <c:v>0.15</c:v>
                </c:pt>
                <c:pt idx="169">
                  <c:v>0.12</c:v>
                </c:pt>
                <c:pt idx="170">
                  <c:v>0.09</c:v>
                </c:pt>
                <c:pt idx="171">
                  <c:v>0.12</c:v>
                </c:pt>
                <c:pt idx="172">
                  <c:v>0.12</c:v>
                </c:pt>
                <c:pt idx="173">
                  <c:v>0.15</c:v>
                </c:pt>
                <c:pt idx="174">
                  <c:v>0.24</c:v>
                </c:pt>
                <c:pt idx="175">
                  <c:v>0.26</c:v>
                </c:pt>
                <c:pt idx="176">
                  <c:v>0.26</c:v>
                </c:pt>
                <c:pt idx="177">
                  <c:v>0.3</c:v>
                </c:pt>
                <c:pt idx="178">
                  <c:v>0.21</c:v>
                </c:pt>
                <c:pt idx="179">
                  <c:v>0.15</c:v>
                </c:pt>
                <c:pt idx="180">
                  <c:v>0.33</c:v>
                </c:pt>
                <c:pt idx="181">
                  <c:v>0.21</c:v>
                </c:pt>
                <c:pt idx="182">
                  <c:v>0.33</c:v>
                </c:pt>
                <c:pt idx="183">
                  <c:v>0.3</c:v>
                </c:pt>
                <c:pt idx="184">
                  <c:v>0.21</c:v>
                </c:pt>
                <c:pt idx="185">
                  <c:v>0.3</c:v>
                </c:pt>
                <c:pt idx="186">
                  <c:v>0.24</c:v>
                </c:pt>
                <c:pt idx="187">
                  <c:v>0.18</c:v>
                </c:pt>
                <c:pt idx="188">
                  <c:v>0.18</c:v>
                </c:pt>
                <c:pt idx="189">
                  <c:v>0.15</c:v>
                </c:pt>
                <c:pt idx="190">
                  <c:v>0.15</c:v>
                </c:pt>
                <c:pt idx="191">
                  <c:v>0.12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4"/>
          <c:w val="0.96"/>
          <c:h val="0.9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E89B0C"/>
            </a:solidFill>
            <a:ln w="19050" cap="flat">
              <a:solidFill>
                <a:srgbClr val="E89B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9B0C"/>
              </a:solidFill>
              <a:ln w="9525" cap="flat">
                <a:solidFill>
                  <a:srgbClr val="E89B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0.79</c:v>
                </c:pt>
                <c:pt idx="8">
                  <c:v>1.74</c:v>
                </c:pt>
                <c:pt idx="9">
                  <c:v>2.38</c:v>
                </c:pt>
                <c:pt idx="10">
                  <c:v>3.06</c:v>
                </c:pt>
                <c:pt idx="11">
                  <c:v>3.61</c:v>
                </c:pt>
                <c:pt idx="12">
                  <c:v>3.31</c:v>
                </c:pt>
                <c:pt idx="13">
                  <c:v>2.67</c:v>
                </c:pt>
                <c:pt idx="14">
                  <c:v>2.36</c:v>
                </c:pt>
                <c:pt idx="15">
                  <c:v>1.88</c:v>
                </c:pt>
                <c:pt idx="16">
                  <c:v>0.89</c:v>
                </c:pt>
                <c:pt idx="17">
                  <c:v>0.33</c:v>
                </c:pt>
                <c:pt idx="18">
                  <c:v>0.03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2"/>
          <c:y val="0.05"/>
          <c:w val="0.85"/>
          <c:h val="0.66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y0</c:v>
                </c:pt>
              </c:strCache>
            </c:strRef>
          </c:tx>
          <c:spPr>
            <a:solidFill>
              <a:srgbClr val="E89B0C"/>
            </a:solidFill>
            <a:ln w="12700" cap="flat">
              <a:solidFill>
                <a:srgbClr val="E89B0C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E89B0C"/>
              </a:solidFill>
              <a:ln w="9525" cap="flat">
                <a:solidFill>
                  <a:srgbClr val="E89B0C"/>
                </a:solidFill>
                <a:prstDash val="solid"/>
                <a:round/>
              </a:ln>
              <a:effectLst/>
            </c:spPr>
          </c:marker>
          <c:xVal>
            <c:numRef>
              <c:f>Sheet1!$A$2:$A$865</c:f>
              <c:numCache>
                <c:formatCode>General</c:formatCode>
                <c:ptCount val="864"/>
                <c:pt idx="0">
                  <c:v>0</c:v>
                </c:pt>
                <c:pt idx="1">
                  <c:v>0.003</c:v>
                </c:pt>
                <c:pt idx="2">
                  <c:v>0.007</c:v>
                </c:pt>
                <c:pt idx="3">
                  <c:v>0.01</c:v>
                </c:pt>
                <c:pt idx="4">
                  <c:v>0.014</c:v>
                </c:pt>
                <c:pt idx="5">
                  <c:v>0.017</c:v>
                </c:pt>
                <c:pt idx="6">
                  <c:v>0.021</c:v>
                </c:pt>
                <c:pt idx="7">
                  <c:v>0.024</c:v>
                </c:pt>
                <c:pt idx="8">
                  <c:v>0.028</c:v>
                </c:pt>
                <c:pt idx="9">
                  <c:v>0.031</c:v>
                </c:pt>
                <c:pt idx="10">
                  <c:v>0.035</c:v>
                </c:pt>
                <c:pt idx="11">
                  <c:v>0.038</c:v>
                </c:pt>
                <c:pt idx="12">
                  <c:v>0.042</c:v>
                </c:pt>
                <c:pt idx="13">
                  <c:v>0.045</c:v>
                </c:pt>
                <c:pt idx="14">
                  <c:v>0.049</c:v>
                </c:pt>
                <c:pt idx="15">
                  <c:v>0.052</c:v>
                </c:pt>
                <c:pt idx="16">
                  <c:v>0.056</c:v>
                </c:pt>
                <c:pt idx="17">
                  <c:v>0.059</c:v>
                </c:pt>
                <c:pt idx="18">
                  <c:v>0.062</c:v>
                </c:pt>
                <c:pt idx="19">
                  <c:v>0.066</c:v>
                </c:pt>
                <c:pt idx="20">
                  <c:v>0.069</c:v>
                </c:pt>
                <c:pt idx="21">
                  <c:v>0.073</c:v>
                </c:pt>
                <c:pt idx="22">
                  <c:v>0.076</c:v>
                </c:pt>
                <c:pt idx="23">
                  <c:v>0.08</c:v>
                </c:pt>
                <c:pt idx="24">
                  <c:v>0.083</c:v>
                </c:pt>
                <c:pt idx="25">
                  <c:v>0.087</c:v>
                </c:pt>
                <c:pt idx="26">
                  <c:v>0.09</c:v>
                </c:pt>
                <c:pt idx="27">
                  <c:v>0.094</c:v>
                </c:pt>
                <c:pt idx="28">
                  <c:v>0.097</c:v>
                </c:pt>
                <c:pt idx="29">
                  <c:v>0.101</c:v>
                </c:pt>
                <c:pt idx="30">
                  <c:v>0.104</c:v>
                </c:pt>
                <c:pt idx="31">
                  <c:v>0.108</c:v>
                </c:pt>
                <c:pt idx="32">
                  <c:v>0.111</c:v>
                </c:pt>
                <c:pt idx="33">
                  <c:v>0.115</c:v>
                </c:pt>
                <c:pt idx="34">
                  <c:v>0.118</c:v>
                </c:pt>
                <c:pt idx="35">
                  <c:v>0.122</c:v>
                </c:pt>
                <c:pt idx="36">
                  <c:v>0.125</c:v>
                </c:pt>
                <c:pt idx="37">
                  <c:v>0.128</c:v>
                </c:pt>
                <c:pt idx="38">
                  <c:v>0.132</c:v>
                </c:pt>
                <c:pt idx="39">
                  <c:v>0.135</c:v>
                </c:pt>
                <c:pt idx="40">
                  <c:v>0.139</c:v>
                </c:pt>
                <c:pt idx="41">
                  <c:v>0.142</c:v>
                </c:pt>
                <c:pt idx="42">
                  <c:v>0.146</c:v>
                </c:pt>
                <c:pt idx="43">
                  <c:v>0.149</c:v>
                </c:pt>
                <c:pt idx="44">
                  <c:v>0.153</c:v>
                </c:pt>
                <c:pt idx="45">
                  <c:v>0.156</c:v>
                </c:pt>
                <c:pt idx="46">
                  <c:v>0.16</c:v>
                </c:pt>
                <c:pt idx="47">
                  <c:v>0.163</c:v>
                </c:pt>
                <c:pt idx="48">
                  <c:v>0.167</c:v>
                </c:pt>
                <c:pt idx="49">
                  <c:v>0.17</c:v>
                </c:pt>
                <c:pt idx="50">
                  <c:v>0.174</c:v>
                </c:pt>
                <c:pt idx="51">
                  <c:v>0.177</c:v>
                </c:pt>
                <c:pt idx="52">
                  <c:v>0.181</c:v>
                </c:pt>
                <c:pt idx="53">
                  <c:v>0.184</c:v>
                </c:pt>
                <c:pt idx="54">
                  <c:v>0.188</c:v>
                </c:pt>
                <c:pt idx="55">
                  <c:v>0.191</c:v>
                </c:pt>
                <c:pt idx="56">
                  <c:v>0.194</c:v>
                </c:pt>
                <c:pt idx="57">
                  <c:v>0.198</c:v>
                </c:pt>
                <c:pt idx="58">
                  <c:v>0.201</c:v>
                </c:pt>
                <c:pt idx="59">
                  <c:v>0.205</c:v>
                </c:pt>
                <c:pt idx="60">
                  <c:v>0.208</c:v>
                </c:pt>
                <c:pt idx="61">
                  <c:v>0.212</c:v>
                </c:pt>
                <c:pt idx="62">
                  <c:v>0.215</c:v>
                </c:pt>
                <c:pt idx="63">
                  <c:v>0.219</c:v>
                </c:pt>
                <c:pt idx="64">
                  <c:v>0.222</c:v>
                </c:pt>
                <c:pt idx="65">
                  <c:v>0.226</c:v>
                </c:pt>
                <c:pt idx="66">
                  <c:v>0.229</c:v>
                </c:pt>
                <c:pt idx="67">
                  <c:v>0.233</c:v>
                </c:pt>
                <c:pt idx="68">
                  <c:v>0.236</c:v>
                </c:pt>
                <c:pt idx="69">
                  <c:v>0.24</c:v>
                </c:pt>
                <c:pt idx="70">
                  <c:v>0.243</c:v>
                </c:pt>
                <c:pt idx="71">
                  <c:v>0.247</c:v>
                </c:pt>
                <c:pt idx="72">
                  <c:v>0.25</c:v>
                </c:pt>
                <c:pt idx="73">
                  <c:v>0.253</c:v>
                </c:pt>
                <c:pt idx="74">
                  <c:v>0.257</c:v>
                </c:pt>
                <c:pt idx="75">
                  <c:v>0.26</c:v>
                </c:pt>
                <c:pt idx="76">
                  <c:v>0.264</c:v>
                </c:pt>
                <c:pt idx="77">
                  <c:v>0.267</c:v>
                </c:pt>
                <c:pt idx="78">
                  <c:v>0.271</c:v>
                </c:pt>
                <c:pt idx="79">
                  <c:v>0.274</c:v>
                </c:pt>
                <c:pt idx="80">
                  <c:v>0.278</c:v>
                </c:pt>
                <c:pt idx="81">
                  <c:v>0.281</c:v>
                </c:pt>
                <c:pt idx="82">
                  <c:v>0.285</c:v>
                </c:pt>
                <c:pt idx="83">
                  <c:v>0.288</c:v>
                </c:pt>
                <c:pt idx="84">
                  <c:v>0.292</c:v>
                </c:pt>
                <c:pt idx="85">
                  <c:v>0.295</c:v>
                </c:pt>
                <c:pt idx="86">
                  <c:v>0.299</c:v>
                </c:pt>
                <c:pt idx="87">
                  <c:v>0.302</c:v>
                </c:pt>
                <c:pt idx="88">
                  <c:v>0.306</c:v>
                </c:pt>
                <c:pt idx="89">
                  <c:v>0.309</c:v>
                </c:pt>
                <c:pt idx="90">
                  <c:v>0.312</c:v>
                </c:pt>
                <c:pt idx="91">
                  <c:v>0.316</c:v>
                </c:pt>
                <c:pt idx="92">
                  <c:v>0.319</c:v>
                </c:pt>
                <c:pt idx="93">
                  <c:v>0.323</c:v>
                </c:pt>
                <c:pt idx="94">
                  <c:v>0.326</c:v>
                </c:pt>
                <c:pt idx="95">
                  <c:v>0.33</c:v>
                </c:pt>
                <c:pt idx="96">
                  <c:v>0.333</c:v>
                </c:pt>
                <c:pt idx="97">
                  <c:v>0.337</c:v>
                </c:pt>
                <c:pt idx="98">
                  <c:v>0.34</c:v>
                </c:pt>
                <c:pt idx="99">
                  <c:v>0.344</c:v>
                </c:pt>
                <c:pt idx="100">
                  <c:v>0.347</c:v>
                </c:pt>
                <c:pt idx="101">
                  <c:v>0.351</c:v>
                </c:pt>
                <c:pt idx="102">
                  <c:v>0.354</c:v>
                </c:pt>
                <c:pt idx="103">
                  <c:v>0.358</c:v>
                </c:pt>
                <c:pt idx="104">
                  <c:v>0.361</c:v>
                </c:pt>
                <c:pt idx="105">
                  <c:v>0.365</c:v>
                </c:pt>
                <c:pt idx="106">
                  <c:v>0.368</c:v>
                </c:pt>
                <c:pt idx="107">
                  <c:v>0.372</c:v>
                </c:pt>
                <c:pt idx="108">
                  <c:v>0.375</c:v>
                </c:pt>
                <c:pt idx="109">
                  <c:v>0.378</c:v>
                </c:pt>
                <c:pt idx="110">
                  <c:v>0.382</c:v>
                </c:pt>
                <c:pt idx="111">
                  <c:v>0.385</c:v>
                </c:pt>
                <c:pt idx="112">
                  <c:v>0.389</c:v>
                </c:pt>
                <c:pt idx="113">
                  <c:v>0.392</c:v>
                </c:pt>
                <c:pt idx="114">
                  <c:v>0.396</c:v>
                </c:pt>
                <c:pt idx="115">
                  <c:v>0.399</c:v>
                </c:pt>
                <c:pt idx="116">
                  <c:v>0.403</c:v>
                </c:pt>
                <c:pt idx="117">
                  <c:v>0.406</c:v>
                </c:pt>
                <c:pt idx="118">
                  <c:v>0.41</c:v>
                </c:pt>
                <c:pt idx="119">
                  <c:v>0.413</c:v>
                </c:pt>
                <c:pt idx="120">
                  <c:v>0.417</c:v>
                </c:pt>
                <c:pt idx="121">
                  <c:v>0.42</c:v>
                </c:pt>
                <c:pt idx="122">
                  <c:v>0.424</c:v>
                </c:pt>
                <c:pt idx="123">
                  <c:v>0.427</c:v>
                </c:pt>
                <c:pt idx="124">
                  <c:v>0.431</c:v>
                </c:pt>
                <c:pt idx="125">
                  <c:v>0.434</c:v>
                </c:pt>
                <c:pt idx="126">
                  <c:v>0.438</c:v>
                </c:pt>
                <c:pt idx="127">
                  <c:v>0.441</c:v>
                </c:pt>
                <c:pt idx="128">
                  <c:v>0.444</c:v>
                </c:pt>
                <c:pt idx="129">
                  <c:v>0.448</c:v>
                </c:pt>
                <c:pt idx="130">
                  <c:v>0.451</c:v>
                </c:pt>
                <c:pt idx="131">
                  <c:v>0.455</c:v>
                </c:pt>
                <c:pt idx="132">
                  <c:v>0.458</c:v>
                </c:pt>
                <c:pt idx="133">
                  <c:v>0.462</c:v>
                </c:pt>
                <c:pt idx="134">
                  <c:v>0.465</c:v>
                </c:pt>
                <c:pt idx="135">
                  <c:v>0.469</c:v>
                </c:pt>
                <c:pt idx="136">
                  <c:v>0.472</c:v>
                </c:pt>
                <c:pt idx="137">
                  <c:v>0.476</c:v>
                </c:pt>
                <c:pt idx="138">
                  <c:v>0.479</c:v>
                </c:pt>
                <c:pt idx="139">
                  <c:v>0.483</c:v>
                </c:pt>
                <c:pt idx="140">
                  <c:v>0.486</c:v>
                </c:pt>
                <c:pt idx="141">
                  <c:v>0.49</c:v>
                </c:pt>
                <c:pt idx="142">
                  <c:v>0.493</c:v>
                </c:pt>
                <c:pt idx="143">
                  <c:v>0.497</c:v>
                </c:pt>
                <c:pt idx="144">
                  <c:v>0.5</c:v>
                </c:pt>
                <c:pt idx="145">
                  <c:v>0.503</c:v>
                </c:pt>
                <c:pt idx="146">
                  <c:v>0.507</c:v>
                </c:pt>
                <c:pt idx="147">
                  <c:v>0.51</c:v>
                </c:pt>
                <c:pt idx="148">
                  <c:v>0.514</c:v>
                </c:pt>
                <c:pt idx="149">
                  <c:v>0.517</c:v>
                </c:pt>
                <c:pt idx="150">
                  <c:v>0.521</c:v>
                </c:pt>
                <c:pt idx="151">
                  <c:v>0.524</c:v>
                </c:pt>
                <c:pt idx="152">
                  <c:v>0.528</c:v>
                </c:pt>
                <c:pt idx="153">
                  <c:v>0.531</c:v>
                </c:pt>
                <c:pt idx="154">
                  <c:v>0.535</c:v>
                </c:pt>
                <c:pt idx="155">
                  <c:v>0.538</c:v>
                </c:pt>
                <c:pt idx="156">
                  <c:v>0.542</c:v>
                </c:pt>
                <c:pt idx="157">
                  <c:v>0.545</c:v>
                </c:pt>
                <c:pt idx="158">
                  <c:v>0.549</c:v>
                </c:pt>
                <c:pt idx="159">
                  <c:v>0.552</c:v>
                </c:pt>
                <c:pt idx="160">
                  <c:v>0.556</c:v>
                </c:pt>
                <c:pt idx="161">
                  <c:v>0.559</c:v>
                </c:pt>
                <c:pt idx="162">
                  <c:v>0.562</c:v>
                </c:pt>
                <c:pt idx="163">
                  <c:v>0.566</c:v>
                </c:pt>
                <c:pt idx="164">
                  <c:v>0.569</c:v>
                </c:pt>
                <c:pt idx="165">
                  <c:v>0.573</c:v>
                </c:pt>
                <c:pt idx="166">
                  <c:v>0.576</c:v>
                </c:pt>
                <c:pt idx="167">
                  <c:v>0.58</c:v>
                </c:pt>
                <c:pt idx="168">
                  <c:v>0.583</c:v>
                </c:pt>
                <c:pt idx="169">
                  <c:v>0.587</c:v>
                </c:pt>
                <c:pt idx="170">
                  <c:v>0.59</c:v>
                </c:pt>
                <c:pt idx="171">
                  <c:v>0.594</c:v>
                </c:pt>
                <c:pt idx="172">
                  <c:v>0.597</c:v>
                </c:pt>
                <c:pt idx="173">
                  <c:v>0.601</c:v>
                </c:pt>
                <c:pt idx="174">
                  <c:v>0.604</c:v>
                </c:pt>
                <c:pt idx="175">
                  <c:v>0.608</c:v>
                </c:pt>
                <c:pt idx="176">
                  <c:v>0.611</c:v>
                </c:pt>
                <c:pt idx="177">
                  <c:v>0.615</c:v>
                </c:pt>
                <c:pt idx="178">
                  <c:v>0.618</c:v>
                </c:pt>
                <c:pt idx="179">
                  <c:v>0.622</c:v>
                </c:pt>
                <c:pt idx="180">
                  <c:v>0.625</c:v>
                </c:pt>
                <c:pt idx="181">
                  <c:v>0.628</c:v>
                </c:pt>
                <c:pt idx="182">
                  <c:v>0.632</c:v>
                </c:pt>
                <c:pt idx="183">
                  <c:v>0.635</c:v>
                </c:pt>
                <c:pt idx="184">
                  <c:v>0.639</c:v>
                </c:pt>
                <c:pt idx="185">
                  <c:v>0.642</c:v>
                </c:pt>
                <c:pt idx="186">
                  <c:v>0.646</c:v>
                </c:pt>
                <c:pt idx="187">
                  <c:v>0.649</c:v>
                </c:pt>
                <c:pt idx="188">
                  <c:v>0.653</c:v>
                </c:pt>
                <c:pt idx="189">
                  <c:v>0.656</c:v>
                </c:pt>
                <c:pt idx="190">
                  <c:v>0.66</c:v>
                </c:pt>
                <c:pt idx="191">
                  <c:v>0.663</c:v>
                </c:pt>
                <c:pt idx="192">
                  <c:v>0.667</c:v>
                </c:pt>
                <c:pt idx="193">
                  <c:v>0.67</c:v>
                </c:pt>
                <c:pt idx="194">
                  <c:v>0.674</c:v>
                </c:pt>
                <c:pt idx="195">
                  <c:v>0.677</c:v>
                </c:pt>
                <c:pt idx="196">
                  <c:v>0.681</c:v>
                </c:pt>
                <c:pt idx="197">
                  <c:v>0.684</c:v>
                </c:pt>
                <c:pt idx="198">
                  <c:v>0.688</c:v>
                </c:pt>
                <c:pt idx="199">
                  <c:v>0.691</c:v>
                </c:pt>
                <c:pt idx="200">
                  <c:v>0.694</c:v>
                </c:pt>
                <c:pt idx="201">
                  <c:v>0.698</c:v>
                </c:pt>
                <c:pt idx="202">
                  <c:v>0.701</c:v>
                </c:pt>
                <c:pt idx="203">
                  <c:v>0.705</c:v>
                </c:pt>
                <c:pt idx="204">
                  <c:v>0.708</c:v>
                </c:pt>
                <c:pt idx="205">
                  <c:v>0.712</c:v>
                </c:pt>
                <c:pt idx="206">
                  <c:v>0.715</c:v>
                </c:pt>
                <c:pt idx="207">
                  <c:v>0.719</c:v>
                </c:pt>
                <c:pt idx="208">
                  <c:v>0.722</c:v>
                </c:pt>
                <c:pt idx="209">
                  <c:v>0.726</c:v>
                </c:pt>
                <c:pt idx="210">
                  <c:v>0.729</c:v>
                </c:pt>
                <c:pt idx="211">
                  <c:v>0.733</c:v>
                </c:pt>
                <c:pt idx="212">
                  <c:v>0.736</c:v>
                </c:pt>
                <c:pt idx="213">
                  <c:v>0.74</c:v>
                </c:pt>
                <c:pt idx="214">
                  <c:v>0.743</c:v>
                </c:pt>
                <c:pt idx="215">
                  <c:v>0.747</c:v>
                </c:pt>
                <c:pt idx="216">
                  <c:v>0.75</c:v>
                </c:pt>
                <c:pt idx="217">
                  <c:v>0.753</c:v>
                </c:pt>
                <c:pt idx="218">
                  <c:v>0.757</c:v>
                </c:pt>
                <c:pt idx="219">
                  <c:v>0.76</c:v>
                </c:pt>
                <c:pt idx="220">
                  <c:v>0.764</c:v>
                </c:pt>
                <c:pt idx="221">
                  <c:v>0.767</c:v>
                </c:pt>
                <c:pt idx="222">
                  <c:v>0.771</c:v>
                </c:pt>
                <c:pt idx="223">
                  <c:v>0.774</c:v>
                </c:pt>
                <c:pt idx="224">
                  <c:v>0.778</c:v>
                </c:pt>
                <c:pt idx="225">
                  <c:v>0.781</c:v>
                </c:pt>
                <c:pt idx="226">
                  <c:v>0.785</c:v>
                </c:pt>
                <c:pt idx="227">
                  <c:v>0.788</c:v>
                </c:pt>
                <c:pt idx="228">
                  <c:v>0.792</c:v>
                </c:pt>
                <c:pt idx="229">
                  <c:v>0.795</c:v>
                </c:pt>
                <c:pt idx="230">
                  <c:v>0.799</c:v>
                </c:pt>
                <c:pt idx="231">
                  <c:v>0.802</c:v>
                </c:pt>
                <c:pt idx="232">
                  <c:v>0.806</c:v>
                </c:pt>
                <c:pt idx="233">
                  <c:v>0.809</c:v>
                </c:pt>
                <c:pt idx="234">
                  <c:v>0.812</c:v>
                </c:pt>
                <c:pt idx="235">
                  <c:v>0.816</c:v>
                </c:pt>
                <c:pt idx="236">
                  <c:v>0.819</c:v>
                </c:pt>
                <c:pt idx="237">
                  <c:v>0.823</c:v>
                </c:pt>
                <c:pt idx="238">
                  <c:v>0.826</c:v>
                </c:pt>
                <c:pt idx="239">
                  <c:v>0.83</c:v>
                </c:pt>
                <c:pt idx="240">
                  <c:v>0.833</c:v>
                </c:pt>
                <c:pt idx="241">
                  <c:v>0.837</c:v>
                </c:pt>
                <c:pt idx="242">
                  <c:v>0.84</c:v>
                </c:pt>
                <c:pt idx="243">
                  <c:v>0.844</c:v>
                </c:pt>
                <c:pt idx="244">
                  <c:v>0.847</c:v>
                </c:pt>
                <c:pt idx="245">
                  <c:v>0.851</c:v>
                </c:pt>
                <c:pt idx="246">
                  <c:v>0.854</c:v>
                </c:pt>
                <c:pt idx="247">
                  <c:v>0.858</c:v>
                </c:pt>
                <c:pt idx="248">
                  <c:v>0.861</c:v>
                </c:pt>
                <c:pt idx="249">
                  <c:v>0.865</c:v>
                </c:pt>
                <c:pt idx="250">
                  <c:v>0.868</c:v>
                </c:pt>
                <c:pt idx="251">
                  <c:v>0.872</c:v>
                </c:pt>
                <c:pt idx="252">
                  <c:v>0.875</c:v>
                </c:pt>
                <c:pt idx="253">
                  <c:v>0.878</c:v>
                </c:pt>
                <c:pt idx="254">
                  <c:v>0.882</c:v>
                </c:pt>
                <c:pt idx="255">
                  <c:v>0.885</c:v>
                </c:pt>
                <c:pt idx="256">
                  <c:v>0.889</c:v>
                </c:pt>
                <c:pt idx="257">
                  <c:v>0.892</c:v>
                </c:pt>
                <c:pt idx="258">
                  <c:v>0.896</c:v>
                </c:pt>
                <c:pt idx="259">
                  <c:v>0.899</c:v>
                </c:pt>
                <c:pt idx="260">
                  <c:v>0.903</c:v>
                </c:pt>
                <c:pt idx="261">
                  <c:v>0.906</c:v>
                </c:pt>
                <c:pt idx="262">
                  <c:v>0.91</c:v>
                </c:pt>
                <c:pt idx="263">
                  <c:v>0.913</c:v>
                </c:pt>
                <c:pt idx="264">
                  <c:v>0.917</c:v>
                </c:pt>
                <c:pt idx="265">
                  <c:v>0.92</c:v>
                </c:pt>
                <c:pt idx="266">
                  <c:v>0.924</c:v>
                </c:pt>
                <c:pt idx="267">
                  <c:v>0.927</c:v>
                </c:pt>
                <c:pt idx="268">
                  <c:v>0.931</c:v>
                </c:pt>
                <c:pt idx="269">
                  <c:v>0.934</c:v>
                </c:pt>
                <c:pt idx="270">
                  <c:v>0.938</c:v>
                </c:pt>
                <c:pt idx="271">
                  <c:v>0.941</c:v>
                </c:pt>
                <c:pt idx="272">
                  <c:v>0.944</c:v>
                </c:pt>
                <c:pt idx="273">
                  <c:v>0.948</c:v>
                </c:pt>
                <c:pt idx="274">
                  <c:v>0.951</c:v>
                </c:pt>
                <c:pt idx="275">
                  <c:v>0.955</c:v>
                </c:pt>
                <c:pt idx="276">
                  <c:v>0.958</c:v>
                </c:pt>
                <c:pt idx="277">
                  <c:v>0.962</c:v>
                </c:pt>
                <c:pt idx="278">
                  <c:v>0.965</c:v>
                </c:pt>
                <c:pt idx="279">
                  <c:v>0.969</c:v>
                </c:pt>
                <c:pt idx="280">
                  <c:v>0.972</c:v>
                </c:pt>
                <c:pt idx="281">
                  <c:v>0.976</c:v>
                </c:pt>
                <c:pt idx="282">
                  <c:v>0.979</c:v>
                </c:pt>
                <c:pt idx="283">
                  <c:v>0.983</c:v>
                </c:pt>
                <c:pt idx="284">
                  <c:v>0.986</c:v>
                </c:pt>
                <c:pt idx="285">
                  <c:v>0.99</c:v>
                </c:pt>
                <c:pt idx="286">
                  <c:v>0.993</c:v>
                </c:pt>
                <c:pt idx="287">
                  <c:v>0.997</c:v>
                </c:pt>
                <c:pt idx="288">
                  <c:v>1</c:v>
                </c:pt>
                <c:pt idx="289">
                  <c:v>1.003</c:v>
                </c:pt>
                <c:pt idx="290">
                  <c:v>1.007</c:v>
                </c:pt>
                <c:pt idx="291">
                  <c:v>1.01</c:v>
                </c:pt>
                <c:pt idx="292">
                  <c:v>1.014</c:v>
                </c:pt>
                <c:pt idx="293">
                  <c:v>1.017</c:v>
                </c:pt>
                <c:pt idx="294">
                  <c:v>1.021</c:v>
                </c:pt>
                <c:pt idx="295">
                  <c:v>1.024</c:v>
                </c:pt>
                <c:pt idx="296">
                  <c:v>1.028</c:v>
                </c:pt>
                <c:pt idx="297">
                  <c:v>1.031</c:v>
                </c:pt>
                <c:pt idx="298">
                  <c:v>1.035</c:v>
                </c:pt>
                <c:pt idx="299">
                  <c:v>1.038</c:v>
                </c:pt>
                <c:pt idx="300">
                  <c:v>1.042</c:v>
                </c:pt>
                <c:pt idx="301">
                  <c:v>1.045</c:v>
                </c:pt>
                <c:pt idx="302">
                  <c:v>1.049</c:v>
                </c:pt>
                <c:pt idx="303">
                  <c:v>1.052</c:v>
                </c:pt>
                <c:pt idx="304">
                  <c:v>1.056</c:v>
                </c:pt>
                <c:pt idx="305">
                  <c:v>1.059</c:v>
                </c:pt>
                <c:pt idx="306">
                  <c:v>1.062</c:v>
                </c:pt>
                <c:pt idx="307">
                  <c:v>1.066</c:v>
                </c:pt>
                <c:pt idx="308">
                  <c:v>1.069</c:v>
                </c:pt>
                <c:pt idx="309">
                  <c:v>1.073</c:v>
                </c:pt>
                <c:pt idx="310">
                  <c:v>1.076</c:v>
                </c:pt>
                <c:pt idx="311">
                  <c:v>1.08</c:v>
                </c:pt>
                <c:pt idx="312">
                  <c:v>1.083</c:v>
                </c:pt>
                <c:pt idx="313">
                  <c:v>1.087</c:v>
                </c:pt>
                <c:pt idx="314">
                  <c:v>1.09</c:v>
                </c:pt>
                <c:pt idx="315">
                  <c:v>1.094</c:v>
                </c:pt>
                <c:pt idx="316">
                  <c:v>1.097</c:v>
                </c:pt>
                <c:pt idx="317">
                  <c:v>1.101</c:v>
                </c:pt>
                <c:pt idx="318">
                  <c:v>1.104</c:v>
                </c:pt>
                <c:pt idx="319">
                  <c:v>1.108</c:v>
                </c:pt>
                <c:pt idx="320">
                  <c:v>1.111</c:v>
                </c:pt>
                <c:pt idx="321">
                  <c:v>1.115</c:v>
                </c:pt>
                <c:pt idx="322">
                  <c:v>1.118</c:v>
                </c:pt>
                <c:pt idx="323">
                  <c:v>1.122</c:v>
                </c:pt>
                <c:pt idx="324">
                  <c:v>1.125</c:v>
                </c:pt>
                <c:pt idx="325">
                  <c:v>1.128</c:v>
                </c:pt>
                <c:pt idx="326">
                  <c:v>1.132</c:v>
                </c:pt>
                <c:pt idx="327">
                  <c:v>1.135</c:v>
                </c:pt>
                <c:pt idx="328">
                  <c:v>1.139</c:v>
                </c:pt>
                <c:pt idx="329">
                  <c:v>1.142</c:v>
                </c:pt>
                <c:pt idx="330">
                  <c:v>1.146</c:v>
                </c:pt>
                <c:pt idx="331">
                  <c:v>1.149</c:v>
                </c:pt>
                <c:pt idx="332">
                  <c:v>1.153</c:v>
                </c:pt>
                <c:pt idx="333">
                  <c:v>1.156</c:v>
                </c:pt>
                <c:pt idx="334">
                  <c:v>1.16</c:v>
                </c:pt>
                <c:pt idx="335">
                  <c:v>1.163</c:v>
                </c:pt>
                <c:pt idx="336">
                  <c:v>1.167</c:v>
                </c:pt>
                <c:pt idx="337">
                  <c:v>1.17</c:v>
                </c:pt>
                <c:pt idx="338">
                  <c:v>1.174</c:v>
                </c:pt>
                <c:pt idx="339">
                  <c:v>1.177</c:v>
                </c:pt>
                <c:pt idx="340">
                  <c:v>1.181</c:v>
                </c:pt>
                <c:pt idx="341">
                  <c:v>1.184</c:v>
                </c:pt>
                <c:pt idx="342">
                  <c:v>1.188</c:v>
                </c:pt>
                <c:pt idx="343">
                  <c:v>1.191</c:v>
                </c:pt>
                <c:pt idx="344">
                  <c:v>1.194</c:v>
                </c:pt>
                <c:pt idx="345">
                  <c:v>1.198</c:v>
                </c:pt>
                <c:pt idx="346">
                  <c:v>1.201</c:v>
                </c:pt>
                <c:pt idx="347">
                  <c:v>1.205</c:v>
                </c:pt>
                <c:pt idx="348">
                  <c:v>1.208</c:v>
                </c:pt>
                <c:pt idx="349">
                  <c:v>1.212</c:v>
                </c:pt>
                <c:pt idx="350">
                  <c:v>1.215</c:v>
                </c:pt>
                <c:pt idx="351">
                  <c:v>1.219</c:v>
                </c:pt>
                <c:pt idx="352">
                  <c:v>1.222</c:v>
                </c:pt>
                <c:pt idx="353">
                  <c:v>1.226</c:v>
                </c:pt>
                <c:pt idx="354">
                  <c:v>1.229</c:v>
                </c:pt>
                <c:pt idx="355">
                  <c:v>1.233</c:v>
                </c:pt>
                <c:pt idx="356">
                  <c:v>1.236</c:v>
                </c:pt>
                <c:pt idx="357">
                  <c:v>1.24</c:v>
                </c:pt>
                <c:pt idx="358">
                  <c:v>1.243</c:v>
                </c:pt>
                <c:pt idx="359">
                  <c:v>1.247</c:v>
                </c:pt>
                <c:pt idx="360">
                  <c:v>1.25</c:v>
                </c:pt>
                <c:pt idx="361">
                  <c:v>1.253</c:v>
                </c:pt>
                <c:pt idx="362">
                  <c:v>1.257</c:v>
                </c:pt>
                <c:pt idx="363">
                  <c:v>1.26</c:v>
                </c:pt>
                <c:pt idx="364">
                  <c:v>1.264</c:v>
                </c:pt>
                <c:pt idx="365">
                  <c:v>1.267</c:v>
                </c:pt>
                <c:pt idx="366">
                  <c:v>1.271</c:v>
                </c:pt>
                <c:pt idx="367">
                  <c:v>1.274</c:v>
                </c:pt>
                <c:pt idx="368">
                  <c:v>1.278</c:v>
                </c:pt>
                <c:pt idx="369">
                  <c:v>1.281</c:v>
                </c:pt>
                <c:pt idx="370">
                  <c:v>1.285</c:v>
                </c:pt>
                <c:pt idx="371">
                  <c:v>1.288</c:v>
                </c:pt>
                <c:pt idx="372">
                  <c:v>1.292</c:v>
                </c:pt>
                <c:pt idx="373">
                  <c:v>1.295</c:v>
                </c:pt>
                <c:pt idx="374">
                  <c:v>1.299</c:v>
                </c:pt>
                <c:pt idx="375">
                  <c:v>1.302</c:v>
                </c:pt>
                <c:pt idx="376">
                  <c:v>1.306</c:v>
                </c:pt>
                <c:pt idx="377">
                  <c:v>1.309</c:v>
                </c:pt>
                <c:pt idx="378">
                  <c:v>1.312</c:v>
                </c:pt>
                <c:pt idx="379">
                  <c:v>1.316</c:v>
                </c:pt>
                <c:pt idx="380">
                  <c:v>1.319</c:v>
                </c:pt>
                <c:pt idx="381">
                  <c:v>1.323</c:v>
                </c:pt>
                <c:pt idx="382">
                  <c:v>1.326</c:v>
                </c:pt>
                <c:pt idx="383">
                  <c:v>1.33</c:v>
                </c:pt>
                <c:pt idx="384">
                  <c:v>1.333</c:v>
                </c:pt>
                <c:pt idx="385">
                  <c:v>1.337</c:v>
                </c:pt>
                <c:pt idx="386">
                  <c:v>1.34</c:v>
                </c:pt>
                <c:pt idx="387">
                  <c:v>1.344</c:v>
                </c:pt>
                <c:pt idx="388">
                  <c:v>1.347</c:v>
                </c:pt>
                <c:pt idx="389">
                  <c:v>1.351</c:v>
                </c:pt>
                <c:pt idx="390">
                  <c:v>1.354</c:v>
                </c:pt>
                <c:pt idx="391">
                  <c:v>1.358</c:v>
                </c:pt>
                <c:pt idx="392">
                  <c:v>1.361</c:v>
                </c:pt>
                <c:pt idx="393">
                  <c:v>1.365</c:v>
                </c:pt>
                <c:pt idx="394">
                  <c:v>1.368</c:v>
                </c:pt>
                <c:pt idx="395">
                  <c:v>1.372</c:v>
                </c:pt>
                <c:pt idx="396">
                  <c:v>1.375</c:v>
                </c:pt>
                <c:pt idx="397">
                  <c:v>1.378</c:v>
                </c:pt>
                <c:pt idx="398">
                  <c:v>1.382</c:v>
                </c:pt>
                <c:pt idx="399">
                  <c:v>1.385</c:v>
                </c:pt>
                <c:pt idx="400">
                  <c:v>1.389</c:v>
                </c:pt>
                <c:pt idx="401">
                  <c:v>1.392</c:v>
                </c:pt>
                <c:pt idx="402">
                  <c:v>1.396</c:v>
                </c:pt>
                <c:pt idx="403">
                  <c:v>1.399</c:v>
                </c:pt>
                <c:pt idx="404">
                  <c:v>1.403</c:v>
                </c:pt>
                <c:pt idx="405">
                  <c:v>1.406</c:v>
                </c:pt>
                <c:pt idx="406">
                  <c:v>1.41</c:v>
                </c:pt>
                <c:pt idx="407">
                  <c:v>1.413</c:v>
                </c:pt>
                <c:pt idx="408">
                  <c:v>1.417</c:v>
                </c:pt>
                <c:pt idx="409">
                  <c:v>1.42</c:v>
                </c:pt>
                <c:pt idx="410">
                  <c:v>1.424</c:v>
                </c:pt>
                <c:pt idx="411">
                  <c:v>1.427</c:v>
                </c:pt>
                <c:pt idx="412">
                  <c:v>1.431</c:v>
                </c:pt>
                <c:pt idx="413">
                  <c:v>1.434</c:v>
                </c:pt>
                <c:pt idx="414">
                  <c:v>1.438</c:v>
                </c:pt>
                <c:pt idx="415">
                  <c:v>1.441</c:v>
                </c:pt>
                <c:pt idx="416">
                  <c:v>1.444</c:v>
                </c:pt>
                <c:pt idx="417">
                  <c:v>1.448</c:v>
                </c:pt>
                <c:pt idx="418">
                  <c:v>1.451</c:v>
                </c:pt>
                <c:pt idx="419">
                  <c:v>1.455</c:v>
                </c:pt>
                <c:pt idx="420">
                  <c:v>1.458</c:v>
                </c:pt>
                <c:pt idx="421">
                  <c:v>1.462</c:v>
                </c:pt>
                <c:pt idx="422">
                  <c:v>1.465</c:v>
                </c:pt>
                <c:pt idx="423">
                  <c:v>1.469</c:v>
                </c:pt>
                <c:pt idx="424">
                  <c:v>1.472</c:v>
                </c:pt>
                <c:pt idx="425">
                  <c:v>1.476</c:v>
                </c:pt>
                <c:pt idx="426">
                  <c:v>1.479</c:v>
                </c:pt>
                <c:pt idx="427">
                  <c:v>1.483</c:v>
                </c:pt>
                <c:pt idx="428">
                  <c:v>1.486</c:v>
                </c:pt>
                <c:pt idx="429">
                  <c:v>1.49</c:v>
                </c:pt>
                <c:pt idx="430">
                  <c:v>1.493</c:v>
                </c:pt>
                <c:pt idx="431">
                  <c:v>1.497</c:v>
                </c:pt>
                <c:pt idx="432">
                  <c:v>1.5</c:v>
                </c:pt>
                <c:pt idx="433">
                  <c:v>1.503</c:v>
                </c:pt>
                <c:pt idx="434">
                  <c:v>1.507</c:v>
                </c:pt>
                <c:pt idx="435">
                  <c:v>1.51</c:v>
                </c:pt>
                <c:pt idx="436">
                  <c:v>1.514</c:v>
                </c:pt>
                <c:pt idx="437">
                  <c:v>1.517</c:v>
                </c:pt>
                <c:pt idx="438">
                  <c:v>1.521</c:v>
                </c:pt>
                <c:pt idx="439">
                  <c:v>1.524</c:v>
                </c:pt>
                <c:pt idx="440">
                  <c:v>1.528</c:v>
                </c:pt>
                <c:pt idx="441">
                  <c:v>1.531</c:v>
                </c:pt>
                <c:pt idx="442">
                  <c:v>1.535</c:v>
                </c:pt>
                <c:pt idx="443">
                  <c:v>1.538</c:v>
                </c:pt>
                <c:pt idx="444">
                  <c:v>1.542</c:v>
                </c:pt>
                <c:pt idx="445">
                  <c:v>1.545</c:v>
                </c:pt>
                <c:pt idx="446">
                  <c:v>1.549</c:v>
                </c:pt>
                <c:pt idx="447">
                  <c:v>1.552</c:v>
                </c:pt>
                <c:pt idx="448">
                  <c:v>1.556</c:v>
                </c:pt>
                <c:pt idx="449">
                  <c:v>1.559</c:v>
                </c:pt>
                <c:pt idx="450">
                  <c:v>1.562</c:v>
                </c:pt>
                <c:pt idx="451">
                  <c:v>1.566</c:v>
                </c:pt>
                <c:pt idx="452">
                  <c:v>1.569</c:v>
                </c:pt>
                <c:pt idx="453">
                  <c:v>1.573</c:v>
                </c:pt>
                <c:pt idx="454">
                  <c:v>1.576</c:v>
                </c:pt>
                <c:pt idx="455">
                  <c:v>1.58</c:v>
                </c:pt>
                <c:pt idx="456">
                  <c:v>1.583</c:v>
                </c:pt>
                <c:pt idx="457">
                  <c:v>1.587</c:v>
                </c:pt>
                <c:pt idx="458">
                  <c:v>1.59</c:v>
                </c:pt>
                <c:pt idx="459">
                  <c:v>1.594</c:v>
                </c:pt>
                <c:pt idx="460">
                  <c:v>1.597</c:v>
                </c:pt>
                <c:pt idx="461">
                  <c:v>1.601</c:v>
                </c:pt>
                <c:pt idx="462">
                  <c:v>1.604</c:v>
                </c:pt>
                <c:pt idx="463">
                  <c:v>1.608</c:v>
                </c:pt>
                <c:pt idx="464">
                  <c:v>1.611</c:v>
                </c:pt>
                <c:pt idx="465">
                  <c:v>1.615</c:v>
                </c:pt>
                <c:pt idx="466">
                  <c:v>1.618</c:v>
                </c:pt>
                <c:pt idx="467">
                  <c:v>1.622</c:v>
                </c:pt>
                <c:pt idx="468">
                  <c:v>1.625</c:v>
                </c:pt>
                <c:pt idx="469">
                  <c:v>1.628</c:v>
                </c:pt>
                <c:pt idx="470">
                  <c:v>1.632</c:v>
                </c:pt>
                <c:pt idx="471">
                  <c:v>1.635</c:v>
                </c:pt>
                <c:pt idx="472">
                  <c:v>1.639</c:v>
                </c:pt>
                <c:pt idx="473">
                  <c:v>1.642</c:v>
                </c:pt>
                <c:pt idx="474">
                  <c:v>1.646</c:v>
                </c:pt>
                <c:pt idx="475">
                  <c:v>1.649</c:v>
                </c:pt>
                <c:pt idx="476">
                  <c:v>1.653</c:v>
                </c:pt>
                <c:pt idx="477">
                  <c:v>1.656</c:v>
                </c:pt>
                <c:pt idx="478">
                  <c:v>1.66</c:v>
                </c:pt>
                <c:pt idx="479">
                  <c:v>1.663</c:v>
                </c:pt>
                <c:pt idx="480">
                  <c:v>1.667</c:v>
                </c:pt>
                <c:pt idx="481">
                  <c:v>1.67</c:v>
                </c:pt>
                <c:pt idx="482">
                  <c:v>1.674</c:v>
                </c:pt>
                <c:pt idx="483">
                  <c:v>1.677</c:v>
                </c:pt>
                <c:pt idx="484">
                  <c:v>1.681</c:v>
                </c:pt>
                <c:pt idx="485">
                  <c:v>1.684</c:v>
                </c:pt>
                <c:pt idx="486">
                  <c:v>1.688</c:v>
                </c:pt>
                <c:pt idx="487">
                  <c:v>1.691</c:v>
                </c:pt>
                <c:pt idx="488">
                  <c:v>1.694</c:v>
                </c:pt>
                <c:pt idx="489">
                  <c:v>1.698</c:v>
                </c:pt>
                <c:pt idx="490">
                  <c:v>1.701</c:v>
                </c:pt>
                <c:pt idx="491">
                  <c:v>1.705</c:v>
                </c:pt>
                <c:pt idx="492">
                  <c:v>1.708</c:v>
                </c:pt>
                <c:pt idx="493">
                  <c:v>1.712</c:v>
                </c:pt>
                <c:pt idx="494">
                  <c:v>1.715</c:v>
                </c:pt>
                <c:pt idx="495">
                  <c:v>1.719</c:v>
                </c:pt>
                <c:pt idx="496">
                  <c:v>1.722</c:v>
                </c:pt>
                <c:pt idx="497">
                  <c:v>1.726</c:v>
                </c:pt>
                <c:pt idx="498">
                  <c:v>1.729</c:v>
                </c:pt>
                <c:pt idx="499">
                  <c:v>1.733</c:v>
                </c:pt>
                <c:pt idx="500">
                  <c:v>1.736</c:v>
                </c:pt>
                <c:pt idx="501">
                  <c:v>1.74</c:v>
                </c:pt>
                <c:pt idx="502">
                  <c:v>1.743</c:v>
                </c:pt>
                <c:pt idx="503">
                  <c:v>1.747</c:v>
                </c:pt>
                <c:pt idx="504">
                  <c:v>1.75</c:v>
                </c:pt>
                <c:pt idx="505">
                  <c:v>1.753</c:v>
                </c:pt>
                <c:pt idx="506">
                  <c:v>1.757</c:v>
                </c:pt>
                <c:pt idx="507">
                  <c:v>1.76</c:v>
                </c:pt>
                <c:pt idx="508">
                  <c:v>1.764</c:v>
                </c:pt>
                <c:pt idx="509">
                  <c:v>1.767</c:v>
                </c:pt>
                <c:pt idx="510">
                  <c:v>1.771</c:v>
                </c:pt>
                <c:pt idx="511">
                  <c:v>1.774</c:v>
                </c:pt>
                <c:pt idx="512">
                  <c:v>1.778</c:v>
                </c:pt>
                <c:pt idx="513">
                  <c:v>1.781</c:v>
                </c:pt>
                <c:pt idx="514">
                  <c:v>1.785</c:v>
                </c:pt>
                <c:pt idx="515">
                  <c:v>1.788</c:v>
                </c:pt>
                <c:pt idx="516">
                  <c:v>1.792</c:v>
                </c:pt>
                <c:pt idx="517">
                  <c:v>1.795</c:v>
                </c:pt>
                <c:pt idx="518">
                  <c:v>1.799</c:v>
                </c:pt>
                <c:pt idx="519">
                  <c:v>1.802</c:v>
                </c:pt>
                <c:pt idx="520">
                  <c:v>1.806</c:v>
                </c:pt>
                <c:pt idx="521">
                  <c:v>1.809</c:v>
                </c:pt>
                <c:pt idx="522">
                  <c:v>1.812</c:v>
                </c:pt>
                <c:pt idx="523">
                  <c:v>1.816</c:v>
                </c:pt>
                <c:pt idx="524">
                  <c:v>1.819</c:v>
                </c:pt>
                <c:pt idx="525">
                  <c:v>1.823</c:v>
                </c:pt>
                <c:pt idx="526">
                  <c:v>1.826</c:v>
                </c:pt>
                <c:pt idx="527">
                  <c:v>1.83</c:v>
                </c:pt>
                <c:pt idx="528">
                  <c:v>1.833</c:v>
                </c:pt>
                <c:pt idx="529">
                  <c:v>1.837</c:v>
                </c:pt>
                <c:pt idx="530">
                  <c:v>1.84</c:v>
                </c:pt>
                <c:pt idx="531">
                  <c:v>1.844</c:v>
                </c:pt>
                <c:pt idx="532">
                  <c:v>1.847</c:v>
                </c:pt>
                <c:pt idx="533">
                  <c:v>1.851</c:v>
                </c:pt>
                <c:pt idx="534">
                  <c:v>1.854</c:v>
                </c:pt>
                <c:pt idx="535">
                  <c:v>1.858</c:v>
                </c:pt>
                <c:pt idx="536">
                  <c:v>1.861</c:v>
                </c:pt>
                <c:pt idx="537">
                  <c:v>1.865</c:v>
                </c:pt>
                <c:pt idx="538">
                  <c:v>1.868</c:v>
                </c:pt>
                <c:pt idx="539">
                  <c:v>1.872</c:v>
                </c:pt>
                <c:pt idx="540">
                  <c:v>1.875</c:v>
                </c:pt>
                <c:pt idx="541">
                  <c:v>1.878</c:v>
                </c:pt>
                <c:pt idx="542">
                  <c:v>1.882</c:v>
                </c:pt>
                <c:pt idx="543">
                  <c:v>1.885</c:v>
                </c:pt>
                <c:pt idx="544">
                  <c:v>1.889</c:v>
                </c:pt>
                <c:pt idx="545">
                  <c:v>1.892</c:v>
                </c:pt>
                <c:pt idx="546">
                  <c:v>1.896</c:v>
                </c:pt>
                <c:pt idx="547">
                  <c:v>1.899</c:v>
                </c:pt>
                <c:pt idx="548">
                  <c:v>1.903</c:v>
                </c:pt>
                <c:pt idx="549">
                  <c:v>1.906</c:v>
                </c:pt>
                <c:pt idx="550">
                  <c:v>1.91</c:v>
                </c:pt>
                <c:pt idx="551">
                  <c:v>1.913</c:v>
                </c:pt>
                <c:pt idx="552">
                  <c:v>1.917</c:v>
                </c:pt>
                <c:pt idx="553">
                  <c:v>1.92</c:v>
                </c:pt>
                <c:pt idx="554">
                  <c:v>1.924</c:v>
                </c:pt>
                <c:pt idx="555">
                  <c:v>1.927</c:v>
                </c:pt>
                <c:pt idx="556">
                  <c:v>1.931</c:v>
                </c:pt>
                <c:pt idx="557">
                  <c:v>1.934</c:v>
                </c:pt>
                <c:pt idx="558">
                  <c:v>1.938</c:v>
                </c:pt>
                <c:pt idx="559">
                  <c:v>1.941</c:v>
                </c:pt>
                <c:pt idx="560">
                  <c:v>1.944</c:v>
                </c:pt>
                <c:pt idx="561">
                  <c:v>1.948</c:v>
                </c:pt>
                <c:pt idx="562">
                  <c:v>1.951</c:v>
                </c:pt>
                <c:pt idx="563">
                  <c:v>1.955</c:v>
                </c:pt>
                <c:pt idx="564">
                  <c:v>1.958</c:v>
                </c:pt>
                <c:pt idx="565">
                  <c:v>1.962</c:v>
                </c:pt>
                <c:pt idx="566">
                  <c:v>1.965</c:v>
                </c:pt>
                <c:pt idx="567">
                  <c:v>1.969</c:v>
                </c:pt>
                <c:pt idx="568">
                  <c:v>1.972</c:v>
                </c:pt>
                <c:pt idx="569">
                  <c:v>1.976</c:v>
                </c:pt>
                <c:pt idx="570">
                  <c:v>1.979</c:v>
                </c:pt>
                <c:pt idx="571">
                  <c:v>1.983</c:v>
                </c:pt>
                <c:pt idx="572">
                  <c:v>1.986</c:v>
                </c:pt>
                <c:pt idx="573">
                  <c:v>1.99</c:v>
                </c:pt>
                <c:pt idx="574">
                  <c:v>1.993</c:v>
                </c:pt>
                <c:pt idx="575">
                  <c:v>1.997</c:v>
                </c:pt>
                <c:pt idx="576">
                  <c:v>2</c:v>
                </c:pt>
                <c:pt idx="577">
                  <c:v>2.003</c:v>
                </c:pt>
                <c:pt idx="578">
                  <c:v>2.007</c:v>
                </c:pt>
                <c:pt idx="579">
                  <c:v>2.01</c:v>
                </c:pt>
                <c:pt idx="580">
                  <c:v>2.014</c:v>
                </c:pt>
                <c:pt idx="581">
                  <c:v>2.017</c:v>
                </c:pt>
                <c:pt idx="582">
                  <c:v>2.021</c:v>
                </c:pt>
                <c:pt idx="583">
                  <c:v>2.024</c:v>
                </c:pt>
                <c:pt idx="584">
                  <c:v>2.028</c:v>
                </c:pt>
                <c:pt idx="585">
                  <c:v>2.031</c:v>
                </c:pt>
                <c:pt idx="586">
                  <c:v>2.035</c:v>
                </c:pt>
                <c:pt idx="587">
                  <c:v>2.038</c:v>
                </c:pt>
                <c:pt idx="588">
                  <c:v>2.042</c:v>
                </c:pt>
                <c:pt idx="589">
                  <c:v>2.045</c:v>
                </c:pt>
                <c:pt idx="590">
                  <c:v>2.049</c:v>
                </c:pt>
                <c:pt idx="591">
                  <c:v>2.052</c:v>
                </c:pt>
                <c:pt idx="592">
                  <c:v>2.056</c:v>
                </c:pt>
                <c:pt idx="593">
                  <c:v>2.059</c:v>
                </c:pt>
                <c:pt idx="594">
                  <c:v>2.062</c:v>
                </c:pt>
                <c:pt idx="595">
                  <c:v>2.066</c:v>
                </c:pt>
                <c:pt idx="596">
                  <c:v>2.069</c:v>
                </c:pt>
                <c:pt idx="597">
                  <c:v>2.073</c:v>
                </c:pt>
                <c:pt idx="598">
                  <c:v>2.076</c:v>
                </c:pt>
                <c:pt idx="599">
                  <c:v>2.08</c:v>
                </c:pt>
                <c:pt idx="600">
                  <c:v>2.083</c:v>
                </c:pt>
                <c:pt idx="601">
                  <c:v>2.087</c:v>
                </c:pt>
                <c:pt idx="602">
                  <c:v>2.09</c:v>
                </c:pt>
                <c:pt idx="603">
                  <c:v>2.094</c:v>
                </c:pt>
                <c:pt idx="604">
                  <c:v>2.097</c:v>
                </c:pt>
                <c:pt idx="605">
                  <c:v>2.101</c:v>
                </c:pt>
                <c:pt idx="606">
                  <c:v>2.104</c:v>
                </c:pt>
                <c:pt idx="607">
                  <c:v>2.108</c:v>
                </c:pt>
                <c:pt idx="608">
                  <c:v>2.111</c:v>
                </c:pt>
                <c:pt idx="609">
                  <c:v>2.115</c:v>
                </c:pt>
                <c:pt idx="610">
                  <c:v>2.118</c:v>
                </c:pt>
                <c:pt idx="611">
                  <c:v>2.122</c:v>
                </c:pt>
                <c:pt idx="612">
                  <c:v>2.125</c:v>
                </c:pt>
                <c:pt idx="613">
                  <c:v>2.128</c:v>
                </c:pt>
                <c:pt idx="614">
                  <c:v>2.132</c:v>
                </c:pt>
                <c:pt idx="615">
                  <c:v>2.135</c:v>
                </c:pt>
                <c:pt idx="616">
                  <c:v>2.139</c:v>
                </c:pt>
                <c:pt idx="617">
                  <c:v>2.142</c:v>
                </c:pt>
                <c:pt idx="618">
                  <c:v>2.146</c:v>
                </c:pt>
                <c:pt idx="619">
                  <c:v>2.149</c:v>
                </c:pt>
                <c:pt idx="620">
                  <c:v>2.153</c:v>
                </c:pt>
                <c:pt idx="621">
                  <c:v>2.156</c:v>
                </c:pt>
                <c:pt idx="622">
                  <c:v>2.16</c:v>
                </c:pt>
                <c:pt idx="623">
                  <c:v>2.163</c:v>
                </c:pt>
                <c:pt idx="624">
                  <c:v>2.167</c:v>
                </c:pt>
                <c:pt idx="625">
                  <c:v>2.17</c:v>
                </c:pt>
                <c:pt idx="626">
                  <c:v>2.174</c:v>
                </c:pt>
                <c:pt idx="627">
                  <c:v>2.177</c:v>
                </c:pt>
                <c:pt idx="628">
                  <c:v>2.181</c:v>
                </c:pt>
                <c:pt idx="629">
                  <c:v>2.184</c:v>
                </c:pt>
                <c:pt idx="630">
                  <c:v>2.188</c:v>
                </c:pt>
                <c:pt idx="631">
                  <c:v>2.191</c:v>
                </c:pt>
                <c:pt idx="632">
                  <c:v>2.194</c:v>
                </c:pt>
                <c:pt idx="633">
                  <c:v>2.198</c:v>
                </c:pt>
                <c:pt idx="634">
                  <c:v>2.201</c:v>
                </c:pt>
                <c:pt idx="635">
                  <c:v>2.205</c:v>
                </c:pt>
                <c:pt idx="636">
                  <c:v>2.208</c:v>
                </c:pt>
                <c:pt idx="637">
                  <c:v>2.212</c:v>
                </c:pt>
                <c:pt idx="638">
                  <c:v>2.215</c:v>
                </c:pt>
                <c:pt idx="639">
                  <c:v>2.219</c:v>
                </c:pt>
                <c:pt idx="640">
                  <c:v>2.222</c:v>
                </c:pt>
                <c:pt idx="641">
                  <c:v>2.226</c:v>
                </c:pt>
                <c:pt idx="642">
                  <c:v>2.229</c:v>
                </c:pt>
                <c:pt idx="643">
                  <c:v>2.233</c:v>
                </c:pt>
                <c:pt idx="644">
                  <c:v>2.236</c:v>
                </c:pt>
                <c:pt idx="645">
                  <c:v>2.24</c:v>
                </c:pt>
                <c:pt idx="646">
                  <c:v>2.243</c:v>
                </c:pt>
                <c:pt idx="647">
                  <c:v>2.247</c:v>
                </c:pt>
                <c:pt idx="648">
                  <c:v>2.25</c:v>
                </c:pt>
                <c:pt idx="649">
                  <c:v>2.253</c:v>
                </c:pt>
                <c:pt idx="650">
                  <c:v>2.257</c:v>
                </c:pt>
                <c:pt idx="651">
                  <c:v>2.26</c:v>
                </c:pt>
                <c:pt idx="652">
                  <c:v>2.264</c:v>
                </c:pt>
                <c:pt idx="653">
                  <c:v>2.267</c:v>
                </c:pt>
                <c:pt idx="654">
                  <c:v>2.271</c:v>
                </c:pt>
                <c:pt idx="655">
                  <c:v>2.274</c:v>
                </c:pt>
                <c:pt idx="656">
                  <c:v>2.278</c:v>
                </c:pt>
                <c:pt idx="657">
                  <c:v>2.281</c:v>
                </c:pt>
                <c:pt idx="658">
                  <c:v>2.285</c:v>
                </c:pt>
                <c:pt idx="659">
                  <c:v>2.288</c:v>
                </c:pt>
                <c:pt idx="660">
                  <c:v>2.292</c:v>
                </c:pt>
                <c:pt idx="661">
                  <c:v>2.295</c:v>
                </c:pt>
                <c:pt idx="662">
                  <c:v>2.299</c:v>
                </c:pt>
                <c:pt idx="663">
                  <c:v>2.302</c:v>
                </c:pt>
                <c:pt idx="664">
                  <c:v>2.306</c:v>
                </c:pt>
                <c:pt idx="665">
                  <c:v>2.309</c:v>
                </c:pt>
                <c:pt idx="666">
                  <c:v>2.312</c:v>
                </c:pt>
                <c:pt idx="667">
                  <c:v>2.316</c:v>
                </c:pt>
                <c:pt idx="668">
                  <c:v>2.319</c:v>
                </c:pt>
                <c:pt idx="669">
                  <c:v>2.323</c:v>
                </c:pt>
                <c:pt idx="670">
                  <c:v>2.326</c:v>
                </c:pt>
                <c:pt idx="671">
                  <c:v>2.33</c:v>
                </c:pt>
                <c:pt idx="672">
                  <c:v>2.333</c:v>
                </c:pt>
                <c:pt idx="673">
                  <c:v>2.337</c:v>
                </c:pt>
                <c:pt idx="674">
                  <c:v>2.34</c:v>
                </c:pt>
                <c:pt idx="675">
                  <c:v>2.344</c:v>
                </c:pt>
                <c:pt idx="676">
                  <c:v>2.347</c:v>
                </c:pt>
                <c:pt idx="677">
                  <c:v>2.351</c:v>
                </c:pt>
                <c:pt idx="678">
                  <c:v>2.354</c:v>
                </c:pt>
                <c:pt idx="679">
                  <c:v>2.358</c:v>
                </c:pt>
                <c:pt idx="680">
                  <c:v>2.361</c:v>
                </c:pt>
                <c:pt idx="681">
                  <c:v>2.365</c:v>
                </c:pt>
                <c:pt idx="682">
                  <c:v>2.368</c:v>
                </c:pt>
                <c:pt idx="683">
                  <c:v>2.372</c:v>
                </c:pt>
                <c:pt idx="684">
                  <c:v>2.375</c:v>
                </c:pt>
                <c:pt idx="685">
                  <c:v>2.378</c:v>
                </c:pt>
                <c:pt idx="686">
                  <c:v>2.382</c:v>
                </c:pt>
                <c:pt idx="687">
                  <c:v>2.385</c:v>
                </c:pt>
                <c:pt idx="688">
                  <c:v>2.389</c:v>
                </c:pt>
                <c:pt idx="689">
                  <c:v>2.392</c:v>
                </c:pt>
                <c:pt idx="690">
                  <c:v>2.396</c:v>
                </c:pt>
                <c:pt idx="691">
                  <c:v>2.399</c:v>
                </c:pt>
                <c:pt idx="692">
                  <c:v>2.403</c:v>
                </c:pt>
                <c:pt idx="693">
                  <c:v>2.406</c:v>
                </c:pt>
                <c:pt idx="694">
                  <c:v>2.41</c:v>
                </c:pt>
                <c:pt idx="695">
                  <c:v>2.413</c:v>
                </c:pt>
                <c:pt idx="696">
                  <c:v>2.417</c:v>
                </c:pt>
                <c:pt idx="697">
                  <c:v>2.42</c:v>
                </c:pt>
                <c:pt idx="698">
                  <c:v>2.424</c:v>
                </c:pt>
                <c:pt idx="699">
                  <c:v>2.427</c:v>
                </c:pt>
                <c:pt idx="700">
                  <c:v>2.431</c:v>
                </c:pt>
                <c:pt idx="701">
                  <c:v>2.434</c:v>
                </c:pt>
                <c:pt idx="702">
                  <c:v>2.438</c:v>
                </c:pt>
                <c:pt idx="703">
                  <c:v>2.441</c:v>
                </c:pt>
                <c:pt idx="704">
                  <c:v>2.444</c:v>
                </c:pt>
                <c:pt idx="705">
                  <c:v>2.448</c:v>
                </c:pt>
                <c:pt idx="706">
                  <c:v>2.451</c:v>
                </c:pt>
                <c:pt idx="707">
                  <c:v>2.455</c:v>
                </c:pt>
                <c:pt idx="708">
                  <c:v>2.458</c:v>
                </c:pt>
                <c:pt idx="709">
                  <c:v>2.462</c:v>
                </c:pt>
                <c:pt idx="710">
                  <c:v>2.465</c:v>
                </c:pt>
                <c:pt idx="711">
                  <c:v>2.469</c:v>
                </c:pt>
                <c:pt idx="712">
                  <c:v>2.472</c:v>
                </c:pt>
                <c:pt idx="713">
                  <c:v>2.476</c:v>
                </c:pt>
                <c:pt idx="714">
                  <c:v>2.479</c:v>
                </c:pt>
                <c:pt idx="715">
                  <c:v>2.483</c:v>
                </c:pt>
                <c:pt idx="716">
                  <c:v>2.486</c:v>
                </c:pt>
                <c:pt idx="717">
                  <c:v>2.49</c:v>
                </c:pt>
                <c:pt idx="718">
                  <c:v>2.493</c:v>
                </c:pt>
                <c:pt idx="719">
                  <c:v>2.497</c:v>
                </c:pt>
                <c:pt idx="720">
                  <c:v>2.5</c:v>
                </c:pt>
                <c:pt idx="721">
                  <c:v>2.503</c:v>
                </c:pt>
                <c:pt idx="722">
                  <c:v>2.507</c:v>
                </c:pt>
                <c:pt idx="723">
                  <c:v>2.51</c:v>
                </c:pt>
                <c:pt idx="724">
                  <c:v>2.514</c:v>
                </c:pt>
                <c:pt idx="725">
                  <c:v>2.517</c:v>
                </c:pt>
                <c:pt idx="726">
                  <c:v>2.521</c:v>
                </c:pt>
                <c:pt idx="727">
                  <c:v>2.524</c:v>
                </c:pt>
                <c:pt idx="728">
                  <c:v>2.528</c:v>
                </c:pt>
                <c:pt idx="729">
                  <c:v>2.531</c:v>
                </c:pt>
                <c:pt idx="730">
                  <c:v>2.535</c:v>
                </c:pt>
                <c:pt idx="731">
                  <c:v>2.538</c:v>
                </c:pt>
                <c:pt idx="732">
                  <c:v>2.542</c:v>
                </c:pt>
                <c:pt idx="733">
                  <c:v>2.545</c:v>
                </c:pt>
                <c:pt idx="734">
                  <c:v>2.549</c:v>
                </c:pt>
                <c:pt idx="735">
                  <c:v>2.552</c:v>
                </c:pt>
                <c:pt idx="736">
                  <c:v>2.556</c:v>
                </c:pt>
                <c:pt idx="737">
                  <c:v>2.559</c:v>
                </c:pt>
                <c:pt idx="738">
                  <c:v>2.562</c:v>
                </c:pt>
                <c:pt idx="739">
                  <c:v>2.566</c:v>
                </c:pt>
                <c:pt idx="740">
                  <c:v>2.569</c:v>
                </c:pt>
                <c:pt idx="741">
                  <c:v>2.573</c:v>
                </c:pt>
                <c:pt idx="742">
                  <c:v>2.576</c:v>
                </c:pt>
                <c:pt idx="743">
                  <c:v>2.58</c:v>
                </c:pt>
                <c:pt idx="744">
                  <c:v>2.583</c:v>
                </c:pt>
                <c:pt idx="745">
                  <c:v>2.587</c:v>
                </c:pt>
                <c:pt idx="746">
                  <c:v>2.59</c:v>
                </c:pt>
                <c:pt idx="747">
                  <c:v>2.594</c:v>
                </c:pt>
                <c:pt idx="748">
                  <c:v>2.597</c:v>
                </c:pt>
                <c:pt idx="749">
                  <c:v>2.601</c:v>
                </c:pt>
                <c:pt idx="750">
                  <c:v>2.604</c:v>
                </c:pt>
                <c:pt idx="751">
                  <c:v>2.608</c:v>
                </c:pt>
                <c:pt idx="752">
                  <c:v>2.611</c:v>
                </c:pt>
                <c:pt idx="753">
                  <c:v>2.615</c:v>
                </c:pt>
                <c:pt idx="754">
                  <c:v>2.618</c:v>
                </c:pt>
                <c:pt idx="755">
                  <c:v>2.622</c:v>
                </c:pt>
                <c:pt idx="756">
                  <c:v>2.625</c:v>
                </c:pt>
                <c:pt idx="757">
                  <c:v>2.628</c:v>
                </c:pt>
                <c:pt idx="758">
                  <c:v>2.632</c:v>
                </c:pt>
                <c:pt idx="759">
                  <c:v>2.635</c:v>
                </c:pt>
                <c:pt idx="760">
                  <c:v>2.639</c:v>
                </c:pt>
                <c:pt idx="761">
                  <c:v>2.642</c:v>
                </c:pt>
                <c:pt idx="762">
                  <c:v>2.646</c:v>
                </c:pt>
                <c:pt idx="763">
                  <c:v>2.649</c:v>
                </c:pt>
                <c:pt idx="764">
                  <c:v>2.653</c:v>
                </c:pt>
                <c:pt idx="765">
                  <c:v>2.656</c:v>
                </c:pt>
                <c:pt idx="766">
                  <c:v>2.66</c:v>
                </c:pt>
                <c:pt idx="767">
                  <c:v>2.663</c:v>
                </c:pt>
                <c:pt idx="768">
                  <c:v>2.667</c:v>
                </c:pt>
                <c:pt idx="769">
                  <c:v>2.67</c:v>
                </c:pt>
                <c:pt idx="770">
                  <c:v>2.674</c:v>
                </c:pt>
                <c:pt idx="771">
                  <c:v>2.677</c:v>
                </c:pt>
                <c:pt idx="772">
                  <c:v>2.681</c:v>
                </c:pt>
                <c:pt idx="773">
                  <c:v>2.684</c:v>
                </c:pt>
                <c:pt idx="774">
                  <c:v>2.688</c:v>
                </c:pt>
                <c:pt idx="775">
                  <c:v>2.691</c:v>
                </c:pt>
                <c:pt idx="776">
                  <c:v>2.694</c:v>
                </c:pt>
                <c:pt idx="777">
                  <c:v>2.698</c:v>
                </c:pt>
                <c:pt idx="778">
                  <c:v>2.701</c:v>
                </c:pt>
                <c:pt idx="779">
                  <c:v>2.705</c:v>
                </c:pt>
                <c:pt idx="780">
                  <c:v>2.708</c:v>
                </c:pt>
                <c:pt idx="781">
                  <c:v>2.712</c:v>
                </c:pt>
                <c:pt idx="782">
                  <c:v>2.715</c:v>
                </c:pt>
                <c:pt idx="783">
                  <c:v>2.719</c:v>
                </c:pt>
                <c:pt idx="784">
                  <c:v>2.722</c:v>
                </c:pt>
                <c:pt idx="785">
                  <c:v>2.726</c:v>
                </c:pt>
                <c:pt idx="786">
                  <c:v>2.729</c:v>
                </c:pt>
                <c:pt idx="787">
                  <c:v>2.733</c:v>
                </c:pt>
                <c:pt idx="788">
                  <c:v>2.736</c:v>
                </c:pt>
                <c:pt idx="789">
                  <c:v>2.74</c:v>
                </c:pt>
                <c:pt idx="790">
                  <c:v>2.743</c:v>
                </c:pt>
                <c:pt idx="791">
                  <c:v>2.747</c:v>
                </c:pt>
                <c:pt idx="792">
                  <c:v>2.75</c:v>
                </c:pt>
                <c:pt idx="793">
                  <c:v>2.753</c:v>
                </c:pt>
                <c:pt idx="794">
                  <c:v>2.757</c:v>
                </c:pt>
                <c:pt idx="795">
                  <c:v>2.76</c:v>
                </c:pt>
                <c:pt idx="796">
                  <c:v>2.764</c:v>
                </c:pt>
                <c:pt idx="797">
                  <c:v>2.767</c:v>
                </c:pt>
                <c:pt idx="798">
                  <c:v>2.771</c:v>
                </c:pt>
                <c:pt idx="799">
                  <c:v>2.774</c:v>
                </c:pt>
                <c:pt idx="800">
                  <c:v>2.778</c:v>
                </c:pt>
                <c:pt idx="801">
                  <c:v>2.781</c:v>
                </c:pt>
                <c:pt idx="802">
                  <c:v>2.785</c:v>
                </c:pt>
                <c:pt idx="803">
                  <c:v>2.788</c:v>
                </c:pt>
                <c:pt idx="804">
                  <c:v>2.792</c:v>
                </c:pt>
                <c:pt idx="805">
                  <c:v>2.795</c:v>
                </c:pt>
                <c:pt idx="806">
                  <c:v>2.799</c:v>
                </c:pt>
                <c:pt idx="807">
                  <c:v>2.802</c:v>
                </c:pt>
                <c:pt idx="808">
                  <c:v>2.806</c:v>
                </c:pt>
                <c:pt idx="809">
                  <c:v>2.809</c:v>
                </c:pt>
                <c:pt idx="810">
                  <c:v>2.812</c:v>
                </c:pt>
                <c:pt idx="811">
                  <c:v>2.816</c:v>
                </c:pt>
                <c:pt idx="812">
                  <c:v>2.819</c:v>
                </c:pt>
                <c:pt idx="813">
                  <c:v>2.823</c:v>
                </c:pt>
                <c:pt idx="814">
                  <c:v>2.826</c:v>
                </c:pt>
                <c:pt idx="815">
                  <c:v>2.83</c:v>
                </c:pt>
                <c:pt idx="816">
                  <c:v>2.833</c:v>
                </c:pt>
                <c:pt idx="817">
                  <c:v>2.837</c:v>
                </c:pt>
                <c:pt idx="818">
                  <c:v>2.84</c:v>
                </c:pt>
                <c:pt idx="819">
                  <c:v>2.844</c:v>
                </c:pt>
                <c:pt idx="820">
                  <c:v>2.847</c:v>
                </c:pt>
                <c:pt idx="821">
                  <c:v>2.851</c:v>
                </c:pt>
                <c:pt idx="822">
                  <c:v>2.854</c:v>
                </c:pt>
                <c:pt idx="823">
                  <c:v>2.858</c:v>
                </c:pt>
                <c:pt idx="824">
                  <c:v>2.861</c:v>
                </c:pt>
                <c:pt idx="825">
                  <c:v>2.865</c:v>
                </c:pt>
                <c:pt idx="826">
                  <c:v>2.868</c:v>
                </c:pt>
                <c:pt idx="827">
                  <c:v>2.872</c:v>
                </c:pt>
                <c:pt idx="828">
                  <c:v>2.875</c:v>
                </c:pt>
                <c:pt idx="829">
                  <c:v>2.878</c:v>
                </c:pt>
                <c:pt idx="830">
                  <c:v>2.882</c:v>
                </c:pt>
                <c:pt idx="831">
                  <c:v>2.885</c:v>
                </c:pt>
                <c:pt idx="832">
                  <c:v>2.889</c:v>
                </c:pt>
                <c:pt idx="833">
                  <c:v>2.892</c:v>
                </c:pt>
                <c:pt idx="834">
                  <c:v>2.896</c:v>
                </c:pt>
                <c:pt idx="835">
                  <c:v>2.899</c:v>
                </c:pt>
                <c:pt idx="836">
                  <c:v>2.903</c:v>
                </c:pt>
                <c:pt idx="837">
                  <c:v>2.906</c:v>
                </c:pt>
                <c:pt idx="838">
                  <c:v>2.91</c:v>
                </c:pt>
                <c:pt idx="839">
                  <c:v>2.913</c:v>
                </c:pt>
                <c:pt idx="840">
                  <c:v>2.917</c:v>
                </c:pt>
                <c:pt idx="841">
                  <c:v>2.92</c:v>
                </c:pt>
                <c:pt idx="842">
                  <c:v>2.924</c:v>
                </c:pt>
                <c:pt idx="843">
                  <c:v>2.927</c:v>
                </c:pt>
                <c:pt idx="844">
                  <c:v>2.931</c:v>
                </c:pt>
                <c:pt idx="845">
                  <c:v>2.934</c:v>
                </c:pt>
                <c:pt idx="846">
                  <c:v>2.938</c:v>
                </c:pt>
                <c:pt idx="847">
                  <c:v>2.941</c:v>
                </c:pt>
                <c:pt idx="848">
                  <c:v>2.944</c:v>
                </c:pt>
                <c:pt idx="849">
                  <c:v>2.948</c:v>
                </c:pt>
                <c:pt idx="850">
                  <c:v>2.951</c:v>
                </c:pt>
                <c:pt idx="851">
                  <c:v>2.955</c:v>
                </c:pt>
                <c:pt idx="852">
                  <c:v>2.958</c:v>
                </c:pt>
                <c:pt idx="853">
                  <c:v>2.962</c:v>
                </c:pt>
                <c:pt idx="854">
                  <c:v>2.965</c:v>
                </c:pt>
                <c:pt idx="855">
                  <c:v>2.969</c:v>
                </c:pt>
                <c:pt idx="856">
                  <c:v>2.972</c:v>
                </c:pt>
                <c:pt idx="857">
                  <c:v>2.976</c:v>
                </c:pt>
                <c:pt idx="858">
                  <c:v>2.979</c:v>
                </c:pt>
                <c:pt idx="859">
                  <c:v>2.983</c:v>
                </c:pt>
                <c:pt idx="860">
                  <c:v>2.986</c:v>
                </c:pt>
                <c:pt idx="861">
                  <c:v>2.99</c:v>
                </c:pt>
                <c:pt idx="862">
                  <c:v>2.993</c:v>
                </c:pt>
                <c:pt idx="863">
                  <c:v>2.997</c:v>
                </c:pt>
              </c:numCache>
            </c:numRef>
          </c:xVal>
          <c:yVal>
            <c:numRef>
              <c:f>Sheet1!$B$2:$B$865</c:f>
              <c:numCache>
                <c:formatCode>General</c:formatCode>
                <c:ptCount val="86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0.014</c:v>
                </c:pt>
                <c:pt idx="74">
                  <c:v>0.028</c:v>
                </c:pt>
                <c:pt idx="75">
                  <c:v>0.041</c:v>
                </c:pt>
                <c:pt idx="76">
                  <c:v>0.053</c:v>
                </c:pt>
                <c:pt idx="77">
                  <c:v>0.07</c:v>
                </c:pt>
                <c:pt idx="78">
                  <c:v>0.077</c:v>
                </c:pt>
                <c:pt idx="79">
                  <c:v>0.093</c:v>
                </c:pt>
                <c:pt idx="80">
                  <c:v>0.114</c:v>
                </c:pt>
                <c:pt idx="81">
                  <c:v>0.125</c:v>
                </c:pt>
                <c:pt idx="82">
                  <c:v>0.136</c:v>
                </c:pt>
                <c:pt idx="83">
                  <c:v>0.148</c:v>
                </c:pt>
                <c:pt idx="84">
                  <c:v>0.165</c:v>
                </c:pt>
                <c:pt idx="85">
                  <c:v>0.215</c:v>
                </c:pt>
                <c:pt idx="86">
                  <c:v>0.257</c:v>
                </c:pt>
                <c:pt idx="87">
                  <c:v>0.272</c:v>
                </c:pt>
                <c:pt idx="88">
                  <c:v>0.346</c:v>
                </c:pt>
                <c:pt idx="89">
                  <c:v>0.377</c:v>
                </c:pt>
                <c:pt idx="90">
                  <c:v>0.438</c:v>
                </c:pt>
                <c:pt idx="91">
                  <c:v>0.474</c:v>
                </c:pt>
                <c:pt idx="92">
                  <c:v>0.519</c:v>
                </c:pt>
                <c:pt idx="93">
                  <c:v>0.551</c:v>
                </c:pt>
                <c:pt idx="94">
                  <c:v>0.582</c:v>
                </c:pt>
                <c:pt idx="95">
                  <c:v>0.652</c:v>
                </c:pt>
                <c:pt idx="96">
                  <c:v>0.71</c:v>
                </c:pt>
                <c:pt idx="97">
                  <c:v>0.744</c:v>
                </c:pt>
                <c:pt idx="98">
                  <c:v>0.835</c:v>
                </c:pt>
                <c:pt idx="99">
                  <c:v>0.966</c:v>
                </c:pt>
                <c:pt idx="100">
                  <c:v>0.999</c:v>
                </c:pt>
                <c:pt idx="101">
                  <c:v>1.05</c:v>
                </c:pt>
                <c:pt idx="102">
                  <c:v>1.146</c:v>
                </c:pt>
                <c:pt idx="103">
                  <c:v>1.254</c:v>
                </c:pt>
                <c:pt idx="104">
                  <c:v>1.385</c:v>
                </c:pt>
                <c:pt idx="105">
                  <c:v>1.347</c:v>
                </c:pt>
                <c:pt idx="106">
                  <c:v>1.595</c:v>
                </c:pt>
                <c:pt idx="107">
                  <c:v>1.552</c:v>
                </c:pt>
                <c:pt idx="108">
                  <c:v>1.631</c:v>
                </c:pt>
                <c:pt idx="109">
                  <c:v>1.669</c:v>
                </c:pt>
                <c:pt idx="110">
                  <c:v>1.774</c:v>
                </c:pt>
                <c:pt idx="111">
                  <c:v>1.861</c:v>
                </c:pt>
                <c:pt idx="112">
                  <c:v>1.955</c:v>
                </c:pt>
                <c:pt idx="113">
                  <c:v>1.954</c:v>
                </c:pt>
                <c:pt idx="114">
                  <c:v>2.013</c:v>
                </c:pt>
                <c:pt idx="115">
                  <c:v>2.135</c:v>
                </c:pt>
                <c:pt idx="116">
                  <c:v>2.171</c:v>
                </c:pt>
                <c:pt idx="117">
                  <c:v>2.094</c:v>
                </c:pt>
                <c:pt idx="118">
                  <c:v>2.235</c:v>
                </c:pt>
                <c:pt idx="119">
                  <c:v>2.382</c:v>
                </c:pt>
                <c:pt idx="120">
                  <c:v>2.427</c:v>
                </c:pt>
                <c:pt idx="121">
                  <c:v>2.353</c:v>
                </c:pt>
                <c:pt idx="122">
                  <c:v>2.646</c:v>
                </c:pt>
                <c:pt idx="123">
                  <c:v>2.604</c:v>
                </c:pt>
                <c:pt idx="124">
                  <c:v>2.624</c:v>
                </c:pt>
                <c:pt idx="125">
                  <c:v>2.533</c:v>
                </c:pt>
                <c:pt idx="126">
                  <c:v>2.69</c:v>
                </c:pt>
                <c:pt idx="127">
                  <c:v>2.618</c:v>
                </c:pt>
                <c:pt idx="128">
                  <c:v>2.688</c:v>
                </c:pt>
                <c:pt idx="129">
                  <c:v>2.667</c:v>
                </c:pt>
                <c:pt idx="130">
                  <c:v>2.797</c:v>
                </c:pt>
                <c:pt idx="131">
                  <c:v>2.787</c:v>
                </c:pt>
                <c:pt idx="132">
                  <c:v>2.769</c:v>
                </c:pt>
                <c:pt idx="133">
                  <c:v>2.788</c:v>
                </c:pt>
                <c:pt idx="134">
                  <c:v>2.76</c:v>
                </c:pt>
                <c:pt idx="135">
                  <c:v>2.766</c:v>
                </c:pt>
                <c:pt idx="136">
                  <c:v>2.838</c:v>
                </c:pt>
                <c:pt idx="137">
                  <c:v>2.772</c:v>
                </c:pt>
                <c:pt idx="138">
                  <c:v>2.758</c:v>
                </c:pt>
                <c:pt idx="139">
                  <c:v>2.895</c:v>
                </c:pt>
                <c:pt idx="140">
                  <c:v>2.84</c:v>
                </c:pt>
                <c:pt idx="141">
                  <c:v>2.881</c:v>
                </c:pt>
                <c:pt idx="142">
                  <c:v>2.719</c:v>
                </c:pt>
                <c:pt idx="143">
                  <c:v>2.884</c:v>
                </c:pt>
                <c:pt idx="144">
                  <c:v>2.954</c:v>
                </c:pt>
                <c:pt idx="145">
                  <c:v>2.712</c:v>
                </c:pt>
                <c:pt idx="146">
                  <c:v>3.039</c:v>
                </c:pt>
                <c:pt idx="147">
                  <c:v>2.974</c:v>
                </c:pt>
                <c:pt idx="148">
                  <c:v>2.827</c:v>
                </c:pt>
                <c:pt idx="149">
                  <c:v>3.003</c:v>
                </c:pt>
                <c:pt idx="150">
                  <c:v>2.858</c:v>
                </c:pt>
                <c:pt idx="151">
                  <c:v>2.736</c:v>
                </c:pt>
                <c:pt idx="152">
                  <c:v>2.784</c:v>
                </c:pt>
                <c:pt idx="153">
                  <c:v>2.843</c:v>
                </c:pt>
                <c:pt idx="154">
                  <c:v>2.836</c:v>
                </c:pt>
                <c:pt idx="155">
                  <c:v>2.706</c:v>
                </c:pt>
                <c:pt idx="156">
                  <c:v>2.662</c:v>
                </c:pt>
                <c:pt idx="157">
                  <c:v>2.641</c:v>
                </c:pt>
                <c:pt idx="158">
                  <c:v>2.849</c:v>
                </c:pt>
                <c:pt idx="159">
                  <c:v>2.731</c:v>
                </c:pt>
                <c:pt idx="160">
                  <c:v>2.567</c:v>
                </c:pt>
                <c:pt idx="161">
                  <c:v>2.516</c:v>
                </c:pt>
                <c:pt idx="162">
                  <c:v>2.429</c:v>
                </c:pt>
                <c:pt idx="163">
                  <c:v>2.502</c:v>
                </c:pt>
                <c:pt idx="164">
                  <c:v>2.293</c:v>
                </c:pt>
                <c:pt idx="165">
                  <c:v>2.419</c:v>
                </c:pt>
                <c:pt idx="166">
                  <c:v>2.334</c:v>
                </c:pt>
                <c:pt idx="167">
                  <c:v>2.224</c:v>
                </c:pt>
                <c:pt idx="168">
                  <c:v>2.184</c:v>
                </c:pt>
                <c:pt idx="169">
                  <c:v>2.185</c:v>
                </c:pt>
                <c:pt idx="170">
                  <c:v>2.136</c:v>
                </c:pt>
                <c:pt idx="171">
                  <c:v>2.24</c:v>
                </c:pt>
                <c:pt idx="172">
                  <c:v>2.097</c:v>
                </c:pt>
                <c:pt idx="173">
                  <c:v>2.257</c:v>
                </c:pt>
                <c:pt idx="174">
                  <c:v>1.913</c:v>
                </c:pt>
                <c:pt idx="175">
                  <c:v>1.887</c:v>
                </c:pt>
                <c:pt idx="176">
                  <c:v>1.971</c:v>
                </c:pt>
                <c:pt idx="177">
                  <c:v>1.916</c:v>
                </c:pt>
                <c:pt idx="178">
                  <c:v>1.905</c:v>
                </c:pt>
                <c:pt idx="179">
                  <c:v>1.857</c:v>
                </c:pt>
                <c:pt idx="180">
                  <c:v>1.804</c:v>
                </c:pt>
                <c:pt idx="181">
                  <c:v>1.808</c:v>
                </c:pt>
                <c:pt idx="182">
                  <c:v>1.863</c:v>
                </c:pt>
                <c:pt idx="183">
                  <c:v>1.788</c:v>
                </c:pt>
                <c:pt idx="184">
                  <c:v>1.662</c:v>
                </c:pt>
                <c:pt idx="185">
                  <c:v>1.578</c:v>
                </c:pt>
                <c:pt idx="186">
                  <c:v>1.562</c:v>
                </c:pt>
                <c:pt idx="187">
                  <c:v>1.398</c:v>
                </c:pt>
                <c:pt idx="188">
                  <c:v>1.496</c:v>
                </c:pt>
                <c:pt idx="189">
                  <c:v>1.417</c:v>
                </c:pt>
                <c:pt idx="190">
                  <c:v>1.293</c:v>
                </c:pt>
                <c:pt idx="191">
                  <c:v>1.365</c:v>
                </c:pt>
                <c:pt idx="192">
                  <c:v>1.26</c:v>
                </c:pt>
                <c:pt idx="193">
                  <c:v>1.197</c:v>
                </c:pt>
                <c:pt idx="194">
                  <c:v>1.182</c:v>
                </c:pt>
                <c:pt idx="195">
                  <c:v>1.09</c:v>
                </c:pt>
                <c:pt idx="196">
                  <c:v>1.022</c:v>
                </c:pt>
                <c:pt idx="197">
                  <c:v>0.966</c:v>
                </c:pt>
                <c:pt idx="198">
                  <c:v>0.85</c:v>
                </c:pt>
                <c:pt idx="199">
                  <c:v>0.776</c:v>
                </c:pt>
                <c:pt idx="200">
                  <c:v>0.727</c:v>
                </c:pt>
                <c:pt idx="201">
                  <c:v>0.688</c:v>
                </c:pt>
                <c:pt idx="202">
                  <c:v>0.584</c:v>
                </c:pt>
                <c:pt idx="203">
                  <c:v>0.536</c:v>
                </c:pt>
                <c:pt idx="204">
                  <c:v>0.454</c:v>
                </c:pt>
                <c:pt idx="205">
                  <c:v>0.413</c:v>
                </c:pt>
                <c:pt idx="206">
                  <c:v>0.373</c:v>
                </c:pt>
                <c:pt idx="207">
                  <c:v>0.328</c:v>
                </c:pt>
                <c:pt idx="208">
                  <c:v>0.3</c:v>
                </c:pt>
                <c:pt idx="209">
                  <c:v>0.256</c:v>
                </c:pt>
                <c:pt idx="210">
                  <c:v>0.227</c:v>
                </c:pt>
                <c:pt idx="211">
                  <c:v>0.198</c:v>
                </c:pt>
                <c:pt idx="212">
                  <c:v>0.16</c:v>
                </c:pt>
                <c:pt idx="213">
                  <c:v>0.114</c:v>
                </c:pt>
                <c:pt idx="214">
                  <c:v>0.076</c:v>
                </c:pt>
                <c:pt idx="215">
                  <c:v>0.039</c:v>
                </c:pt>
                <c:pt idx="216">
                  <c:v>0</c:v>
                </c:pt>
                <c:pt idx="217">
                  <c:v>0</c:v>
                </c:pt>
                <c:pt idx="218">
                  <c:v>0</c:v>
                </c:pt>
                <c:pt idx="219">
                  <c:v>0</c:v>
                </c:pt>
                <c:pt idx="220">
                  <c:v>0</c:v>
                </c:pt>
                <c:pt idx="221">
                  <c:v>0</c:v>
                </c:pt>
                <c:pt idx="222">
                  <c:v>0</c:v>
                </c:pt>
                <c:pt idx="223">
                  <c:v>0</c:v>
                </c:pt>
                <c:pt idx="224">
                  <c:v>0</c:v>
                </c:pt>
                <c:pt idx="225">
                  <c:v>0</c:v>
                </c:pt>
                <c:pt idx="226">
                  <c:v>0</c:v>
                </c:pt>
                <c:pt idx="227">
                  <c:v>0</c:v>
                </c:pt>
                <c:pt idx="228">
                  <c:v>0</c:v>
                </c:pt>
                <c:pt idx="229">
                  <c:v>0</c:v>
                </c:pt>
                <c:pt idx="230">
                  <c:v>0</c:v>
                </c:pt>
                <c:pt idx="231">
                  <c:v>0</c:v>
                </c:pt>
                <c:pt idx="232">
                  <c:v>0</c:v>
                </c:pt>
                <c:pt idx="233">
                  <c:v>0</c:v>
                </c:pt>
                <c:pt idx="234">
                  <c:v>0</c:v>
                </c:pt>
                <c:pt idx="235">
                  <c:v>0</c:v>
                </c:pt>
                <c:pt idx="236">
                  <c:v>0</c:v>
                </c:pt>
                <c:pt idx="237">
                  <c:v>0</c:v>
                </c:pt>
                <c:pt idx="238">
                  <c:v>0</c:v>
                </c:pt>
                <c:pt idx="239">
                  <c:v>0</c:v>
                </c:pt>
                <c:pt idx="240">
                  <c:v>0</c:v>
                </c:pt>
                <c:pt idx="241">
                  <c:v>0</c:v>
                </c:pt>
                <c:pt idx="242">
                  <c:v>0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</c:v>
                </c:pt>
                <c:pt idx="252">
                  <c:v>0</c:v>
                </c:pt>
                <c:pt idx="253">
                  <c:v>0</c:v>
                </c:pt>
                <c:pt idx="254">
                  <c:v>0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0</c:v>
                </c:pt>
                <c:pt idx="259">
                  <c:v>0</c:v>
                </c:pt>
                <c:pt idx="260">
                  <c:v>0</c:v>
                </c:pt>
                <c:pt idx="261">
                  <c:v>0</c:v>
                </c:pt>
                <c:pt idx="262">
                  <c:v>0</c:v>
                </c:pt>
                <c:pt idx="263">
                  <c:v>0</c:v>
                </c:pt>
                <c:pt idx="264">
                  <c:v>0</c:v>
                </c:pt>
                <c:pt idx="265">
                  <c:v>0</c:v>
                </c:pt>
                <c:pt idx="266">
                  <c:v>0</c:v>
                </c:pt>
                <c:pt idx="267">
                  <c:v>0</c:v>
                </c:pt>
                <c:pt idx="268">
                  <c:v>0</c:v>
                </c:pt>
                <c:pt idx="269">
                  <c:v>0</c:v>
                </c:pt>
                <c:pt idx="270">
                  <c:v>0</c:v>
                </c:pt>
                <c:pt idx="271">
                  <c:v>0</c:v>
                </c:pt>
                <c:pt idx="272">
                  <c:v>0</c:v>
                </c:pt>
                <c:pt idx="273">
                  <c:v>0</c:v>
                </c:pt>
                <c:pt idx="274">
                  <c:v>0</c:v>
                </c:pt>
                <c:pt idx="275">
                  <c:v>0</c:v>
                </c:pt>
                <c:pt idx="276">
                  <c:v>0</c:v>
                </c:pt>
                <c:pt idx="277">
                  <c:v>0</c:v>
                </c:pt>
                <c:pt idx="278">
                  <c:v>0</c:v>
                </c:pt>
                <c:pt idx="279">
                  <c:v>0</c:v>
                </c:pt>
                <c:pt idx="280">
                  <c:v>0</c:v>
                </c:pt>
                <c:pt idx="281">
                  <c:v>0</c:v>
                </c:pt>
                <c:pt idx="282">
                  <c:v>0</c:v>
                </c:pt>
                <c:pt idx="283">
                  <c:v>0</c:v>
                </c:pt>
                <c:pt idx="284">
                  <c:v>0</c:v>
                </c:pt>
                <c:pt idx="285">
                  <c:v>0</c:v>
                </c:pt>
                <c:pt idx="286">
                  <c:v>0</c:v>
                </c:pt>
                <c:pt idx="287">
                  <c:v>0</c:v>
                </c:pt>
                <c:pt idx="288">
                  <c:v>0</c:v>
                </c:pt>
                <c:pt idx="289">
                  <c:v>0</c:v>
                </c:pt>
                <c:pt idx="290">
                  <c:v>0</c:v>
                </c:pt>
                <c:pt idx="291">
                  <c:v>0</c:v>
                </c:pt>
                <c:pt idx="292">
                  <c:v>0</c:v>
                </c:pt>
                <c:pt idx="293">
                  <c:v>0</c:v>
                </c:pt>
                <c:pt idx="294">
                  <c:v>0</c:v>
                </c:pt>
                <c:pt idx="295">
                  <c:v>0</c:v>
                </c:pt>
                <c:pt idx="296">
                  <c:v>0</c:v>
                </c:pt>
                <c:pt idx="297">
                  <c:v>0</c:v>
                </c:pt>
                <c:pt idx="298">
                  <c:v>0</c:v>
                </c:pt>
                <c:pt idx="299">
                  <c:v>0</c:v>
                </c:pt>
                <c:pt idx="300">
                  <c:v>0</c:v>
                </c:pt>
                <c:pt idx="301">
                  <c:v>0</c:v>
                </c:pt>
                <c:pt idx="302">
                  <c:v>0</c:v>
                </c:pt>
                <c:pt idx="303">
                  <c:v>0</c:v>
                </c:pt>
                <c:pt idx="304">
                  <c:v>0</c:v>
                </c:pt>
                <c:pt idx="305">
                  <c:v>0</c:v>
                </c:pt>
                <c:pt idx="306">
                  <c:v>0</c:v>
                </c:pt>
                <c:pt idx="307">
                  <c:v>0</c:v>
                </c:pt>
                <c:pt idx="308">
                  <c:v>0</c:v>
                </c:pt>
                <c:pt idx="309">
                  <c:v>0</c:v>
                </c:pt>
                <c:pt idx="310">
                  <c:v>0</c:v>
                </c:pt>
                <c:pt idx="311">
                  <c:v>0</c:v>
                </c:pt>
                <c:pt idx="312">
                  <c:v>0</c:v>
                </c:pt>
                <c:pt idx="313">
                  <c:v>0</c:v>
                </c:pt>
                <c:pt idx="314">
                  <c:v>0</c:v>
                </c:pt>
                <c:pt idx="315">
                  <c:v>0</c:v>
                </c:pt>
                <c:pt idx="316">
                  <c:v>0</c:v>
                </c:pt>
                <c:pt idx="317">
                  <c:v>0</c:v>
                </c:pt>
                <c:pt idx="318">
                  <c:v>0</c:v>
                </c:pt>
                <c:pt idx="319">
                  <c:v>0</c:v>
                </c:pt>
                <c:pt idx="320">
                  <c:v>0</c:v>
                </c:pt>
                <c:pt idx="321">
                  <c:v>0</c:v>
                </c:pt>
                <c:pt idx="322">
                  <c:v>0</c:v>
                </c:pt>
                <c:pt idx="323">
                  <c:v>0</c:v>
                </c:pt>
                <c:pt idx="324">
                  <c:v>0</c:v>
                </c:pt>
                <c:pt idx="325">
                  <c:v>0</c:v>
                </c:pt>
                <c:pt idx="326">
                  <c:v>0</c:v>
                </c:pt>
                <c:pt idx="327">
                  <c:v>0</c:v>
                </c:pt>
                <c:pt idx="328">
                  <c:v>0</c:v>
                </c:pt>
                <c:pt idx="329">
                  <c:v>0</c:v>
                </c:pt>
                <c:pt idx="330">
                  <c:v>0</c:v>
                </c:pt>
                <c:pt idx="331">
                  <c:v>0</c:v>
                </c:pt>
                <c:pt idx="332">
                  <c:v>0</c:v>
                </c:pt>
                <c:pt idx="333">
                  <c:v>0</c:v>
                </c:pt>
                <c:pt idx="334">
                  <c:v>0</c:v>
                </c:pt>
                <c:pt idx="335">
                  <c:v>0</c:v>
                </c:pt>
                <c:pt idx="336">
                  <c:v>0</c:v>
                </c:pt>
                <c:pt idx="337">
                  <c:v>0</c:v>
                </c:pt>
                <c:pt idx="338">
                  <c:v>0</c:v>
                </c:pt>
                <c:pt idx="339">
                  <c:v>0</c:v>
                </c:pt>
                <c:pt idx="340">
                  <c:v>0</c:v>
                </c:pt>
                <c:pt idx="341">
                  <c:v>0</c:v>
                </c:pt>
                <c:pt idx="342">
                  <c:v>0</c:v>
                </c:pt>
                <c:pt idx="343">
                  <c:v>0</c:v>
                </c:pt>
                <c:pt idx="344">
                  <c:v>0</c:v>
                </c:pt>
                <c:pt idx="345">
                  <c:v>0</c:v>
                </c:pt>
                <c:pt idx="346">
                  <c:v>0</c:v>
                </c:pt>
                <c:pt idx="347">
                  <c:v>0</c:v>
                </c:pt>
                <c:pt idx="348">
                  <c:v>0</c:v>
                </c:pt>
                <c:pt idx="349">
                  <c:v>0</c:v>
                </c:pt>
                <c:pt idx="350">
                  <c:v>0</c:v>
                </c:pt>
                <c:pt idx="351">
                  <c:v>0</c:v>
                </c:pt>
                <c:pt idx="352">
                  <c:v>0</c:v>
                </c:pt>
                <c:pt idx="353">
                  <c:v>0</c:v>
                </c:pt>
                <c:pt idx="354">
                  <c:v>0</c:v>
                </c:pt>
                <c:pt idx="355">
                  <c:v>0</c:v>
                </c:pt>
                <c:pt idx="356">
                  <c:v>0</c:v>
                </c:pt>
                <c:pt idx="357">
                  <c:v>0</c:v>
                </c:pt>
                <c:pt idx="358">
                  <c:v>0</c:v>
                </c:pt>
                <c:pt idx="359">
                  <c:v>0</c:v>
                </c:pt>
                <c:pt idx="360">
                  <c:v>0</c:v>
                </c:pt>
                <c:pt idx="361">
                  <c:v>0.017</c:v>
                </c:pt>
                <c:pt idx="362">
                  <c:v>0.032</c:v>
                </c:pt>
                <c:pt idx="363">
                  <c:v>0.046</c:v>
                </c:pt>
                <c:pt idx="364">
                  <c:v>0.065</c:v>
                </c:pt>
                <c:pt idx="365">
                  <c:v>0.08</c:v>
                </c:pt>
                <c:pt idx="366">
                  <c:v>0.097</c:v>
                </c:pt>
                <c:pt idx="367">
                  <c:v>0.118</c:v>
                </c:pt>
                <c:pt idx="368">
                  <c:v>0.129</c:v>
                </c:pt>
                <c:pt idx="369">
                  <c:v>0.149</c:v>
                </c:pt>
                <c:pt idx="370">
                  <c:v>0.166</c:v>
                </c:pt>
                <c:pt idx="371">
                  <c:v>0.185</c:v>
                </c:pt>
                <c:pt idx="372">
                  <c:v>0.192</c:v>
                </c:pt>
                <c:pt idx="373">
                  <c:v>0.244</c:v>
                </c:pt>
                <c:pt idx="374">
                  <c:v>0.291</c:v>
                </c:pt>
                <c:pt idx="375">
                  <c:v>0.33</c:v>
                </c:pt>
                <c:pt idx="376">
                  <c:v>0.379</c:v>
                </c:pt>
                <c:pt idx="377">
                  <c:v>0.425</c:v>
                </c:pt>
                <c:pt idx="378">
                  <c:v>0.477</c:v>
                </c:pt>
                <c:pt idx="379">
                  <c:v>0.523</c:v>
                </c:pt>
                <c:pt idx="380">
                  <c:v>0.617</c:v>
                </c:pt>
                <c:pt idx="381">
                  <c:v>0.615</c:v>
                </c:pt>
                <c:pt idx="382">
                  <c:v>0.642</c:v>
                </c:pt>
                <c:pt idx="383">
                  <c:v>0.722</c:v>
                </c:pt>
                <c:pt idx="384">
                  <c:v>0.775</c:v>
                </c:pt>
                <c:pt idx="385">
                  <c:v>0.821</c:v>
                </c:pt>
                <c:pt idx="386">
                  <c:v>0.94</c:v>
                </c:pt>
                <c:pt idx="387">
                  <c:v>0.999</c:v>
                </c:pt>
                <c:pt idx="388">
                  <c:v>0.963</c:v>
                </c:pt>
                <c:pt idx="389">
                  <c:v>1.149</c:v>
                </c:pt>
                <c:pt idx="390">
                  <c:v>1.142</c:v>
                </c:pt>
                <c:pt idx="391">
                  <c:v>1.209</c:v>
                </c:pt>
                <c:pt idx="392">
                  <c:v>1.259</c:v>
                </c:pt>
                <c:pt idx="393">
                  <c:v>1.379</c:v>
                </c:pt>
                <c:pt idx="394">
                  <c:v>1.449</c:v>
                </c:pt>
                <c:pt idx="395">
                  <c:v>1.457</c:v>
                </c:pt>
                <c:pt idx="396">
                  <c:v>1.575</c:v>
                </c:pt>
                <c:pt idx="397">
                  <c:v>1.632</c:v>
                </c:pt>
                <c:pt idx="398">
                  <c:v>1.64</c:v>
                </c:pt>
                <c:pt idx="399">
                  <c:v>1.768</c:v>
                </c:pt>
                <c:pt idx="400">
                  <c:v>1.923</c:v>
                </c:pt>
                <c:pt idx="401">
                  <c:v>2.003</c:v>
                </c:pt>
                <c:pt idx="402">
                  <c:v>2.015</c:v>
                </c:pt>
                <c:pt idx="403">
                  <c:v>2.051</c:v>
                </c:pt>
                <c:pt idx="404">
                  <c:v>2.121</c:v>
                </c:pt>
                <c:pt idx="405">
                  <c:v>2.146</c:v>
                </c:pt>
                <c:pt idx="406">
                  <c:v>2.288</c:v>
                </c:pt>
                <c:pt idx="407">
                  <c:v>2.317</c:v>
                </c:pt>
                <c:pt idx="408">
                  <c:v>2.441</c:v>
                </c:pt>
                <c:pt idx="409">
                  <c:v>2.498</c:v>
                </c:pt>
                <c:pt idx="410">
                  <c:v>2.414</c:v>
                </c:pt>
                <c:pt idx="411">
                  <c:v>2.552</c:v>
                </c:pt>
                <c:pt idx="412">
                  <c:v>2.581</c:v>
                </c:pt>
                <c:pt idx="413">
                  <c:v>2.732</c:v>
                </c:pt>
                <c:pt idx="414">
                  <c:v>2.818</c:v>
                </c:pt>
                <c:pt idx="415">
                  <c:v>2.896</c:v>
                </c:pt>
                <c:pt idx="416">
                  <c:v>3</c:v>
                </c:pt>
                <c:pt idx="417">
                  <c:v>2.952</c:v>
                </c:pt>
                <c:pt idx="418">
                  <c:v>3.027</c:v>
                </c:pt>
                <c:pt idx="419">
                  <c:v>3.119</c:v>
                </c:pt>
                <c:pt idx="420">
                  <c:v>3.187</c:v>
                </c:pt>
                <c:pt idx="421">
                  <c:v>3.176</c:v>
                </c:pt>
                <c:pt idx="422">
                  <c:v>3.169</c:v>
                </c:pt>
                <c:pt idx="423">
                  <c:v>3.353</c:v>
                </c:pt>
                <c:pt idx="424">
                  <c:v>3.083</c:v>
                </c:pt>
                <c:pt idx="425">
                  <c:v>3.172</c:v>
                </c:pt>
                <c:pt idx="426">
                  <c:v>3.279</c:v>
                </c:pt>
                <c:pt idx="427">
                  <c:v>3.407</c:v>
                </c:pt>
                <c:pt idx="428">
                  <c:v>3.366</c:v>
                </c:pt>
                <c:pt idx="429">
                  <c:v>3.621</c:v>
                </c:pt>
                <c:pt idx="430">
                  <c:v>3.494</c:v>
                </c:pt>
                <c:pt idx="431">
                  <c:v>3.486</c:v>
                </c:pt>
                <c:pt idx="432">
                  <c:v>3.475</c:v>
                </c:pt>
                <c:pt idx="433">
                  <c:v>3.659</c:v>
                </c:pt>
                <c:pt idx="434">
                  <c:v>3.477</c:v>
                </c:pt>
                <c:pt idx="435">
                  <c:v>3.306</c:v>
                </c:pt>
                <c:pt idx="436">
                  <c:v>3.427</c:v>
                </c:pt>
                <c:pt idx="437">
                  <c:v>3.462</c:v>
                </c:pt>
                <c:pt idx="438">
                  <c:v>3.431</c:v>
                </c:pt>
                <c:pt idx="439">
                  <c:v>3.411</c:v>
                </c:pt>
                <c:pt idx="440">
                  <c:v>3.369</c:v>
                </c:pt>
                <c:pt idx="441">
                  <c:v>3.185</c:v>
                </c:pt>
                <c:pt idx="442">
                  <c:v>3.371</c:v>
                </c:pt>
                <c:pt idx="443">
                  <c:v>3.336</c:v>
                </c:pt>
                <c:pt idx="444">
                  <c:v>3.28</c:v>
                </c:pt>
                <c:pt idx="445">
                  <c:v>3.127</c:v>
                </c:pt>
                <c:pt idx="446">
                  <c:v>3.286</c:v>
                </c:pt>
                <c:pt idx="447">
                  <c:v>3.067</c:v>
                </c:pt>
                <c:pt idx="448">
                  <c:v>2.983</c:v>
                </c:pt>
                <c:pt idx="449">
                  <c:v>3.05</c:v>
                </c:pt>
                <c:pt idx="450">
                  <c:v>2.873</c:v>
                </c:pt>
                <c:pt idx="451">
                  <c:v>2.861</c:v>
                </c:pt>
                <c:pt idx="452">
                  <c:v>2.792</c:v>
                </c:pt>
                <c:pt idx="453">
                  <c:v>2.752</c:v>
                </c:pt>
                <c:pt idx="454">
                  <c:v>2.847</c:v>
                </c:pt>
                <c:pt idx="455">
                  <c:v>2.577</c:v>
                </c:pt>
                <c:pt idx="456">
                  <c:v>2.621</c:v>
                </c:pt>
                <c:pt idx="457">
                  <c:v>2.525</c:v>
                </c:pt>
                <c:pt idx="458">
                  <c:v>2.387</c:v>
                </c:pt>
                <c:pt idx="459">
                  <c:v>2.577</c:v>
                </c:pt>
                <c:pt idx="460">
                  <c:v>2.457</c:v>
                </c:pt>
                <c:pt idx="474">
                  <c:v>2.106</c:v>
                </c:pt>
                <c:pt idx="475">
                  <c:v>1.965</c:v>
                </c:pt>
                <c:pt idx="476">
                  <c:v>1.869</c:v>
                </c:pt>
                <c:pt idx="477">
                  <c:v>1.787</c:v>
                </c:pt>
                <c:pt idx="478">
                  <c:v>1.642</c:v>
                </c:pt>
                <c:pt idx="479">
                  <c:v>1.613</c:v>
                </c:pt>
                <c:pt idx="480">
                  <c:v>1.494</c:v>
                </c:pt>
                <c:pt idx="481">
                  <c:v>1.465</c:v>
                </c:pt>
                <c:pt idx="482">
                  <c:v>1.307</c:v>
                </c:pt>
                <c:pt idx="483">
                  <c:v>1.333</c:v>
                </c:pt>
                <c:pt idx="484">
                  <c:v>1.103</c:v>
                </c:pt>
                <c:pt idx="485">
                  <c:v>1.137</c:v>
                </c:pt>
                <c:pt idx="486">
                  <c:v>1.018</c:v>
                </c:pt>
                <c:pt idx="487">
                  <c:v>0.985</c:v>
                </c:pt>
                <c:pt idx="488">
                  <c:v>0.886</c:v>
                </c:pt>
                <c:pt idx="489">
                  <c:v>0.816</c:v>
                </c:pt>
                <c:pt idx="490">
                  <c:v>0.754</c:v>
                </c:pt>
                <c:pt idx="491">
                  <c:v>0.669</c:v>
                </c:pt>
                <c:pt idx="492">
                  <c:v>0.597</c:v>
                </c:pt>
                <c:pt idx="493">
                  <c:v>0.557</c:v>
                </c:pt>
                <c:pt idx="494">
                  <c:v>0.509</c:v>
                </c:pt>
                <c:pt idx="495">
                  <c:v>0.461</c:v>
                </c:pt>
                <c:pt idx="496">
                  <c:v>0.408</c:v>
                </c:pt>
                <c:pt idx="497">
                  <c:v>0.345</c:v>
                </c:pt>
                <c:pt idx="498">
                  <c:v>0.292</c:v>
                </c:pt>
                <c:pt idx="499">
                  <c:v>0.256</c:v>
                </c:pt>
                <c:pt idx="500">
                  <c:v>0.205</c:v>
                </c:pt>
                <c:pt idx="501">
                  <c:v>0.158</c:v>
                </c:pt>
                <c:pt idx="502">
                  <c:v>0.108</c:v>
                </c:pt>
                <c:pt idx="503">
                  <c:v>0.053</c:v>
                </c:pt>
                <c:pt idx="504">
                  <c:v>0.009</c:v>
                </c:pt>
                <c:pt idx="505">
                  <c:v>0.008</c:v>
                </c:pt>
                <c:pt idx="506">
                  <c:v>0.007</c:v>
                </c:pt>
                <c:pt idx="507">
                  <c:v>0.006</c:v>
                </c:pt>
                <c:pt idx="508">
                  <c:v>0.006</c:v>
                </c:pt>
                <c:pt idx="509">
                  <c:v>0.005</c:v>
                </c:pt>
                <c:pt idx="510">
                  <c:v>0.004</c:v>
                </c:pt>
                <c:pt idx="511">
                  <c:v>0.003</c:v>
                </c:pt>
                <c:pt idx="512">
                  <c:v>0.003</c:v>
                </c:pt>
                <c:pt idx="513">
                  <c:v>0.002</c:v>
                </c:pt>
                <c:pt idx="514">
                  <c:v>0.001</c:v>
                </c:pt>
                <c:pt idx="515">
                  <c:v>0.001</c:v>
                </c:pt>
                <c:pt idx="516">
                  <c:v>0</c:v>
                </c:pt>
                <c:pt idx="517">
                  <c:v>0</c:v>
                </c:pt>
                <c:pt idx="518">
                  <c:v>0</c:v>
                </c:pt>
                <c:pt idx="519">
                  <c:v>0</c:v>
                </c:pt>
                <c:pt idx="520">
                  <c:v>0</c:v>
                </c:pt>
                <c:pt idx="521">
                  <c:v>0</c:v>
                </c:pt>
                <c:pt idx="522">
                  <c:v>0</c:v>
                </c:pt>
                <c:pt idx="523">
                  <c:v>0</c:v>
                </c:pt>
                <c:pt idx="524">
                  <c:v>0</c:v>
                </c:pt>
                <c:pt idx="525">
                  <c:v>0</c:v>
                </c:pt>
                <c:pt idx="526">
                  <c:v>0</c:v>
                </c:pt>
                <c:pt idx="527">
                  <c:v>0</c:v>
                </c:pt>
                <c:pt idx="528">
                  <c:v>0</c:v>
                </c:pt>
                <c:pt idx="529">
                  <c:v>0</c:v>
                </c:pt>
                <c:pt idx="530">
                  <c:v>0</c:v>
                </c:pt>
                <c:pt idx="531">
                  <c:v>0</c:v>
                </c:pt>
                <c:pt idx="532">
                  <c:v>0</c:v>
                </c:pt>
                <c:pt idx="533">
                  <c:v>0</c:v>
                </c:pt>
                <c:pt idx="534">
                  <c:v>0</c:v>
                </c:pt>
                <c:pt idx="535">
                  <c:v>0</c:v>
                </c:pt>
                <c:pt idx="536">
                  <c:v>0</c:v>
                </c:pt>
                <c:pt idx="537">
                  <c:v>0</c:v>
                </c:pt>
                <c:pt idx="538">
                  <c:v>0</c:v>
                </c:pt>
                <c:pt idx="539">
                  <c:v>0</c:v>
                </c:pt>
                <c:pt idx="540">
                  <c:v>0</c:v>
                </c:pt>
                <c:pt idx="541">
                  <c:v>0</c:v>
                </c:pt>
                <c:pt idx="542">
                  <c:v>0</c:v>
                </c:pt>
                <c:pt idx="543">
                  <c:v>0</c:v>
                </c:pt>
                <c:pt idx="544">
                  <c:v>0</c:v>
                </c:pt>
                <c:pt idx="545">
                  <c:v>0</c:v>
                </c:pt>
                <c:pt idx="546">
                  <c:v>0</c:v>
                </c:pt>
                <c:pt idx="547">
                  <c:v>0</c:v>
                </c:pt>
                <c:pt idx="548">
                  <c:v>0</c:v>
                </c:pt>
                <c:pt idx="549">
                  <c:v>0</c:v>
                </c:pt>
                <c:pt idx="550">
                  <c:v>0</c:v>
                </c:pt>
                <c:pt idx="551">
                  <c:v>0</c:v>
                </c:pt>
                <c:pt idx="552">
                  <c:v>0</c:v>
                </c:pt>
                <c:pt idx="553">
                  <c:v>0</c:v>
                </c:pt>
                <c:pt idx="554">
                  <c:v>0</c:v>
                </c:pt>
                <c:pt idx="555">
                  <c:v>0</c:v>
                </c:pt>
                <c:pt idx="556">
                  <c:v>0</c:v>
                </c:pt>
                <c:pt idx="557">
                  <c:v>0</c:v>
                </c:pt>
                <c:pt idx="558">
                  <c:v>0</c:v>
                </c:pt>
                <c:pt idx="559">
                  <c:v>0</c:v>
                </c:pt>
                <c:pt idx="560">
                  <c:v>0</c:v>
                </c:pt>
                <c:pt idx="561">
                  <c:v>0</c:v>
                </c:pt>
                <c:pt idx="562">
                  <c:v>0</c:v>
                </c:pt>
                <c:pt idx="563">
                  <c:v>0</c:v>
                </c:pt>
                <c:pt idx="564">
                  <c:v>0</c:v>
                </c:pt>
                <c:pt idx="565">
                  <c:v>0</c:v>
                </c:pt>
                <c:pt idx="566">
                  <c:v>0</c:v>
                </c:pt>
                <c:pt idx="567">
                  <c:v>0</c:v>
                </c:pt>
                <c:pt idx="568">
                  <c:v>0</c:v>
                </c:pt>
                <c:pt idx="569">
                  <c:v>0</c:v>
                </c:pt>
                <c:pt idx="570">
                  <c:v>0</c:v>
                </c:pt>
                <c:pt idx="571">
                  <c:v>0</c:v>
                </c:pt>
                <c:pt idx="572">
                  <c:v>0</c:v>
                </c:pt>
                <c:pt idx="573">
                  <c:v>0</c:v>
                </c:pt>
                <c:pt idx="574">
                  <c:v>0</c:v>
                </c:pt>
                <c:pt idx="575">
                  <c:v>0</c:v>
                </c:pt>
                <c:pt idx="576">
                  <c:v>0</c:v>
                </c:pt>
                <c:pt idx="577">
                  <c:v>0</c:v>
                </c:pt>
                <c:pt idx="578">
                  <c:v>0</c:v>
                </c:pt>
                <c:pt idx="579">
                  <c:v>0</c:v>
                </c:pt>
                <c:pt idx="580">
                  <c:v>0</c:v>
                </c:pt>
                <c:pt idx="581">
                  <c:v>0</c:v>
                </c:pt>
                <c:pt idx="582">
                  <c:v>0</c:v>
                </c:pt>
                <c:pt idx="583">
                  <c:v>0</c:v>
                </c:pt>
                <c:pt idx="584">
                  <c:v>0</c:v>
                </c:pt>
                <c:pt idx="585">
                  <c:v>0</c:v>
                </c:pt>
                <c:pt idx="586">
                  <c:v>0</c:v>
                </c:pt>
                <c:pt idx="587">
                  <c:v>0</c:v>
                </c:pt>
                <c:pt idx="588">
                  <c:v>0</c:v>
                </c:pt>
                <c:pt idx="589">
                  <c:v>0</c:v>
                </c:pt>
                <c:pt idx="590">
                  <c:v>0</c:v>
                </c:pt>
                <c:pt idx="591">
                  <c:v>0</c:v>
                </c:pt>
                <c:pt idx="592">
                  <c:v>0</c:v>
                </c:pt>
                <c:pt idx="593">
                  <c:v>0</c:v>
                </c:pt>
                <c:pt idx="594">
                  <c:v>0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0</c:v>
                </c:pt>
                <c:pt idx="600">
                  <c:v>0</c:v>
                </c:pt>
                <c:pt idx="601">
                  <c:v>0</c:v>
                </c:pt>
                <c:pt idx="602">
                  <c:v>0</c:v>
                </c:pt>
                <c:pt idx="603">
                  <c:v>0</c:v>
                </c:pt>
                <c:pt idx="604">
                  <c:v>0</c:v>
                </c:pt>
                <c:pt idx="605">
                  <c:v>0</c:v>
                </c:pt>
                <c:pt idx="606">
                  <c:v>0</c:v>
                </c:pt>
                <c:pt idx="607">
                  <c:v>0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0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0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0</c:v>
                </c:pt>
                <c:pt idx="626">
                  <c:v>0</c:v>
                </c:pt>
                <c:pt idx="627">
                  <c:v>0</c:v>
                </c:pt>
                <c:pt idx="628">
                  <c:v>0</c:v>
                </c:pt>
                <c:pt idx="629">
                  <c:v>0</c:v>
                </c:pt>
                <c:pt idx="630">
                  <c:v>0</c:v>
                </c:pt>
                <c:pt idx="631">
                  <c:v>0</c:v>
                </c:pt>
                <c:pt idx="632">
                  <c:v>0</c:v>
                </c:pt>
                <c:pt idx="633">
                  <c:v>0</c:v>
                </c:pt>
                <c:pt idx="634">
                  <c:v>0</c:v>
                </c:pt>
                <c:pt idx="635">
                  <c:v>0</c:v>
                </c:pt>
                <c:pt idx="636">
                  <c:v>0</c:v>
                </c:pt>
                <c:pt idx="637">
                  <c:v>0</c:v>
                </c:pt>
                <c:pt idx="638">
                  <c:v>0</c:v>
                </c:pt>
                <c:pt idx="639">
                  <c:v>0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0</c:v>
                </c:pt>
                <c:pt idx="644">
                  <c:v>0</c:v>
                </c:pt>
                <c:pt idx="645">
                  <c:v>0</c:v>
                </c:pt>
                <c:pt idx="646">
                  <c:v>0</c:v>
                </c:pt>
                <c:pt idx="647">
                  <c:v>0</c:v>
                </c:pt>
                <c:pt idx="648">
                  <c:v>0</c:v>
                </c:pt>
                <c:pt idx="649">
                  <c:v>0.019</c:v>
                </c:pt>
                <c:pt idx="650">
                  <c:v>0.036</c:v>
                </c:pt>
                <c:pt idx="651">
                  <c:v>0.059</c:v>
                </c:pt>
                <c:pt idx="652">
                  <c:v>0.081</c:v>
                </c:pt>
                <c:pt idx="653">
                  <c:v>0.097</c:v>
                </c:pt>
                <c:pt idx="654">
                  <c:v>0.115</c:v>
                </c:pt>
                <c:pt idx="655">
                  <c:v>0.144</c:v>
                </c:pt>
                <c:pt idx="656">
                  <c:v>0.153</c:v>
                </c:pt>
                <c:pt idx="657">
                  <c:v>0.182</c:v>
                </c:pt>
                <c:pt idx="658">
                  <c:v>0.19</c:v>
                </c:pt>
                <c:pt idx="659">
                  <c:v>0.223</c:v>
                </c:pt>
                <c:pt idx="660">
                  <c:v>0.227</c:v>
                </c:pt>
                <c:pt idx="661">
                  <c:v>0.3</c:v>
                </c:pt>
                <c:pt idx="662">
                  <c:v>0.356</c:v>
                </c:pt>
                <c:pt idx="663">
                  <c:v>0.399</c:v>
                </c:pt>
                <c:pt idx="664">
                  <c:v>0.45</c:v>
                </c:pt>
                <c:pt idx="665">
                  <c:v>0.523</c:v>
                </c:pt>
                <c:pt idx="666">
                  <c:v>0.603</c:v>
                </c:pt>
                <c:pt idx="667">
                  <c:v>0.626</c:v>
                </c:pt>
                <c:pt idx="668">
                  <c:v>0.703</c:v>
                </c:pt>
                <c:pt idx="669">
                  <c:v>0.74</c:v>
                </c:pt>
                <c:pt idx="670">
                  <c:v>0.807</c:v>
                </c:pt>
                <c:pt idx="671">
                  <c:v>0.877</c:v>
                </c:pt>
                <c:pt idx="672">
                  <c:v>0.964</c:v>
                </c:pt>
                <c:pt idx="673">
                  <c:v>0.976</c:v>
                </c:pt>
                <c:pt idx="674">
                  <c:v>1.085</c:v>
                </c:pt>
                <c:pt idx="675">
                  <c:v>1.192</c:v>
                </c:pt>
                <c:pt idx="676">
                  <c:v>1.179</c:v>
                </c:pt>
                <c:pt idx="677">
                  <c:v>1.385</c:v>
                </c:pt>
                <c:pt idx="678">
                  <c:v>1.44</c:v>
                </c:pt>
                <c:pt idx="679">
                  <c:v>1.422</c:v>
                </c:pt>
                <c:pt idx="680">
                  <c:v>1.607</c:v>
                </c:pt>
                <c:pt idx="681">
                  <c:v>1.612</c:v>
                </c:pt>
                <c:pt idx="682">
                  <c:v>1.761</c:v>
                </c:pt>
                <c:pt idx="683">
                  <c:v>1.913</c:v>
                </c:pt>
                <c:pt idx="684">
                  <c:v>1.907</c:v>
                </c:pt>
                <c:pt idx="685">
                  <c:v>1.997</c:v>
                </c:pt>
                <c:pt idx="686">
                  <c:v>2.06</c:v>
                </c:pt>
                <c:pt idx="687">
                  <c:v>2.072</c:v>
                </c:pt>
                <c:pt idx="688">
                  <c:v>2.101</c:v>
                </c:pt>
                <c:pt idx="689">
                  <c:v>2.157</c:v>
                </c:pt>
                <c:pt idx="690">
                  <c:v>2.359</c:v>
                </c:pt>
                <c:pt idx="691">
                  <c:v>2.391</c:v>
                </c:pt>
                <c:pt idx="692">
                  <c:v>2.438</c:v>
                </c:pt>
                <c:pt idx="693">
                  <c:v>2.477</c:v>
                </c:pt>
                <c:pt idx="694">
                  <c:v>2.629</c:v>
                </c:pt>
                <c:pt idx="695">
                  <c:v>2.632</c:v>
                </c:pt>
                <c:pt idx="696">
                  <c:v>2.763</c:v>
                </c:pt>
                <c:pt idx="697">
                  <c:v>2.737</c:v>
                </c:pt>
                <c:pt idx="698">
                  <c:v>2.926</c:v>
                </c:pt>
                <c:pt idx="699">
                  <c:v>2.813</c:v>
                </c:pt>
                <c:pt idx="700">
                  <c:v>2.772</c:v>
                </c:pt>
                <c:pt idx="701">
                  <c:v>2.897</c:v>
                </c:pt>
                <c:pt idx="702">
                  <c:v>2.823</c:v>
                </c:pt>
                <c:pt idx="703">
                  <c:v>2.943</c:v>
                </c:pt>
                <c:pt idx="704">
                  <c:v>2.852</c:v>
                </c:pt>
                <c:pt idx="705">
                  <c:v>3.007</c:v>
                </c:pt>
                <c:pt idx="706">
                  <c:v>3.002</c:v>
                </c:pt>
                <c:pt idx="707">
                  <c:v>2.979</c:v>
                </c:pt>
                <c:pt idx="708">
                  <c:v>3.057</c:v>
                </c:pt>
                <c:pt idx="709">
                  <c:v>3.22</c:v>
                </c:pt>
                <c:pt idx="710">
                  <c:v>2.913</c:v>
                </c:pt>
                <c:pt idx="711">
                  <c:v>2.962</c:v>
                </c:pt>
                <c:pt idx="712">
                  <c:v>2.924</c:v>
                </c:pt>
                <c:pt idx="713">
                  <c:v>3.114</c:v>
                </c:pt>
                <c:pt idx="714">
                  <c:v>2.946</c:v>
                </c:pt>
                <c:pt idx="715">
                  <c:v>2.937</c:v>
                </c:pt>
                <c:pt idx="716">
                  <c:v>3.099</c:v>
                </c:pt>
                <c:pt idx="717">
                  <c:v>2.915</c:v>
                </c:pt>
                <c:pt idx="718">
                  <c:v>3.1</c:v>
                </c:pt>
                <c:pt idx="719">
                  <c:v>2.934</c:v>
                </c:pt>
                <c:pt idx="720">
                  <c:v>2.98</c:v>
                </c:pt>
                <c:pt idx="721">
                  <c:v>2.962</c:v>
                </c:pt>
                <c:pt idx="722">
                  <c:v>2.873</c:v>
                </c:pt>
                <c:pt idx="723">
                  <c:v>2.786</c:v>
                </c:pt>
                <c:pt idx="724">
                  <c:v>2.513</c:v>
                </c:pt>
                <c:pt idx="725">
                  <c:v>2.661</c:v>
                </c:pt>
                <c:pt idx="726">
                  <c:v>2.565</c:v>
                </c:pt>
                <c:pt idx="727">
                  <c:v>2.584</c:v>
                </c:pt>
                <c:pt idx="728">
                  <c:v>2.525</c:v>
                </c:pt>
                <c:pt idx="729">
                  <c:v>2.252</c:v>
                </c:pt>
                <c:pt idx="730">
                  <c:v>2.27</c:v>
                </c:pt>
                <c:pt idx="731">
                  <c:v>2.293</c:v>
                </c:pt>
                <c:pt idx="732">
                  <c:v>2.326</c:v>
                </c:pt>
                <c:pt idx="733">
                  <c:v>2.052</c:v>
                </c:pt>
                <c:pt idx="734">
                  <c:v>2.006</c:v>
                </c:pt>
                <c:pt idx="735">
                  <c:v>1.819</c:v>
                </c:pt>
                <c:pt idx="736">
                  <c:v>1.788</c:v>
                </c:pt>
                <c:pt idx="737">
                  <c:v>1.68</c:v>
                </c:pt>
                <c:pt idx="738">
                  <c:v>1.582</c:v>
                </c:pt>
                <c:pt idx="739">
                  <c:v>1.453</c:v>
                </c:pt>
                <c:pt idx="740">
                  <c:v>1.388</c:v>
                </c:pt>
                <c:pt idx="741">
                  <c:v>1.234</c:v>
                </c:pt>
                <c:pt idx="742">
                  <c:v>1.203</c:v>
                </c:pt>
                <c:pt idx="743">
                  <c:v>1.084</c:v>
                </c:pt>
                <c:pt idx="744">
                  <c:v>0.98</c:v>
                </c:pt>
                <c:pt idx="745">
                  <c:v>0.988</c:v>
                </c:pt>
                <c:pt idx="746">
                  <c:v>1</c:v>
                </c:pt>
                <c:pt idx="747">
                  <c:v>1.007</c:v>
                </c:pt>
                <c:pt idx="748">
                  <c:v>1.08</c:v>
                </c:pt>
                <c:pt idx="749">
                  <c:v>1.077</c:v>
                </c:pt>
                <c:pt idx="750">
                  <c:v>1.123</c:v>
                </c:pt>
                <c:pt idx="751">
                  <c:v>1.279</c:v>
                </c:pt>
                <c:pt idx="752">
                  <c:v>1.234</c:v>
                </c:pt>
                <c:pt idx="753">
                  <c:v>1.252</c:v>
                </c:pt>
                <c:pt idx="754">
                  <c:v>1.294</c:v>
                </c:pt>
                <c:pt idx="755">
                  <c:v>1.305</c:v>
                </c:pt>
                <c:pt idx="756">
                  <c:v>1.42</c:v>
                </c:pt>
                <c:pt idx="757">
                  <c:v>1.322</c:v>
                </c:pt>
                <c:pt idx="758">
                  <c:v>1.207</c:v>
                </c:pt>
                <c:pt idx="759">
                  <c:v>1.187</c:v>
                </c:pt>
                <c:pt idx="760">
                  <c:v>1.129</c:v>
                </c:pt>
                <c:pt idx="761">
                  <c:v>1.044</c:v>
                </c:pt>
                <c:pt idx="762">
                  <c:v>0.94</c:v>
                </c:pt>
                <c:pt idx="763">
                  <c:v>0.886</c:v>
                </c:pt>
                <c:pt idx="764">
                  <c:v>0.827</c:v>
                </c:pt>
                <c:pt idx="765">
                  <c:v>0.752</c:v>
                </c:pt>
                <c:pt idx="766">
                  <c:v>0.662</c:v>
                </c:pt>
                <c:pt idx="767">
                  <c:v>0.606</c:v>
                </c:pt>
                <c:pt idx="768">
                  <c:v>0.508</c:v>
                </c:pt>
                <c:pt idx="769">
                  <c:v>0.502</c:v>
                </c:pt>
                <c:pt idx="770">
                  <c:v>0.455</c:v>
                </c:pt>
                <c:pt idx="771">
                  <c:v>0.445</c:v>
                </c:pt>
                <c:pt idx="772">
                  <c:v>0.438</c:v>
                </c:pt>
                <c:pt idx="773">
                  <c:v>0.378</c:v>
                </c:pt>
                <c:pt idx="774">
                  <c:v>0.373</c:v>
                </c:pt>
                <c:pt idx="775">
                  <c:v>0.31</c:v>
                </c:pt>
                <c:pt idx="776">
                  <c:v>0.304</c:v>
                </c:pt>
                <c:pt idx="777">
                  <c:v>0.272</c:v>
                </c:pt>
                <c:pt idx="778">
                  <c:v>0.248</c:v>
                </c:pt>
                <c:pt idx="779">
                  <c:v>0.223</c:v>
                </c:pt>
                <c:pt idx="780">
                  <c:v>0.2</c:v>
                </c:pt>
                <c:pt idx="781">
                  <c:v>0.175</c:v>
                </c:pt>
                <c:pt idx="782">
                  <c:v>0.161</c:v>
                </c:pt>
                <c:pt idx="783">
                  <c:v>0.147</c:v>
                </c:pt>
                <c:pt idx="784">
                  <c:v>0.123</c:v>
                </c:pt>
                <c:pt idx="785">
                  <c:v>0.111</c:v>
                </c:pt>
                <c:pt idx="786">
                  <c:v>0.095</c:v>
                </c:pt>
                <c:pt idx="787">
                  <c:v>0.077</c:v>
                </c:pt>
                <c:pt idx="788">
                  <c:v>0.064</c:v>
                </c:pt>
                <c:pt idx="789">
                  <c:v>0.045</c:v>
                </c:pt>
                <c:pt idx="790">
                  <c:v>0.032</c:v>
                </c:pt>
                <c:pt idx="791">
                  <c:v>0.016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  <c:pt idx="801">
                  <c:v>0</c:v>
                </c:pt>
                <c:pt idx="802">
                  <c:v>0</c:v>
                </c:pt>
                <c:pt idx="803">
                  <c:v>0</c:v>
                </c:pt>
                <c:pt idx="804">
                  <c:v>0</c:v>
                </c:pt>
                <c:pt idx="805">
                  <c:v>0</c:v>
                </c:pt>
                <c:pt idx="806">
                  <c:v>0</c:v>
                </c:pt>
                <c:pt idx="807">
                  <c:v>0</c:v>
                </c:pt>
                <c:pt idx="808">
                  <c:v>0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0</c:v>
                </c:pt>
                <c:pt idx="813">
                  <c:v>0</c:v>
                </c:pt>
                <c:pt idx="814">
                  <c:v>0</c:v>
                </c:pt>
                <c:pt idx="815">
                  <c:v>0</c:v>
                </c:pt>
                <c:pt idx="816">
                  <c:v>0</c:v>
                </c:pt>
                <c:pt idx="817">
                  <c:v>0</c:v>
                </c:pt>
                <c:pt idx="818">
                  <c:v>0</c:v>
                </c:pt>
                <c:pt idx="819">
                  <c:v>0</c:v>
                </c:pt>
                <c:pt idx="820">
                  <c:v>0</c:v>
                </c:pt>
                <c:pt idx="821">
                  <c:v>0</c:v>
                </c:pt>
                <c:pt idx="822">
                  <c:v>0</c:v>
                </c:pt>
                <c:pt idx="823">
                  <c:v>0</c:v>
                </c:pt>
                <c:pt idx="824">
                  <c:v>0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0</c:v>
                </c:pt>
                <c:pt idx="829">
                  <c:v>0</c:v>
                </c:pt>
                <c:pt idx="830">
                  <c:v>0</c:v>
                </c:pt>
                <c:pt idx="831">
                  <c:v>0</c:v>
                </c:pt>
                <c:pt idx="832">
                  <c:v>0</c:v>
                </c:pt>
                <c:pt idx="833">
                  <c:v>0</c:v>
                </c:pt>
                <c:pt idx="834">
                  <c:v>0</c:v>
                </c:pt>
                <c:pt idx="835">
                  <c:v>0</c:v>
                </c:pt>
                <c:pt idx="836">
                  <c:v>0</c:v>
                </c:pt>
                <c:pt idx="837">
                  <c:v>0</c:v>
                </c:pt>
                <c:pt idx="838">
                  <c:v>0</c:v>
                </c:pt>
                <c:pt idx="839">
                  <c:v>0</c:v>
                </c:pt>
                <c:pt idx="840">
                  <c:v>0</c:v>
                </c:pt>
                <c:pt idx="841">
                  <c:v>0</c:v>
                </c:pt>
                <c:pt idx="842">
                  <c:v>0</c:v>
                </c:pt>
                <c:pt idx="843">
                  <c:v>0</c:v>
                </c:pt>
                <c:pt idx="844">
                  <c:v>0</c:v>
                </c:pt>
                <c:pt idx="845">
                  <c:v>0</c:v>
                </c:pt>
                <c:pt idx="846">
                  <c:v>0</c:v>
                </c:pt>
                <c:pt idx="847">
                  <c:v>0</c:v>
                </c:pt>
                <c:pt idx="848">
                  <c:v>0</c:v>
                </c:pt>
                <c:pt idx="849">
                  <c:v>0</c:v>
                </c:pt>
                <c:pt idx="850">
                  <c:v>0</c:v>
                </c:pt>
                <c:pt idx="851">
                  <c:v>0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</c:v>
                </c:pt>
                <c:pt idx="856">
                  <c:v>0</c:v>
                </c:pt>
                <c:pt idx="857">
                  <c:v>0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y1</c:v>
                </c:pt>
              </c:strCache>
            </c:strRef>
          </c:tx>
          <c:spPr>
            <a:solidFill>
              <a:srgbClr val="E76F51"/>
            </a:solidFill>
            <a:ln w="12700" cap="flat">
              <a:solidFill>
                <a:srgbClr val="E76F5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E76F51"/>
              </a:solidFill>
              <a:ln w="9525" cap="flat">
                <a:solidFill>
                  <a:srgbClr val="E76F51"/>
                </a:solidFill>
                <a:prstDash val="solid"/>
                <a:round/>
              </a:ln>
              <a:effectLst/>
            </c:spPr>
          </c:marker>
          <c:xVal>
            <c:numRef>
              <c:f>Sheet1!$A$2:$A$865</c:f>
              <c:numCache>
                <c:formatCode>General</c:formatCode>
                <c:ptCount val="864"/>
                <c:pt idx="0">
                  <c:v>0</c:v>
                </c:pt>
                <c:pt idx="1">
                  <c:v>0.003</c:v>
                </c:pt>
                <c:pt idx="2">
                  <c:v>0.007</c:v>
                </c:pt>
                <c:pt idx="3">
                  <c:v>0.01</c:v>
                </c:pt>
                <c:pt idx="4">
                  <c:v>0.014</c:v>
                </c:pt>
                <c:pt idx="5">
                  <c:v>0.017</c:v>
                </c:pt>
                <c:pt idx="6">
                  <c:v>0.021</c:v>
                </c:pt>
                <c:pt idx="7">
                  <c:v>0.024</c:v>
                </c:pt>
                <c:pt idx="8">
                  <c:v>0.028</c:v>
                </c:pt>
                <c:pt idx="9">
                  <c:v>0.031</c:v>
                </c:pt>
                <c:pt idx="10">
                  <c:v>0.035</c:v>
                </c:pt>
                <c:pt idx="11">
                  <c:v>0.038</c:v>
                </c:pt>
                <c:pt idx="12">
                  <c:v>0.042</c:v>
                </c:pt>
                <c:pt idx="13">
                  <c:v>0.045</c:v>
                </c:pt>
                <c:pt idx="14">
                  <c:v>0.049</c:v>
                </c:pt>
                <c:pt idx="15">
                  <c:v>0.052</c:v>
                </c:pt>
                <c:pt idx="16">
                  <c:v>0.056</c:v>
                </c:pt>
                <c:pt idx="17">
                  <c:v>0.059</c:v>
                </c:pt>
                <c:pt idx="18">
                  <c:v>0.062</c:v>
                </c:pt>
                <c:pt idx="19">
                  <c:v>0.066</c:v>
                </c:pt>
                <c:pt idx="20">
                  <c:v>0.069</c:v>
                </c:pt>
                <c:pt idx="21">
                  <c:v>0.073</c:v>
                </c:pt>
                <c:pt idx="22">
                  <c:v>0.076</c:v>
                </c:pt>
                <c:pt idx="23">
                  <c:v>0.08</c:v>
                </c:pt>
                <c:pt idx="24">
                  <c:v>0.083</c:v>
                </c:pt>
                <c:pt idx="25">
                  <c:v>0.087</c:v>
                </c:pt>
                <c:pt idx="26">
                  <c:v>0.09</c:v>
                </c:pt>
                <c:pt idx="27">
                  <c:v>0.094</c:v>
                </c:pt>
                <c:pt idx="28">
                  <c:v>0.097</c:v>
                </c:pt>
                <c:pt idx="29">
                  <c:v>0.101</c:v>
                </c:pt>
                <c:pt idx="30">
                  <c:v>0.104</c:v>
                </c:pt>
                <c:pt idx="31">
                  <c:v>0.108</c:v>
                </c:pt>
                <c:pt idx="32">
                  <c:v>0.111</c:v>
                </c:pt>
                <c:pt idx="33">
                  <c:v>0.115</c:v>
                </c:pt>
                <c:pt idx="34">
                  <c:v>0.118</c:v>
                </c:pt>
                <c:pt idx="35">
                  <c:v>0.122</c:v>
                </c:pt>
                <c:pt idx="36">
                  <c:v>0.125</c:v>
                </c:pt>
                <c:pt idx="37">
                  <c:v>0.128</c:v>
                </c:pt>
                <c:pt idx="38">
                  <c:v>0.132</c:v>
                </c:pt>
                <c:pt idx="39">
                  <c:v>0.135</c:v>
                </c:pt>
                <c:pt idx="40">
                  <c:v>0.139</c:v>
                </c:pt>
                <c:pt idx="41">
                  <c:v>0.142</c:v>
                </c:pt>
                <c:pt idx="42">
                  <c:v>0.146</c:v>
                </c:pt>
                <c:pt idx="43">
                  <c:v>0.149</c:v>
                </c:pt>
                <c:pt idx="44">
                  <c:v>0.153</c:v>
                </c:pt>
                <c:pt idx="45">
                  <c:v>0.156</c:v>
                </c:pt>
                <c:pt idx="46">
                  <c:v>0.16</c:v>
                </c:pt>
                <c:pt idx="47">
                  <c:v>0.163</c:v>
                </c:pt>
                <c:pt idx="48">
                  <c:v>0.167</c:v>
                </c:pt>
                <c:pt idx="49">
                  <c:v>0.17</c:v>
                </c:pt>
                <c:pt idx="50">
                  <c:v>0.174</c:v>
                </c:pt>
                <c:pt idx="51">
                  <c:v>0.177</c:v>
                </c:pt>
                <c:pt idx="52">
                  <c:v>0.181</c:v>
                </c:pt>
                <c:pt idx="53">
                  <c:v>0.184</c:v>
                </c:pt>
                <c:pt idx="54">
                  <c:v>0.188</c:v>
                </c:pt>
                <c:pt idx="55">
                  <c:v>0.191</c:v>
                </c:pt>
                <c:pt idx="56">
                  <c:v>0.194</c:v>
                </c:pt>
                <c:pt idx="57">
                  <c:v>0.198</c:v>
                </c:pt>
                <c:pt idx="58">
                  <c:v>0.201</c:v>
                </c:pt>
                <c:pt idx="59">
                  <c:v>0.205</c:v>
                </c:pt>
                <c:pt idx="60">
                  <c:v>0.208</c:v>
                </c:pt>
                <c:pt idx="61">
                  <c:v>0.212</c:v>
                </c:pt>
                <c:pt idx="62">
                  <c:v>0.215</c:v>
                </c:pt>
                <c:pt idx="63">
                  <c:v>0.219</c:v>
                </c:pt>
                <c:pt idx="64">
                  <c:v>0.222</c:v>
                </c:pt>
                <c:pt idx="65">
                  <c:v>0.226</c:v>
                </c:pt>
                <c:pt idx="66">
                  <c:v>0.229</c:v>
                </c:pt>
                <c:pt idx="67">
                  <c:v>0.233</c:v>
                </c:pt>
                <c:pt idx="68">
                  <c:v>0.236</c:v>
                </c:pt>
                <c:pt idx="69">
                  <c:v>0.24</c:v>
                </c:pt>
                <c:pt idx="70">
                  <c:v>0.243</c:v>
                </c:pt>
                <c:pt idx="71">
                  <c:v>0.247</c:v>
                </c:pt>
                <c:pt idx="72">
                  <c:v>0.25</c:v>
                </c:pt>
                <c:pt idx="73">
                  <c:v>0.253</c:v>
                </c:pt>
                <c:pt idx="74">
                  <c:v>0.257</c:v>
                </c:pt>
                <c:pt idx="75">
                  <c:v>0.26</c:v>
                </c:pt>
                <c:pt idx="76">
                  <c:v>0.264</c:v>
                </c:pt>
                <c:pt idx="77">
                  <c:v>0.267</c:v>
                </c:pt>
                <c:pt idx="78">
                  <c:v>0.271</c:v>
                </c:pt>
                <c:pt idx="79">
                  <c:v>0.274</c:v>
                </c:pt>
                <c:pt idx="80">
                  <c:v>0.278</c:v>
                </c:pt>
                <c:pt idx="81">
                  <c:v>0.281</c:v>
                </c:pt>
                <c:pt idx="82">
                  <c:v>0.285</c:v>
                </c:pt>
                <c:pt idx="83">
                  <c:v>0.288</c:v>
                </c:pt>
                <c:pt idx="84">
                  <c:v>0.292</c:v>
                </c:pt>
                <c:pt idx="85">
                  <c:v>0.295</c:v>
                </c:pt>
                <c:pt idx="86">
                  <c:v>0.299</c:v>
                </c:pt>
                <c:pt idx="87">
                  <c:v>0.302</c:v>
                </c:pt>
                <c:pt idx="88">
                  <c:v>0.306</c:v>
                </c:pt>
                <c:pt idx="89">
                  <c:v>0.309</c:v>
                </c:pt>
                <c:pt idx="90">
                  <c:v>0.312</c:v>
                </c:pt>
                <c:pt idx="91">
                  <c:v>0.316</c:v>
                </c:pt>
                <c:pt idx="92">
                  <c:v>0.319</c:v>
                </c:pt>
                <c:pt idx="93">
                  <c:v>0.323</c:v>
                </c:pt>
                <c:pt idx="94">
                  <c:v>0.326</c:v>
                </c:pt>
                <c:pt idx="95">
                  <c:v>0.33</c:v>
                </c:pt>
                <c:pt idx="96">
                  <c:v>0.333</c:v>
                </c:pt>
                <c:pt idx="97">
                  <c:v>0.337</c:v>
                </c:pt>
                <c:pt idx="98">
                  <c:v>0.34</c:v>
                </c:pt>
                <c:pt idx="99">
                  <c:v>0.344</c:v>
                </c:pt>
                <c:pt idx="100">
                  <c:v>0.347</c:v>
                </c:pt>
                <c:pt idx="101">
                  <c:v>0.351</c:v>
                </c:pt>
                <c:pt idx="102">
                  <c:v>0.354</c:v>
                </c:pt>
                <c:pt idx="103">
                  <c:v>0.358</c:v>
                </c:pt>
                <c:pt idx="104">
                  <c:v>0.361</c:v>
                </c:pt>
                <c:pt idx="105">
                  <c:v>0.365</c:v>
                </c:pt>
                <c:pt idx="106">
                  <c:v>0.368</c:v>
                </c:pt>
                <c:pt idx="107">
                  <c:v>0.372</c:v>
                </c:pt>
                <c:pt idx="108">
                  <c:v>0.375</c:v>
                </c:pt>
                <c:pt idx="109">
                  <c:v>0.378</c:v>
                </c:pt>
                <c:pt idx="110">
                  <c:v>0.382</c:v>
                </c:pt>
                <c:pt idx="111">
                  <c:v>0.385</c:v>
                </c:pt>
                <c:pt idx="112">
                  <c:v>0.389</c:v>
                </c:pt>
                <c:pt idx="113">
                  <c:v>0.392</c:v>
                </c:pt>
                <c:pt idx="114">
                  <c:v>0.396</c:v>
                </c:pt>
                <c:pt idx="115">
                  <c:v>0.399</c:v>
                </c:pt>
                <c:pt idx="116">
                  <c:v>0.403</c:v>
                </c:pt>
                <c:pt idx="117">
                  <c:v>0.406</c:v>
                </c:pt>
                <c:pt idx="118">
                  <c:v>0.41</c:v>
                </c:pt>
                <c:pt idx="119">
                  <c:v>0.413</c:v>
                </c:pt>
                <c:pt idx="120">
                  <c:v>0.417</c:v>
                </c:pt>
                <c:pt idx="121">
                  <c:v>0.42</c:v>
                </c:pt>
                <c:pt idx="122">
                  <c:v>0.424</c:v>
                </c:pt>
                <c:pt idx="123">
                  <c:v>0.427</c:v>
                </c:pt>
                <c:pt idx="124">
                  <c:v>0.431</c:v>
                </c:pt>
                <c:pt idx="125">
                  <c:v>0.434</c:v>
                </c:pt>
                <c:pt idx="126">
                  <c:v>0.438</c:v>
                </c:pt>
                <c:pt idx="127">
                  <c:v>0.441</c:v>
                </c:pt>
                <c:pt idx="128">
                  <c:v>0.444</c:v>
                </c:pt>
                <c:pt idx="129">
                  <c:v>0.448</c:v>
                </c:pt>
                <c:pt idx="130">
                  <c:v>0.451</c:v>
                </c:pt>
                <c:pt idx="131">
                  <c:v>0.455</c:v>
                </c:pt>
                <c:pt idx="132">
                  <c:v>0.458</c:v>
                </c:pt>
                <c:pt idx="133">
                  <c:v>0.462</c:v>
                </c:pt>
                <c:pt idx="134">
                  <c:v>0.465</c:v>
                </c:pt>
                <c:pt idx="135">
                  <c:v>0.469</c:v>
                </c:pt>
                <c:pt idx="136">
                  <c:v>0.472</c:v>
                </c:pt>
                <c:pt idx="137">
                  <c:v>0.476</c:v>
                </c:pt>
                <c:pt idx="138">
                  <c:v>0.479</c:v>
                </c:pt>
                <c:pt idx="139">
                  <c:v>0.483</c:v>
                </c:pt>
                <c:pt idx="140">
                  <c:v>0.486</c:v>
                </c:pt>
                <c:pt idx="141">
                  <c:v>0.49</c:v>
                </c:pt>
                <c:pt idx="142">
                  <c:v>0.493</c:v>
                </c:pt>
                <c:pt idx="143">
                  <c:v>0.497</c:v>
                </c:pt>
                <c:pt idx="144">
                  <c:v>0.5</c:v>
                </c:pt>
                <c:pt idx="145">
                  <c:v>0.503</c:v>
                </c:pt>
                <c:pt idx="146">
                  <c:v>0.507</c:v>
                </c:pt>
                <c:pt idx="147">
                  <c:v>0.51</c:v>
                </c:pt>
                <c:pt idx="148">
                  <c:v>0.514</c:v>
                </c:pt>
                <c:pt idx="149">
                  <c:v>0.517</c:v>
                </c:pt>
                <c:pt idx="150">
                  <c:v>0.521</c:v>
                </c:pt>
                <c:pt idx="151">
                  <c:v>0.524</c:v>
                </c:pt>
                <c:pt idx="152">
                  <c:v>0.528</c:v>
                </c:pt>
                <c:pt idx="153">
                  <c:v>0.531</c:v>
                </c:pt>
                <c:pt idx="154">
                  <c:v>0.535</c:v>
                </c:pt>
                <c:pt idx="155">
                  <c:v>0.538</c:v>
                </c:pt>
                <c:pt idx="156">
                  <c:v>0.542</c:v>
                </c:pt>
                <c:pt idx="157">
                  <c:v>0.545</c:v>
                </c:pt>
                <c:pt idx="158">
                  <c:v>0.549</c:v>
                </c:pt>
                <c:pt idx="159">
                  <c:v>0.552</c:v>
                </c:pt>
                <c:pt idx="160">
                  <c:v>0.556</c:v>
                </c:pt>
                <c:pt idx="161">
                  <c:v>0.559</c:v>
                </c:pt>
                <c:pt idx="162">
                  <c:v>0.562</c:v>
                </c:pt>
                <c:pt idx="163">
                  <c:v>0.566</c:v>
                </c:pt>
                <c:pt idx="164">
                  <c:v>0.569</c:v>
                </c:pt>
                <c:pt idx="165">
                  <c:v>0.573</c:v>
                </c:pt>
                <c:pt idx="166">
                  <c:v>0.576</c:v>
                </c:pt>
                <c:pt idx="167">
                  <c:v>0.58</c:v>
                </c:pt>
                <c:pt idx="168">
                  <c:v>0.583</c:v>
                </c:pt>
                <c:pt idx="169">
                  <c:v>0.587</c:v>
                </c:pt>
                <c:pt idx="170">
                  <c:v>0.59</c:v>
                </c:pt>
                <c:pt idx="171">
                  <c:v>0.594</c:v>
                </c:pt>
                <c:pt idx="172">
                  <c:v>0.597</c:v>
                </c:pt>
                <c:pt idx="173">
                  <c:v>0.601</c:v>
                </c:pt>
                <c:pt idx="174">
                  <c:v>0.604</c:v>
                </c:pt>
                <c:pt idx="175">
                  <c:v>0.608</c:v>
                </c:pt>
                <c:pt idx="176">
                  <c:v>0.611</c:v>
                </c:pt>
                <c:pt idx="177">
                  <c:v>0.615</c:v>
                </c:pt>
                <c:pt idx="178">
                  <c:v>0.618</c:v>
                </c:pt>
                <c:pt idx="179">
                  <c:v>0.622</c:v>
                </c:pt>
                <c:pt idx="180">
                  <c:v>0.625</c:v>
                </c:pt>
                <c:pt idx="181">
                  <c:v>0.628</c:v>
                </c:pt>
                <c:pt idx="182">
                  <c:v>0.632</c:v>
                </c:pt>
                <c:pt idx="183">
                  <c:v>0.635</c:v>
                </c:pt>
                <c:pt idx="184">
                  <c:v>0.639</c:v>
                </c:pt>
                <c:pt idx="185">
                  <c:v>0.642</c:v>
                </c:pt>
                <c:pt idx="186">
                  <c:v>0.646</c:v>
                </c:pt>
                <c:pt idx="187">
                  <c:v>0.649</c:v>
                </c:pt>
                <c:pt idx="188">
                  <c:v>0.653</c:v>
                </c:pt>
                <c:pt idx="189">
                  <c:v>0.656</c:v>
                </c:pt>
                <c:pt idx="190">
                  <c:v>0.66</c:v>
                </c:pt>
                <c:pt idx="191">
                  <c:v>0.663</c:v>
                </c:pt>
                <c:pt idx="192">
                  <c:v>0.667</c:v>
                </c:pt>
                <c:pt idx="193">
                  <c:v>0.67</c:v>
                </c:pt>
                <c:pt idx="194">
                  <c:v>0.674</c:v>
                </c:pt>
                <c:pt idx="195">
                  <c:v>0.677</c:v>
                </c:pt>
                <c:pt idx="196">
                  <c:v>0.681</c:v>
                </c:pt>
                <c:pt idx="197">
                  <c:v>0.684</c:v>
                </c:pt>
                <c:pt idx="198">
                  <c:v>0.688</c:v>
                </c:pt>
                <c:pt idx="199">
                  <c:v>0.691</c:v>
                </c:pt>
                <c:pt idx="200">
                  <c:v>0.694</c:v>
                </c:pt>
                <c:pt idx="201">
                  <c:v>0.698</c:v>
                </c:pt>
                <c:pt idx="202">
                  <c:v>0.701</c:v>
                </c:pt>
                <c:pt idx="203">
                  <c:v>0.705</c:v>
                </c:pt>
                <c:pt idx="204">
                  <c:v>0.708</c:v>
                </c:pt>
                <c:pt idx="205">
                  <c:v>0.712</c:v>
                </c:pt>
                <c:pt idx="206">
                  <c:v>0.715</c:v>
                </c:pt>
                <c:pt idx="207">
                  <c:v>0.719</c:v>
                </c:pt>
                <c:pt idx="208">
                  <c:v>0.722</c:v>
                </c:pt>
                <c:pt idx="209">
                  <c:v>0.726</c:v>
                </c:pt>
                <c:pt idx="210">
                  <c:v>0.729</c:v>
                </c:pt>
                <c:pt idx="211">
                  <c:v>0.733</c:v>
                </c:pt>
                <c:pt idx="212">
                  <c:v>0.736</c:v>
                </c:pt>
                <c:pt idx="213">
                  <c:v>0.74</c:v>
                </c:pt>
                <c:pt idx="214">
                  <c:v>0.743</c:v>
                </c:pt>
                <c:pt idx="215">
                  <c:v>0.747</c:v>
                </c:pt>
                <c:pt idx="216">
                  <c:v>0.75</c:v>
                </c:pt>
                <c:pt idx="217">
                  <c:v>0.753</c:v>
                </c:pt>
                <c:pt idx="218">
                  <c:v>0.757</c:v>
                </c:pt>
                <c:pt idx="219">
                  <c:v>0.76</c:v>
                </c:pt>
                <c:pt idx="220">
                  <c:v>0.764</c:v>
                </c:pt>
                <c:pt idx="221">
                  <c:v>0.767</c:v>
                </c:pt>
                <c:pt idx="222">
                  <c:v>0.771</c:v>
                </c:pt>
                <c:pt idx="223">
                  <c:v>0.774</c:v>
                </c:pt>
                <c:pt idx="224">
                  <c:v>0.778</c:v>
                </c:pt>
                <c:pt idx="225">
                  <c:v>0.781</c:v>
                </c:pt>
                <c:pt idx="226">
                  <c:v>0.785</c:v>
                </c:pt>
                <c:pt idx="227">
                  <c:v>0.788</c:v>
                </c:pt>
                <c:pt idx="228">
                  <c:v>0.792</c:v>
                </c:pt>
                <c:pt idx="229">
                  <c:v>0.795</c:v>
                </c:pt>
                <c:pt idx="230">
                  <c:v>0.799</c:v>
                </c:pt>
                <c:pt idx="231">
                  <c:v>0.802</c:v>
                </c:pt>
                <c:pt idx="232">
                  <c:v>0.806</c:v>
                </c:pt>
                <c:pt idx="233">
                  <c:v>0.809</c:v>
                </c:pt>
                <c:pt idx="234">
                  <c:v>0.812</c:v>
                </c:pt>
                <c:pt idx="235">
                  <c:v>0.816</c:v>
                </c:pt>
                <c:pt idx="236">
                  <c:v>0.819</c:v>
                </c:pt>
                <c:pt idx="237">
                  <c:v>0.823</c:v>
                </c:pt>
                <c:pt idx="238">
                  <c:v>0.826</c:v>
                </c:pt>
                <c:pt idx="239">
                  <c:v>0.83</c:v>
                </c:pt>
                <c:pt idx="240">
                  <c:v>0.833</c:v>
                </c:pt>
                <c:pt idx="241">
                  <c:v>0.837</c:v>
                </c:pt>
                <c:pt idx="242">
                  <c:v>0.84</c:v>
                </c:pt>
                <c:pt idx="243">
                  <c:v>0.844</c:v>
                </c:pt>
                <c:pt idx="244">
                  <c:v>0.847</c:v>
                </c:pt>
                <c:pt idx="245">
                  <c:v>0.851</c:v>
                </c:pt>
                <c:pt idx="246">
                  <c:v>0.854</c:v>
                </c:pt>
                <c:pt idx="247">
                  <c:v>0.858</c:v>
                </c:pt>
                <c:pt idx="248">
                  <c:v>0.861</c:v>
                </c:pt>
                <c:pt idx="249">
                  <c:v>0.865</c:v>
                </c:pt>
                <c:pt idx="250">
                  <c:v>0.868</c:v>
                </c:pt>
                <c:pt idx="251">
                  <c:v>0.872</c:v>
                </c:pt>
                <c:pt idx="252">
                  <c:v>0.875</c:v>
                </c:pt>
                <c:pt idx="253">
                  <c:v>0.878</c:v>
                </c:pt>
                <c:pt idx="254">
                  <c:v>0.882</c:v>
                </c:pt>
                <c:pt idx="255">
                  <c:v>0.885</c:v>
                </c:pt>
                <c:pt idx="256">
                  <c:v>0.889</c:v>
                </c:pt>
                <c:pt idx="257">
                  <c:v>0.892</c:v>
                </c:pt>
                <c:pt idx="258">
                  <c:v>0.896</c:v>
                </c:pt>
                <c:pt idx="259">
                  <c:v>0.899</c:v>
                </c:pt>
                <c:pt idx="260">
                  <c:v>0.903</c:v>
                </c:pt>
                <c:pt idx="261">
                  <c:v>0.906</c:v>
                </c:pt>
                <c:pt idx="262">
                  <c:v>0.91</c:v>
                </c:pt>
                <c:pt idx="263">
                  <c:v>0.913</c:v>
                </c:pt>
                <c:pt idx="264">
                  <c:v>0.917</c:v>
                </c:pt>
                <c:pt idx="265">
                  <c:v>0.92</c:v>
                </c:pt>
                <c:pt idx="266">
                  <c:v>0.924</c:v>
                </c:pt>
                <c:pt idx="267">
                  <c:v>0.927</c:v>
                </c:pt>
                <c:pt idx="268">
                  <c:v>0.931</c:v>
                </c:pt>
                <c:pt idx="269">
                  <c:v>0.934</c:v>
                </c:pt>
                <c:pt idx="270">
                  <c:v>0.938</c:v>
                </c:pt>
                <c:pt idx="271">
                  <c:v>0.941</c:v>
                </c:pt>
                <c:pt idx="272">
                  <c:v>0.944</c:v>
                </c:pt>
                <c:pt idx="273">
                  <c:v>0.948</c:v>
                </c:pt>
                <c:pt idx="274">
                  <c:v>0.951</c:v>
                </c:pt>
                <c:pt idx="275">
                  <c:v>0.955</c:v>
                </c:pt>
                <c:pt idx="276">
                  <c:v>0.958</c:v>
                </c:pt>
                <c:pt idx="277">
                  <c:v>0.962</c:v>
                </c:pt>
                <c:pt idx="278">
                  <c:v>0.965</c:v>
                </c:pt>
                <c:pt idx="279">
                  <c:v>0.969</c:v>
                </c:pt>
                <c:pt idx="280">
                  <c:v>0.972</c:v>
                </c:pt>
                <c:pt idx="281">
                  <c:v>0.976</c:v>
                </c:pt>
                <c:pt idx="282">
                  <c:v>0.979</c:v>
                </c:pt>
                <c:pt idx="283">
                  <c:v>0.983</c:v>
                </c:pt>
                <c:pt idx="284">
                  <c:v>0.986</c:v>
                </c:pt>
                <c:pt idx="285">
                  <c:v>0.99</c:v>
                </c:pt>
                <c:pt idx="286">
                  <c:v>0.993</c:v>
                </c:pt>
                <c:pt idx="287">
                  <c:v>0.997</c:v>
                </c:pt>
                <c:pt idx="288">
                  <c:v>1</c:v>
                </c:pt>
                <c:pt idx="289">
                  <c:v>1.003</c:v>
                </c:pt>
                <c:pt idx="290">
                  <c:v>1.007</c:v>
                </c:pt>
                <c:pt idx="291">
                  <c:v>1.01</c:v>
                </c:pt>
                <c:pt idx="292">
                  <c:v>1.014</c:v>
                </c:pt>
                <c:pt idx="293">
                  <c:v>1.017</c:v>
                </c:pt>
                <c:pt idx="294">
                  <c:v>1.021</c:v>
                </c:pt>
                <c:pt idx="295">
                  <c:v>1.024</c:v>
                </c:pt>
                <c:pt idx="296">
                  <c:v>1.028</c:v>
                </c:pt>
                <c:pt idx="297">
                  <c:v>1.031</c:v>
                </c:pt>
                <c:pt idx="298">
                  <c:v>1.035</c:v>
                </c:pt>
                <c:pt idx="299">
                  <c:v>1.038</c:v>
                </c:pt>
                <c:pt idx="300">
                  <c:v>1.042</c:v>
                </c:pt>
                <c:pt idx="301">
                  <c:v>1.045</c:v>
                </c:pt>
                <c:pt idx="302">
                  <c:v>1.049</c:v>
                </c:pt>
                <c:pt idx="303">
                  <c:v>1.052</c:v>
                </c:pt>
                <c:pt idx="304">
                  <c:v>1.056</c:v>
                </c:pt>
                <c:pt idx="305">
                  <c:v>1.059</c:v>
                </c:pt>
                <c:pt idx="306">
                  <c:v>1.062</c:v>
                </c:pt>
                <c:pt idx="307">
                  <c:v>1.066</c:v>
                </c:pt>
                <c:pt idx="308">
                  <c:v>1.069</c:v>
                </c:pt>
                <c:pt idx="309">
                  <c:v>1.073</c:v>
                </c:pt>
                <c:pt idx="310">
                  <c:v>1.076</c:v>
                </c:pt>
                <c:pt idx="311">
                  <c:v>1.08</c:v>
                </c:pt>
                <c:pt idx="312">
                  <c:v>1.083</c:v>
                </c:pt>
                <c:pt idx="313">
                  <c:v>1.087</c:v>
                </c:pt>
                <c:pt idx="314">
                  <c:v>1.09</c:v>
                </c:pt>
                <c:pt idx="315">
                  <c:v>1.094</c:v>
                </c:pt>
                <c:pt idx="316">
                  <c:v>1.097</c:v>
                </c:pt>
                <c:pt idx="317">
                  <c:v>1.101</c:v>
                </c:pt>
                <c:pt idx="318">
                  <c:v>1.104</c:v>
                </c:pt>
                <c:pt idx="319">
                  <c:v>1.108</c:v>
                </c:pt>
                <c:pt idx="320">
                  <c:v>1.111</c:v>
                </c:pt>
                <c:pt idx="321">
                  <c:v>1.115</c:v>
                </c:pt>
                <c:pt idx="322">
                  <c:v>1.118</c:v>
                </c:pt>
                <c:pt idx="323">
                  <c:v>1.122</c:v>
                </c:pt>
                <c:pt idx="324">
                  <c:v>1.125</c:v>
                </c:pt>
                <c:pt idx="325">
                  <c:v>1.128</c:v>
                </c:pt>
                <c:pt idx="326">
                  <c:v>1.132</c:v>
                </c:pt>
                <c:pt idx="327">
                  <c:v>1.135</c:v>
                </c:pt>
                <c:pt idx="328">
                  <c:v>1.139</c:v>
                </c:pt>
                <c:pt idx="329">
                  <c:v>1.142</c:v>
                </c:pt>
                <c:pt idx="330">
                  <c:v>1.146</c:v>
                </c:pt>
                <c:pt idx="331">
                  <c:v>1.149</c:v>
                </c:pt>
                <c:pt idx="332">
                  <c:v>1.153</c:v>
                </c:pt>
                <c:pt idx="333">
                  <c:v>1.156</c:v>
                </c:pt>
                <c:pt idx="334">
                  <c:v>1.16</c:v>
                </c:pt>
                <c:pt idx="335">
                  <c:v>1.163</c:v>
                </c:pt>
                <c:pt idx="336">
                  <c:v>1.167</c:v>
                </c:pt>
                <c:pt idx="337">
                  <c:v>1.17</c:v>
                </c:pt>
                <c:pt idx="338">
                  <c:v>1.174</c:v>
                </c:pt>
                <c:pt idx="339">
                  <c:v>1.177</c:v>
                </c:pt>
                <c:pt idx="340">
                  <c:v>1.181</c:v>
                </c:pt>
                <c:pt idx="341">
                  <c:v>1.184</c:v>
                </c:pt>
                <c:pt idx="342">
                  <c:v>1.188</c:v>
                </c:pt>
                <c:pt idx="343">
                  <c:v>1.191</c:v>
                </c:pt>
                <c:pt idx="344">
                  <c:v>1.194</c:v>
                </c:pt>
                <c:pt idx="345">
                  <c:v>1.198</c:v>
                </c:pt>
                <c:pt idx="346">
                  <c:v>1.201</c:v>
                </c:pt>
                <c:pt idx="347">
                  <c:v>1.205</c:v>
                </c:pt>
                <c:pt idx="348">
                  <c:v>1.208</c:v>
                </c:pt>
                <c:pt idx="349">
                  <c:v>1.212</c:v>
                </c:pt>
                <c:pt idx="350">
                  <c:v>1.215</c:v>
                </c:pt>
                <c:pt idx="351">
                  <c:v>1.219</c:v>
                </c:pt>
                <c:pt idx="352">
                  <c:v>1.222</c:v>
                </c:pt>
                <c:pt idx="353">
                  <c:v>1.226</c:v>
                </c:pt>
                <c:pt idx="354">
                  <c:v>1.229</c:v>
                </c:pt>
                <c:pt idx="355">
                  <c:v>1.233</c:v>
                </c:pt>
                <c:pt idx="356">
                  <c:v>1.236</c:v>
                </c:pt>
                <c:pt idx="357">
                  <c:v>1.24</c:v>
                </c:pt>
                <c:pt idx="358">
                  <c:v>1.243</c:v>
                </c:pt>
                <c:pt idx="359">
                  <c:v>1.247</c:v>
                </c:pt>
                <c:pt idx="360">
                  <c:v>1.25</c:v>
                </c:pt>
                <c:pt idx="361">
                  <c:v>1.253</c:v>
                </c:pt>
                <c:pt idx="362">
                  <c:v>1.257</c:v>
                </c:pt>
                <c:pt idx="363">
                  <c:v>1.26</c:v>
                </c:pt>
                <c:pt idx="364">
                  <c:v>1.264</c:v>
                </c:pt>
                <c:pt idx="365">
                  <c:v>1.267</c:v>
                </c:pt>
                <c:pt idx="366">
                  <c:v>1.271</c:v>
                </c:pt>
                <c:pt idx="367">
                  <c:v>1.274</c:v>
                </c:pt>
                <c:pt idx="368">
                  <c:v>1.278</c:v>
                </c:pt>
                <c:pt idx="369">
                  <c:v>1.281</c:v>
                </c:pt>
                <c:pt idx="370">
                  <c:v>1.285</c:v>
                </c:pt>
                <c:pt idx="371">
                  <c:v>1.288</c:v>
                </c:pt>
                <c:pt idx="372">
                  <c:v>1.292</c:v>
                </c:pt>
                <c:pt idx="373">
                  <c:v>1.295</c:v>
                </c:pt>
                <c:pt idx="374">
                  <c:v>1.299</c:v>
                </c:pt>
                <c:pt idx="375">
                  <c:v>1.302</c:v>
                </c:pt>
                <c:pt idx="376">
                  <c:v>1.306</c:v>
                </c:pt>
                <c:pt idx="377">
                  <c:v>1.309</c:v>
                </c:pt>
                <c:pt idx="378">
                  <c:v>1.312</c:v>
                </c:pt>
                <c:pt idx="379">
                  <c:v>1.316</c:v>
                </c:pt>
                <c:pt idx="380">
                  <c:v>1.319</c:v>
                </c:pt>
                <c:pt idx="381">
                  <c:v>1.323</c:v>
                </c:pt>
                <c:pt idx="382">
                  <c:v>1.326</c:v>
                </c:pt>
                <c:pt idx="383">
                  <c:v>1.33</c:v>
                </c:pt>
                <c:pt idx="384">
                  <c:v>1.333</c:v>
                </c:pt>
                <c:pt idx="385">
                  <c:v>1.337</c:v>
                </c:pt>
                <c:pt idx="386">
                  <c:v>1.34</c:v>
                </c:pt>
                <c:pt idx="387">
                  <c:v>1.344</c:v>
                </c:pt>
                <c:pt idx="388">
                  <c:v>1.347</c:v>
                </c:pt>
                <c:pt idx="389">
                  <c:v>1.351</c:v>
                </c:pt>
                <c:pt idx="390">
                  <c:v>1.354</c:v>
                </c:pt>
                <c:pt idx="391">
                  <c:v>1.358</c:v>
                </c:pt>
                <c:pt idx="392">
                  <c:v>1.361</c:v>
                </c:pt>
                <c:pt idx="393">
                  <c:v>1.365</c:v>
                </c:pt>
                <c:pt idx="394">
                  <c:v>1.368</c:v>
                </c:pt>
                <c:pt idx="395">
                  <c:v>1.372</c:v>
                </c:pt>
                <c:pt idx="396">
                  <c:v>1.375</c:v>
                </c:pt>
                <c:pt idx="397">
                  <c:v>1.378</c:v>
                </c:pt>
                <c:pt idx="398">
                  <c:v>1.382</c:v>
                </c:pt>
                <c:pt idx="399">
                  <c:v>1.385</c:v>
                </c:pt>
                <c:pt idx="400">
                  <c:v>1.389</c:v>
                </c:pt>
                <c:pt idx="401">
                  <c:v>1.392</c:v>
                </c:pt>
                <c:pt idx="402">
                  <c:v>1.396</c:v>
                </c:pt>
                <c:pt idx="403">
                  <c:v>1.399</c:v>
                </c:pt>
                <c:pt idx="404">
                  <c:v>1.403</c:v>
                </c:pt>
                <c:pt idx="405">
                  <c:v>1.406</c:v>
                </c:pt>
                <c:pt idx="406">
                  <c:v>1.41</c:v>
                </c:pt>
                <c:pt idx="407">
                  <c:v>1.413</c:v>
                </c:pt>
                <c:pt idx="408">
                  <c:v>1.417</c:v>
                </c:pt>
                <c:pt idx="409">
                  <c:v>1.42</c:v>
                </c:pt>
                <c:pt idx="410">
                  <c:v>1.424</c:v>
                </c:pt>
                <c:pt idx="411">
                  <c:v>1.427</c:v>
                </c:pt>
                <c:pt idx="412">
                  <c:v>1.431</c:v>
                </c:pt>
                <c:pt idx="413">
                  <c:v>1.434</c:v>
                </c:pt>
                <c:pt idx="414">
                  <c:v>1.438</c:v>
                </c:pt>
                <c:pt idx="415">
                  <c:v>1.441</c:v>
                </c:pt>
                <c:pt idx="416">
                  <c:v>1.444</c:v>
                </c:pt>
                <c:pt idx="417">
                  <c:v>1.448</c:v>
                </c:pt>
                <c:pt idx="418">
                  <c:v>1.451</c:v>
                </c:pt>
                <c:pt idx="419">
                  <c:v>1.455</c:v>
                </c:pt>
                <c:pt idx="420">
                  <c:v>1.458</c:v>
                </c:pt>
                <c:pt idx="421">
                  <c:v>1.462</c:v>
                </c:pt>
                <c:pt idx="422">
                  <c:v>1.465</c:v>
                </c:pt>
                <c:pt idx="423">
                  <c:v>1.469</c:v>
                </c:pt>
                <c:pt idx="424">
                  <c:v>1.472</c:v>
                </c:pt>
                <c:pt idx="425">
                  <c:v>1.476</c:v>
                </c:pt>
                <c:pt idx="426">
                  <c:v>1.479</c:v>
                </c:pt>
                <c:pt idx="427">
                  <c:v>1.483</c:v>
                </c:pt>
                <c:pt idx="428">
                  <c:v>1.486</c:v>
                </c:pt>
                <c:pt idx="429">
                  <c:v>1.49</c:v>
                </c:pt>
                <c:pt idx="430">
                  <c:v>1.493</c:v>
                </c:pt>
                <c:pt idx="431">
                  <c:v>1.497</c:v>
                </c:pt>
                <c:pt idx="432">
                  <c:v>1.5</c:v>
                </c:pt>
                <c:pt idx="433">
                  <c:v>1.503</c:v>
                </c:pt>
                <c:pt idx="434">
                  <c:v>1.507</c:v>
                </c:pt>
                <c:pt idx="435">
                  <c:v>1.51</c:v>
                </c:pt>
                <c:pt idx="436">
                  <c:v>1.514</c:v>
                </c:pt>
                <c:pt idx="437">
                  <c:v>1.517</c:v>
                </c:pt>
                <c:pt idx="438">
                  <c:v>1.521</c:v>
                </c:pt>
                <c:pt idx="439">
                  <c:v>1.524</c:v>
                </c:pt>
                <c:pt idx="440">
                  <c:v>1.528</c:v>
                </c:pt>
                <c:pt idx="441">
                  <c:v>1.531</c:v>
                </c:pt>
                <c:pt idx="442">
                  <c:v>1.535</c:v>
                </c:pt>
                <c:pt idx="443">
                  <c:v>1.538</c:v>
                </c:pt>
                <c:pt idx="444">
                  <c:v>1.542</c:v>
                </c:pt>
                <c:pt idx="445">
                  <c:v>1.545</c:v>
                </c:pt>
                <c:pt idx="446">
                  <c:v>1.549</c:v>
                </c:pt>
                <c:pt idx="447">
                  <c:v>1.552</c:v>
                </c:pt>
                <c:pt idx="448">
                  <c:v>1.556</c:v>
                </c:pt>
                <c:pt idx="449">
                  <c:v>1.559</c:v>
                </c:pt>
                <c:pt idx="450">
                  <c:v>1.562</c:v>
                </c:pt>
                <c:pt idx="451">
                  <c:v>1.566</c:v>
                </c:pt>
                <c:pt idx="452">
                  <c:v>1.569</c:v>
                </c:pt>
                <c:pt idx="453">
                  <c:v>1.573</c:v>
                </c:pt>
                <c:pt idx="454">
                  <c:v>1.576</c:v>
                </c:pt>
                <c:pt idx="455">
                  <c:v>1.58</c:v>
                </c:pt>
                <c:pt idx="456">
                  <c:v>1.583</c:v>
                </c:pt>
                <c:pt idx="457">
                  <c:v>1.587</c:v>
                </c:pt>
                <c:pt idx="458">
                  <c:v>1.59</c:v>
                </c:pt>
                <c:pt idx="459">
                  <c:v>1.594</c:v>
                </c:pt>
                <c:pt idx="460">
                  <c:v>1.597</c:v>
                </c:pt>
                <c:pt idx="461">
                  <c:v>1.601</c:v>
                </c:pt>
                <c:pt idx="462">
                  <c:v>1.604</c:v>
                </c:pt>
                <c:pt idx="463">
                  <c:v>1.608</c:v>
                </c:pt>
                <c:pt idx="464">
                  <c:v>1.611</c:v>
                </c:pt>
                <c:pt idx="465">
                  <c:v>1.615</c:v>
                </c:pt>
                <c:pt idx="466">
                  <c:v>1.618</c:v>
                </c:pt>
                <c:pt idx="467">
                  <c:v>1.622</c:v>
                </c:pt>
                <c:pt idx="468">
                  <c:v>1.625</c:v>
                </c:pt>
                <c:pt idx="469">
                  <c:v>1.628</c:v>
                </c:pt>
                <c:pt idx="470">
                  <c:v>1.632</c:v>
                </c:pt>
                <c:pt idx="471">
                  <c:v>1.635</c:v>
                </c:pt>
                <c:pt idx="472">
                  <c:v>1.639</c:v>
                </c:pt>
                <c:pt idx="473">
                  <c:v>1.642</c:v>
                </c:pt>
                <c:pt idx="474">
                  <c:v>1.646</c:v>
                </c:pt>
                <c:pt idx="475">
                  <c:v>1.649</c:v>
                </c:pt>
                <c:pt idx="476">
                  <c:v>1.653</c:v>
                </c:pt>
                <c:pt idx="477">
                  <c:v>1.656</c:v>
                </c:pt>
                <c:pt idx="478">
                  <c:v>1.66</c:v>
                </c:pt>
                <c:pt idx="479">
                  <c:v>1.663</c:v>
                </c:pt>
                <c:pt idx="480">
                  <c:v>1.667</c:v>
                </c:pt>
                <c:pt idx="481">
                  <c:v>1.67</c:v>
                </c:pt>
                <c:pt idx="482">
                  <c:v>1.674</c:v>
                </c:pt>
                <c:pt idx="483">
                  <c:v>1.677</c:v>
                </c:pt>
                <c:pt idx="484">
                  <c:v>1.681</c:v>
                </c:pt>
                <c:pt idx="485">
                  <c:v>1.684</c:v>
                </c:pt>
                <c:pt idx="486">
                  <c:v>1.688</c:v>
                </c:pt>
                <c:pt idx="487">
                  <c:v>1.691</c:v>
                </c:pt>
                <c:pt idx="488">
                  <c:v>1.694</c:v>
                </c:pt>
                <c:pt idx="489">
                  <c:v>1.698</c:v>
                </c:pt>
                <c:pt idx="490">
                  <c:v>1.701</c:v>
                </c:pt>
                <c:pt idx="491">
                  <c:v>1.705</c:v>
                </c:pt>
                <c:pt idx="492">
                  <c:v>1.708</c:v>
                </c:pt>
                <c:pt idx="493">
                  <c:v>1.712</c:v>
                </c:pt>
                <c:pt idx="494">
                  <c:v>1.715</c:v>
                </c:pt>
                <c:pt idx="495">
                  <c:v>1.719</c:v>
                </c:pt>
                <c:pt idx="496">
                  <c:v>1.722</c:v>
                </c:pt>
                <c:pt idx="497">
                  <c:v>1.726</c:v>
                </c:pt>
                <c:pt idx="498">
                  <c:v>1.729</c:v>
                </c:pt>
                <c:pt idx="499">
                  <c:v>1.733</c:v>
                </c:pt>
                <c:pt idx="500">
                  <c:v>1.736</c:v>
                </c:pt>
                <c:pt idx="501">
                  <c:v>1.74</c:v>
                </c:pt>
                <c:pt idx="502">
                  <c:v>1.743</c:v>
                </c:pt>
                <c:pt idx="503">
                  <c:v>1.747</c:v>
                </c:pt>
                <c:pt idx="504">
                  <c:v>1.75</c:v>
                </c:pt>
                <c:pt idx="505">
                  <c:v>1.753</c:v>
                </c:pt>
                <c:pt idx="506">
                  <c:v>1.757</c:v>
                </c:pt>
                <c:pt idx="507">
                  <c:v>1.76</c:v>
                </c:pt>
                <c:pt idx="508">
                  <c:v>1.764</c:v>
                </c:pt>
                <c:pt idx="509">
                  <c:v>1.767</c:v>
                </c:pt>
                <c:pt idx="510">
                  <c:v>1.771</c:v>
                </c:pt>
                <c:pt idx="511">
                  <c:v>1.774</c:v>
                </c:pt>
                <c:pt idx="512">
                  <c:v>1.778</c:v>
                </c:pt>
                <c:pt idx="513">
                  <c:v>1.781</c:v>
                </c:pt>
                <c:pt idx="514">
                  <c:v>1.785</c:v>
                </c:pt>
                <c:pt idx="515">
                  <c:v>1.788</c:v>
                </c:pt>
                <c:pt idx="516">
                  <c:v>1.792</c:v>
                </c:pt>
                <c:pt idx="517">
                  <c:v>1.795</c:v>
                </c:pt>
                <c:pt idx="518">
                  <c:v>1.799</c:v>
                </c:pt>
                <c:pt idx="519">
                  <c:v>1.802</c:v>
                </c:pt>
                <c:pt idx="520">
                  <c:v>1.806</c:v>
                </c:pt>
                <c:pt idx="521">
                  <c:v>1.809</c:v>
                </c:pt>
                <c:pt idx="522">
                  <c:v>1.812</c:v>
                </c:pt>
                <c:pt idx="523">
                  <c:v>1.816</c:v>
                </c:pt>
                <c:pt idx="524">
                  <c:v>1.819</c:v>
                </c:pt>
                <c:pt idx="525">
                  <c:v>1.823</c:v>
                </c:pt>
                <c:pt idx="526">
                  <c:v>1.826</c:v>
                </c:pt>
                <c:pt idx="527">
                  <c:v>1.83</c:v>
                </c:pt>
                <c:pt idx="528">
                  <c:v>1.833</c:v>
                </c:pt>
                <c:pt idx="529">
                  <c:v>1.837</c:v>
                </c:pt>
                <c:pt idx="530">
                  <c:v>1.84</c:v>
                </c:pt>
                <c:pt idx="531">
                  <c:v>1.844</c:v>
                </c:pt>
                <c:pt idx="532">
                  <c:v>1.847</c:v>
                </c:pt>
                <c:pt idx="533">
                  <c:v>1.851</c:v>
                </c:pt>
                <c:pt idx="534">
                  <c:v>1.854</c:v>
                </c:pt>
                <c:pt idx="535">
                  <c:v>1.858</c:v>
                </c:pt>
                <c:pt idx="536">
                  <c:v>1.861</c:v>
                </c:pt>
                <c:pt idx="537">
                  <c:v>1.865</c:v>
                </c:pt>
                <c:pt idx="538">
                  <c:v>1.868</c:v>
                </c:pt>
                <c:pt idx="539">
                  <c:v>1.872</c:v>
                </c:pt>
                <c:pt idx="540">
                  <c:v>1.875</c:v>
                </c:pt>
                <c:pt idx="541">
                  <c:v>1.878</c:v>
                </c:pt>
                <c:pt idx="542">
                  <c:v>1.882</c:v>
                </c:pt>
                <c:pt idx="543">
                  <c:v>1.885</c:v>
                </c:pt>
                <c:pt idx="544">
                  <c:v>1.889</c:v>
                </c:pt>
                <c:pt idx="545">
                  <c:v>1.892</c:v>
                </c:pt>
                <c:pt idx="546">
                  <c:v>1.896</c:v>
                </c:pt>
                <c:pt idx="547">
                  <c:v>1.899</c:v>
                </c:pt>
                <c:pt idx="548">
                  <c:v>1.903</c:v>
                </c:pt>
                <c:pt idx="549">
                  <c:v>1.906</c:v>
                </c:pt>
                <c:pt idx="550">
                  <c:v>1.91</c:v>
                </c:pt>
                <c:pt idx="551">
                  <c:v>1.913</c:v>
                </c:pt>
                <c:pt idx="552">
                  <c:v>1.917</c:v>
                </c:pt>
                <c:pt idx="553">
                  <c:v>1.92</c:v>
                </c:pt>
                <c:pt idx="554">
                  <c:v>1.924</c:v>
                </c:pt>
                <c:pt idx="555">
                  <c:v>1.927</c:v>
                </c:pt>
                <c:pt idx="556">
                  <c:v>1.931</c:v>
                </c:pt>
                <c:pt idx="557">
                  <c:v>1.934</c:v>
                </c:pt>
                <c:pt idx="558">
                  <c:v>1.938</c:v>
                </c:pt>
                <c:pt idx="559">
                  <c:v>1.941</c:v>
                </c:pt>
                <c:pt idx="560">
                  <c:v>1.944</c:v>
                </c:pt>
                <c:pt idx="561">
                  <c:v>1.948</c:v>
                </c:pt>
                <c:pt idx="562">
                  <c:v>1.951</c:v>
                </c:pt>
                <c:pt idx="563">
                  <c:v>1.955</c:v>
                </c:pt>
                <c:pt idx="564">
                  <c:v>1.958</c:v>
                </c:pt>
                <c:pt idx="565">
                  <c:v>1.962</c:v>
                </c:pt>
                <c:pt idx="566">
                  <c:v>1.965</c:v>
                </c:pt>
                <c:pt idx="567">
                  <c:v>1.969</c:v>
                </c:pt>
                <c:pt idx="568">
                  <c:v>1.972</c:v>
                </c:pt>
                <c:pt idx="569">
                  <c:v>1.976</c:v>
                </c:pt>
                <c:pt idx="570">
                  <c:v>1.979</c:v>
                </c:pt>
                <c:pt idx="571">
                  <c:v>1.983</c:v>
                </c:pt>
                <c:pt idx="572">
                  <c:v>1.986</c:v>
                </c:pt>
                <c:pt idx="573">
                  <c:v>1.99</c:v>
                </c:pt>
                <c:pt idx="574">
                  <c:v>1.993</c:v>
                </c:pt>
                <c:pt idx="575">
                  <c:v>1.997</c:v>
                </c:pt>
                <c:pt idx="576">
                  <c:v>2</c:v>
                </c:pt>
                <c:pt idx="577">
                  <c:v>2.003</c:v>
                </c:pt>
                <c:pt idx="578">
                  <c:v>2.007</c:v>
                </c:pt>
                <c:pt idx="579">
                  <c:v>2.01</c:v>
                </c:pt>
                <c:pt idx="580">
                  <c:v>2.014</c:v>
                </c:pt>
                <c:pt idx="581">
                  <c:v>2.017</c:v>
                </c:pt>
                <c:pt idx="582">
                  <c:v>2.021</c:v>
                </c:pt>
                <c:pt idx="583">
                  <c:v>2.024</c:v>
                </c:pt>
                <c:pt idx="584">
                  <c:v>2.028</c:v>
                </c:pt>
                <c:pt idx="585">
                  <c:v>2.031</c:v>
                </c:pt>
                <c:pt idx="586">
                  <c:v>2.035</c:v>
                </c:pt>
                <c:pt idx="587">
                  <c:v>2.038</c:v>
                </c:pt>
                <c:pt idx="588">
                  <c:v>2.042</c:v>
                </c:pt>
                <c:pt idx="589">
                  <c:v>2.045</c:v>
                </c:pt>
                <c:pt idx="590">
                  <c:v>2.049</c:v>
                </c:pt>
                <c:pt idx="591">
                  <c:v>2.052</c:v>
                </c:pt>
                <c:pt idx="592">
                  <c:v>2.056</c:v>
                </c:pt>
                <c:pt idx="593">
                  <c:v>2.059</c:v>
                </c:pt>
                <c:pt idx="594">
                  <c:v>2.062</c:v>
                </c:pt>
                <c:pt idx="595">
                  <c:v>2.066</c:v>
                </c:pt>
                <c:pt idx="596">
                  <c:v>2.069</c:v>
                </c:pt>
                <c:pt idx="597">
                  <c:v>2.073</c:v>
                </c:pt>
                <c:pt idx="598">
                  <c:v>2.076</c:v>
                </c:pt>
                <c:pt idx="599">
                  <c:v>2.08</c:v>
                </c:pt>
                <c:pt idx="600">
                  <c:v>2.083</c:v>
                </c:pt>
                <c:pt idx="601">
                  <c:v>2.087</c:v>
                </c:pt>
                <c:pt idx="602">
                  <c:v>2.09</c:v>
                </c:pt>
                <c:pt idx="603">
                  <c:v>2.094</c:v>
                </c:pt>
                <c:pt idx="604">
                  <c:v>2.097</c:v>
                </c:pt>
                <c:pt idx="605">
                  <c:v>2.101</c:v>
                </c:pt>
                <c:pt idx="606">
                  <c:v>2.104</c:v>
                </c:pt>
                <c:pt idx="607">
                  <c:v>2.108</c:v>
                </c:pt>
                <c:pt idx="608">
                  <c:v>2.111</c:v>
                </c:pt>
                <c:pt idx="609">
                  <c:v>2.115</c:v>
                </c:pt>
                <c:pt idx="610">
                  <c:v>2.118</c:v>
                </c:pt>
                <c:pt idx="611">
                  <c:v>2.122</c:v>
                </c:pt>
                <c:pt idx="612">
                  <c:v>2.125</c:v>
                </c:pt>
                <c:pt idx="613">
                  <c:v>2.128</c:v>
                </c:pt>
                <c:pt idx="614">
                  <c:v>2.132</c:v>
                </c:pt>
                <c:pt idx="615">
                  <c:v>2.135</c:v>
                </c:pt>
                <c:pt idx="616">
                  <c:v>2.139</c:v>
                </c:pt>
                <c:pt idx="617">
                  <c:v>2.142</c:v>
                </c:pt>
                <c:pt idx="618">
                  <c:v>2.146</c:v>
                </c:pt>
                <c:pt idx="619">
                  <c:v>2.149</c:v>
                </c:pt>
                <c:pt idx="620">
                  <c:v>2.153</c:v>
                </c:pt>
                <c:pt idx="621">
                  <c:v>2.156</c:v>
                </c:pt>
                <c:pt idx="622">
                  <c:v>2.16</c:v>
                </c:pt>
                <c:pt idx="623">
                  <c:v>2.163</c:v>
                </c:pt>
                <c:pt idx="624">
                  <c:v>2.167</c:v>
                </c:pt>
                <c:pt idx="625">
                  <c:v>2.17</c:v>
                </c:pt>
                <c:pt idx="626">
                  <c:v>2.174</c:v>
                </c:pt>
                <c:pt idx="627">
                  <c:v>2.177</c:v>
                </c:pt>
                <c:pt idx="628">
                  <c:v>2.181</c:v>
                </c:pt>
                <c:pt idx="629">
                  <c:v>2.184</c:v>
                </c:pt>
                <c:pt idx="630">
                  <c:v>2.188</c:v>
                </c:pt>
                <c:pt idx="631">
                  <c:v>2.191</c:v>
                </c:pt>
                <c:pt idx="632">
                  <c:v>2.194</c:v>
                </c:pt>
                <c:pt idx="633">
                  <c:v>2.198</c:v>
                </c:pt>
                <c:pt idx="634">
                  <c:v>2.201</c:v>
                </c:pt>
                <c:pt idx="635">
                  <c:v>2.205</c:v>
                </c:pt>
                <c:pt idx="636">
                  <c:v>2.208</c:v>
                </c:pt>
                <c:pt idx="637">
                  <c:v>2.212</c:v>
                </c:pt>
                <c:pt idx="638">
                  <c:v>2.215</c:v>
                </c:pt>
                <c:pt idx="639">
                  <c:v>2.219</c:v>
                </c:pt>
                <c:pt idx="640">
                  <c:v>2.222</c:v>
                </c:pt>
                <c:pt idx="641">
                  <c:v>2.226</c:v>
                </c:pt>
                <c:pt idx="642">
                  <c:v>2.229</c:v>
                </c:pt>
                <c:pt idx="643">
                  <c:v>2.233</c:v>
                </c:pt>
                <c:pt idx="644">
                  <c:v>2.236</c:v>
                </c:pt>
                <c:pt idx="645">
                  <c:v>2.24</c:v>
                </c:pt>
                <c:pt idx="646">
                  <c:v>2.243</c:v>
                </c:pt>
                <c:pt idx="647">
                  <c:v>2.247</c:v>
                </c:pt>
                <c:pt idx="648">
                  <c:v>2.25</c:v>
                </c:pt>
                <c:pt idx="649">
                  <c:v>2.253</c:v>
                </c:pt>
                <c:pt idx="650">
                  <c:v>2.257</c:v>
                </c:pt>
                <c:pt idx="651">
                  <c:v>2.26</c:v>
                </c:pt>
                <c:pt idx="652">
                  <c:v>2.264</c:v>
                </c:pt>
                <c:pt idx="653">
                  <c:v>2.267</c:v>
                </c:pt>
                <c:pt idx="654">
                  <c:v>2.271</c:v>
                </c:pt>
                <c:pt idx="655">
                  <c:v>2.274</c:v>
                </c:pt>
                <c:pt idx="656">
                  <c:v>2.278</c:v>
                </c:pt>
                <c:pt idx="657">
                  <c:v>2.281</c:v>
                </c:pt>
                <c:pt idx="658">
                  <c:v>2.285</c:v>
                </c:pt>
                <c:pt idx="659">
                  <c:v>2.288</c:v>
                </c:pt>
                <c:pt idx="660">
                  <c:v>2.292</c:v>
                </c:pt>
                <c:pt idx="661">
                  <c:v>2.295</c:v>
                </c:pt>
                <c:pt idx="662">
                  <c:v>2.299</c:v>
                </c:pt>
                <c:pt idx="663">
                  <c:v>2.302</c:v>
                </c:pt>
                <c:pt idx="664">
                  <c:v>2.306</c:v>
                </c:pt>
                <c:pt idx="665">
                  <c:v>2.309</c:v>
                </c:pt>
                <c:pt idx="666">
                  <c:v>2.312</c:v>
                </c:pt>
                <c:pt idx="667">
                  <c:v>2.316</c:v>
                </c:pt>
                <c:pt idx="668">
                  <c:v>2.319</c:v>
                </c:pt>
                <c:pt idx="669">
                  <c:v>2.323</c:v>
                </c:pt>
                <c:pt idx="670">
                  <c:v>2.326</c:v>
                </c:pt>
                <c:pt idx="671">
                  <c:v>2.33</c:v>
                </c:pt>
                <c:pt idx="672">
                  <c:v>2.333</c:v>
                </c:pt>
                <c:pt idx="673">
                  <c:v>2.337</c:v>
                </c:pt>
                <c:pt idx="674">
                  <c:v>2.34</c:v>
                </c:pt>
                <c:pt idx="675">
                  <c:v>2.344</c:v>
                </c:pt>
                <c:pt idx="676">
                  <c:v>2.347</c:v>
                </c:pt>
                <c:pt idx="677">
                  <c:v>2.351</c:v>
                </c:pt>
                <c:pt idx="678">
                  <c:v>2.354</c:v>
                </c:pt>
                <c:pt idx="679">
                  <c:v>2.358</c:v>
                </c:pt>
                <c:pt idx="680">
                  <c:v>2.361</c:v>
                </c:pt>
                <c:pt idx="681">
                  <c:v>2.365</c:v>
                </c:pt>
                <c:pt idx="682">
                  <c:v>2.368</c:v>
                </c:pt>
                <c:pt idx="683">
                  <c:v>2.372</c:v>
                </c:pt>
                <c:pt idx="684">
                  <c:v>2.375</c:v>
                </c:pt>
                <c:pt idx="685">
                  <c:v>2.378</c:v>
                </c:pt>
                <c:pt idx="686">
                  <c:v>2.382</c:v>
                </c:pt>
                <c:pt idx="687">
                  <c:v>2.385</c:v>
                </c:pt>
                <c:pt idx="688">
                  <c:v>2.389</c:v>
                </c:pt>
                <c:pt idx="689">
                  <c:v>2.392</c:v>
                </c:pt>
                <c:pt idx="690">
                  <c:v>2.396</c:v>
                </c:pt>
                <c:pt idx="691">
                  <c:v>2.399</c:v>
                </c:pt>
                <c:pt idx="692">
                  <c:v>2.403</c:v>
                </c:pt>
                <c:pt idx="693">
                  <c:v>2.406</c:v>
                </c:pt>
                <c:pt idx="694">
                  <c:v>2.41</c:v>
                </c:pt>
                <c:pt idx="695">
                  <c:v>2.413</c:v>
                </c:pt>
                <c:pt idx="696">
                  <c:v>2.417</c:v>
                </c:pt>
                <c:pt idx="697">
                  <c:v>2.42</c:v>
                </c:pt>
                <c:pt idx="698">
                  <c:v>2.424</c:v>
                </c:pt>
                <c:pt idx="699">
                  <c:v>2.427</c:v>
                </c:pt>
                <c:pt idx="700">
                  <c:v>2.431</c:v>
                </c:pt>
                <c:pt idx="701">
                  <c:v>2.434</c:v>
                </c:pt>
                <c:pt idx="702">
                  <c:v>2.438</c:v>
                </c:pt>
                <c:pt idx="703">
                  <c:v>2.441</c:v>
                </c:pt>
                <c:pt idx="704">
                  <c:v>2.444</c:v>
                </c:pt>
                <c:pt idx="705">
                  <c:v>2.448</c:v>
                </c:pt>
                <c:pt idx="706">
                  <c:v>2.451</c:v>
                </c:pt>
                <c:pt idx="707">
                  <c:v>2.455</c:v>
                </c:pt>
                <c:pt idx="708">
                  <c:v>2.458</c:v>
                </c:pt>
                <c:pt idx="709">
                  <c:v>2.462</c:v>
                </c:pt>
                <c:pt idx="710">
                  <c:v>2.465</c:v>
                </c:pt>
                <c:pt idx="711">
                  <c:v>2.469</c:v>
                </c:pt>
                <c:pt idx="712">
                  <c:v>2.472</c:v>
                </c:pt>
                <c:pt idx="713">
                  <c:v>2.476</c:v>
                </c:pt>
                <c:pt idx="714">
                  <c:v>2.479</c:v>
                </c:pt>
                <c:pt idx="715">
                  <c:v>2.483</c:v>
                </c:pt>
                <c:pt idx="716">
                  <c:v>2.486</c:v>
                </c:pt>
                <c:pt idx="717">
                  <c:v>2.49</c:v>
                </c:pt>
                <c:pt idx="718">
                  <c:v>2.493</c:v>
                </c:pt>
                <c:pt idx="719">
                  <c:v>2.497</c:v>
                </c:pt>
                <c:pt idx="720">
                  <c:v>2.5</c:v>
                </c:pt>
                <c:pt idx="721">
                  <c:v>2.503</c:v>
                </c:pt>
                <c:pt idx="722">
                  <c:v>2.507</c:v>
                </c:pt>
                <c:pt idx="723">
                  <c:v>2.51</c:v>
                </c:pt>
                <c:pt idx="724">
                  <c:v>2.514</c:v>
                </c:pt>
                <c:pt idx="725">
                  <c:v>2.517</c:v>
                </c:pt>
                <c:pt idx="726">
                  <c:v>2.521</c:v>
                </c:pt>
                <c:pt idx="727">
                  <c:v>2.524</c:v>
                </c:pt>
                <c:pt idx="728">
                  <c:v>2.528</c:v>
                </c:pt>
                <c:pt idx="729">
                  <c:v>2.531</c:v>
                </c:pt>
                <c:pt idx="730">
                  <c:v>2.535</c:v>
                </c:pt>
                <c:pt idx="731">
                  <c:v>2.538</c:v>
                </c:pt>
                <c:pt idx="732">
                  <c:v>2.542</c:v>
                </c:pt>
                <c:pt idx="733">
                  <c:v>2.545</c:v>
                </c:pt>
                <c:pt idx="734">
                  <c:v>2.549</c:v>
                </c:pt>
                <c:pt idx="735">
                  <c:v>2.552</c:v>
                </c:pt>
                <c:pt idx="736">
                  <c:v>2.556</c:v>
                </c:pt>
                <c:pt idx="737">
                  <c:v>2.559</c:v>
                </c:pt>
                <c:pt idx="738">
                  <c:v>2.562</c:v>
                </c:pt>
                <c:pt idx="739">
                  <c:v>2.566</c:v>
                </c:pt>
                <c:pt idx="740">
                  <c:v>2.569</c:v>
                </c:pt>
                <c:pt idx="741">
                  <c:v>2.573</c:v>
                </c:pt>
                <c:pt idx="742">
                  <c:v>2.576</c:v>
                </c:pt>
                <c:pt idx="743">
                  <c:v>2.58</c:v>
                </c:pt>
                <c:pt idx="744">
                  <c:v>2.583</c:v>
                </c:pt>
                <c:pt idx="745">
                  <c:v>2.587</c:v>
                </c:pt>
                <c:pt idx="746">
                  <c:v>2.59</c:v>
                </c:pt>
                <c:pt idx="747">
                  <c:v>2.594</c:v>
                </c:pt>
                <c:pt idx="748">
                  <c:v>2.597</c:v>
                </c:pt>
                <c:pt idx="749">
                  <c:v>2.601</c:v>
                </c:pt>
                <c:pt idx="750">
                  <c:v>2.604</c:v>
                </c:pt>
                <c:pt idx="751">
                  <c:v>2.608</c:v>
                </c:pt>
                <c:pt idx="752">
                  <c:v>2.611</c:v>
                </c:pt>
                <c:pt idx="753">
                  <c:v>2.615</c:v>
                </c:pt>
                <c:pt idx="754">
                  <c:v>2.618</c:v>
                </c:pt>
                <c:pt idx="755">
                  <c:v>2.622</c:v>
                </c:pt>
                <c:pt idx="756">
                  <c:v>2.625</c:v>
                </c:pt>
                <c:pt idx="757">
                  <c:v>2.628</c:v>
                </c:pt>
                <c:pt idx="758">
                  <c:v>2.632</c:v>
                </c:pt>
                <c:pt idx="759">
                  <c:v>2.635</c:v>
                </c:pt>
                <c:pt idx="760">
                  <c:v>2.639</c:v>
                </c:pt>
                <c:pt idx="761">
                  <c:v>2.642</c:v>
                </c:pt>
                <c:pt idx="762">
                  <c:v>2.646</c:v>
                </c:pt>
                <c:pt idx="763">
                  <c:v>2.649</c:v>
                </c:pt>
                <c:pt idx="764">
                  <c:v>2.653</c:v>
                </c:pt>
                <c:pt idx="765">
                  <c:v>2.656</c:v>
                </c:pt>
                <c:pt idx="766">
                  <c:v>2.66</c:v>
                </c:pt>
                <c:pt idx="767">
                  <c:v>2.663</c:v>
                </c:pt>
                <c:pt idx="768">
                  <c:v>2.667</c:v>
                </c:pt>
                <c:pt idx="769">
                  <c:v>2.67</c:v>
                </c:pt>
                <c:pt idx="770">
                  <c:v>2.674</c:v>
                </c:pt>
                <c:pt idx="771">
                  <c:v>2.677</c:v>
                </c:pt>
                <c:pt idx="772">
                  <c:v>2.681</c:v>
                </c:pt>
                <c:pt idx="773">
                  <c:v>2.684</c:v>
                </c:pt>
                <c:pt idx="774">
                  <c:v>2.688</c:v>
                </c:pt>
                <c:pt idx="775">
                  <c:v>2.691</c:v>
                </c:pt>
                <c:pt idx="776">
                  <c:v>2.694</c:v>
                </c:pt>
                <c:pt idx="777">
                  <c:v>2.698</c:v>
                </c:pt>
                <c:pt idx="778">
                  <c:v>2.701</c:v>
                </c:pt>
                <c:pt idx="779">
                  <c:v>2.705</c:v>
                </c:pt>
                <c:pt idx="780">
                  <c:v>2.708</c:v>
                </c:pt>
                <c:pt idx="781">
                  <c:v>2.712</c:v>
                </c:pt>
                <c:pt idx="782">
                  <c:v>2.715</c:v>
                </c:pt>
                <c:pt idx="783">
                  <c:v>2.719</c:v>
                </c:pt>
                <c:pt idx="784">
                  <c:v>2.722</c:v>
                </c:pt>
                <c:pt idx="785">
                  <c:v>2.726</c:v>
                </c:pt>
                <c:pt idx="786">
                  <c:v>2.729</c:v>
                </c:pt>
                <c:pt idx="787">
                  <c:v>2.733</c:v>
                </c:pt>
                <c:pt idx="788">
                  <c:v>2.736</c:v>
                </c:pt>
                <c:pt idx="789">
                  <c:v>2.74</c:v>
                </c:pt>
                <c:pt idx="790">
                  <c:v>2.743</c:v>
                </c:pt>
                <c:pt idx="791">
                  <c:v>2.747</c:v>
                </c:pt>
                <c:pt idx="792">
                  <c:v>2.75</c:v>
                </c:pt>
                <c:pt idx="793">
                  <c:v>2.753</c:v>
                </c:pt>
                <c:pt idx="794">
                  <c:v>2.757</c:v>
                </c:pt>
                <c:pt idx="795">
                  <c:v>2.76</c:v>
                </c:pt>
                <c:pt idx="796">
                  <c:v>2.764</c:v>
                </c:pt>
                <c:pt idx="797">
                  <c:v>2.767</c:v>
                </c:pt>
                <c:pt idx="798">
                  <c:v>2.771</c:v>
                </c:pt>
                <c:pt idx="799">
                  <c:v>2.774</c:v>
                </c:pt>
                <c:pt idx="800">
                  <c:v>2.778</c:v>
                </c:pt>
                <c:pt idx="801">
                  <c:v>2.781</c:v>
                </c:pt>
                <c:pt idx="802">
                  <c:v>2.785</c:v>
                </c:pt>
                <c:pt idx="803">
                  <c:v>2.788</c:v>
                </c:pt>
                <c:pt idx="804">
                  <c:v>2.792</c:v>
                </c:pt>
                <c:pt idx="805">
                  <c:v>2.795</c:v>
                </c:pt>
                <c:pt idx="806">
                  <c:v>2.799</c:v>
                </c:pt>
                <c:pt idx="807">
                  <c:v>2.802</c:v>
                </c:pt>
                <c:pt idx="808">
                  <c:v>2.806</c:v>
                </c:pt>
                <c:pt idx="809">
                  <c:v>2.809</c:v>
                </c:pt>
                <c:pt idx="810">
                  <c:v>2.812</c:v>
                </c:pt>
                <c:pt idx="811">
                  <c:v>2.816</c:v>
                </c:pt>
                <c:pt idx="812">
                  <c:v>2.819</c:v>
                </c:pt>
                <c:pt idx="813">
                  <c:v>2.823</c:v>
                </c:pt>
                <c:pt idx="814">
                  <c:v>2.826</c:v>
                </c:pt>
                <c:pt idx="815">
                  <c:v>2.83</c:v>
                </c:pt>
                <c:pt idx="816">
                  <c:v>2.833</c:v>
                </c:pt>
                <c:pt idx="817">
                  <c:v>2.837</c:v>
                </c:pt>
                <c:pt idx="818">
                  <c:v>2.84</c:v>
                </c:pt>
                <c:pt idx="819">
                  <c:v>2.844</c:v>
                </c:pt>
                <c:pt idx="820">
                  <c:v>2.847</c:v>
                </c:pt>
                <c:pt idx="821">
                  <c:v>2.851</c:v>
                </c:pt>
                <c:pt idx="822">
                  <c:v>2.854</c:v>
                </c:pt>
                <c:pt idx="823">
                  <c:v>2.858</c:v>
                </c:pt>
                <c:pt idx="824">
                  <c:v>2.861</c:v>
                </c:pt>
                <c:pt idx="825">
                  <c:v>2.865</c:v>
                </c:pt>
                <c:pt idx="826">
                  <c:v>2.868</c:v>
                </c:pt>
                <c:pt idx="827">
                  <c:v>2.872</c:v>
                </c:pt>
                <c:pt idx="828">
                  <c:v>2.875</c:v>
                </c:pt>
                <c:pt idx="829">
                  <c:v>2.878</c:v>
                </c:pt>
                <c:pt idx="830">
                  <c:v>2.882</c:v>
                </c:pt>
                <c:pt idx="831">
                  <c:v>2.885</c:v>
                </c:pt>
                <c:pt idx="832">
                  <c:v>2.889</c:v>
                </c:pt>
                <c:pt idx="833">
                  <c:v>2.892</c:v>
                </c:pt>
                <c:pt idx="834">
                  <c:v>2.896</c:v>
                </c:pt>
                <c:pt idx="835">
                  <c:v>2.899</c:v>
                </c:pt>
                <c:pt idx="836">
                  <c:v>2.903</c:v>
                </c:pt>
                <c:pt idx="837">
                  <c:v>2.906</c:v>
                </c:pt>
                <c:pt idx="838">
                  <c:v>2.91</c:v>
                </c:pt>
                <c:pt idx="839">
                  <c:v>2.913</c:v>
                </c:pt>
                <c:pt idx="840">
                  <c:v>2.917</c:v>
                </c:pt>
                <c:pt idx="841">
                  <c:v>2.92</c:v>
                </c:pt>
                <c:pt idx="842">
                  <c:v>2.924</c:v>
                </c:pt>
                <c:pt idx="843">
                  <c:v>2.927</c:v>
                </c:pt>
                <c:pt idx="844">
                  <c:v>2.931</c:v>
                </c:pt>
                <c:pt idx="845">
                  <c:v>2.934</c:v>
                </c:pt>
                <c:pt idx="846">
                  <c:v>2.938</c:v>
                </c:pt>
                <c:pt idx="847">
                  <c:v>2.941</c:v>
                </c:pt>
                <c:pt idx="848">
                  <c:v>2.944</c:v>
                </c:pt>
                <c:pt idx="849">
                  <c:v>2.948</c:v>
                </c:pt>
                <c:pt idx="850">
                  <c:v>2.951</c:v>
                </c:pt>
                <c:pt idx="851">
                  <c:v>2.955</c:v>
                </c:pt>
                <c:pt idx="852">
                  <c:v>2.958</c:v>
                </c:pt>
                <c:pt idx="853">
                  <c:v>2.962</c:v>
                </c:pt>
                <c:pt idx="854">
                  <c:v>2.965</c:v>
                </c:pt>
                <c:pt idx="855">
                  <c:v>2.969</c:v>
                </c:pt>
                <c:pt idx="856">
                  <c:v>2.972</c:v>
                </c:pt>
                <c:pt idx="857">
                  <c:v>2.976</c:v>
                </c:pt>
                <c:pt idx="858">
                  <c:v>2.979</c:v>
                </c:pt>
                <c:pt idx="859">
                  <c:v>2.983</c:v>
                </c:pt>
                <c:pt idx="860">
                  <c:v>2.986</c:v>
                </c:pt>
                <c:pt idx="861">
                  <c:v>2.99</c:v>
                </c:pt>
                <c:pt idx="862">
                  <c:v>2.993</c:v>
                </c:pt>
                <c:pt idx="863">
                  <c:v>2.997</c:v>
                </c:pt>
              </c:numCache>
            </c:numRef>
          </c:xVal>
          <c:yVal>
            <c:numRef>
              <c:f>Sheet1!$C$2:$C$865</c:f>
              <c:numCache>
                <c:formatCode>General</c:formatCode>
                <c:ptCount val="864"/>
                <c:pt idx="857">
                  <c:v>0</c:v>
                </c:pt>
                <c:pt idx="858">
                  <c:v>21.528</c:v>
                </c:pt>
                <c:pt idx="859">
                  <c:v>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3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A5568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A5568"/>
                    </a:solidFill>
                    <a:latin typeface="Calibri"/>
                  </a:rPr>
                  <a:t>Thời gian (ngày)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CBD5E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  <c:majorUnit val="1"/>
      </c:val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A5568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A5568"/>
                    </a:solidFill>
                    <a:latin typeface="Calibri"/>
                  </a:rPr>
                  <a:t>Công suất (kW)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4"/>
        <c:crosses val="min"/>
        <c:crossBetween val="midCat"/>
        <c:majorUnit val="2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2"/>
          <c:y val="0.05"/>
          <c:w val="0.85"/>
          <c:h val="0.66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y0</c:v>
                </c:pt>
              </c:strCache>
            </c:strRef>
          </c:tx>
          <c:spPr>
            <a:solidFill>
              <a:srgbClr val="E89B0C"/>
            </a:solidFill>
            <a:ln w="15875" cap="flat">
              <a:solidFill>
                <a:srgbClr val="E89B0C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E89B0C"/>
              </a:solidFill>
              <a:ln w="9525" cap="flat">
                <a:solidFill>
                  <a:srgbClr val="E89B0C"/>
                </a:solidFill>
                <a:prstDash val="solid"/>
                <a:round/>
              </a:ln>
              <a:effectLst/>
            </c:spPr>
          </c:marker>
          <c:xVal>
            <c:numRef>
              <c:f>Sheet1!$A$2:$A$169</c:f>
              <c:numCache>
                <c:formatCode>General</c:formatCode>
                <c:ptCount val="168"/>
                <c:pt idx="0">
                  <c:v>0</c:v>
                </c:pt>
                <c:pt idx="1">
                  <c:v>0.042</c:v>
                </c:pt>
                <c:pt idx="2">
                  <c:v>0.083</c:v>
                </c:pt>
                <c:pt idx="3">
                  <c:v>0.125</c:v>
                </c:pt>
                <c:pt idx="4">
                  <c:v>0.167</c:v>
                </c:pt>
                <c:pt idx="5">
                  <c:v>0.208</c:v>
                </c:pt>
                <c:pt idx="6">
                  <c:v>0.25</c:v>
                </c:pt>
                <c:pt idx="7">
                  <c:v>0.292</c:v>
                </c:pt>
                <c:pt idx="8">
                  <c:v>0.333</c:v>
                </c:pt>
                <c:pt idx="9">
                  <c:v>0.375</c:v>
                </c:pt>
                <c:pt idx="10">
                  <c:v>0.417</c:v>
                </c:pt>
                <c:pt idx="11">
                  <c:v>0.458</c:v>
                </c:pt>
                <c:pt idx="12">
                  <c:v>0.5</c:v>
                </c:pt>
                <c:pt idx="13">
                  <c:v>0.542</c:v>
                </c:pt>
                <c:pt idx="14">
                  <c:v>0.583</c:v>
                </c:pt>
                <c:pt idx="15">
                  <c:v>0.625</c:v>
                </c:pt>
                <c:pt idx="16">
                  <c:v>0.667</c:v>
                </c:pt>
                <c:pt idx="17">
                  <c:v>0.708</c:v>
                </c:pt>
                <c:pt idx="18">
                  <c:v>0.75</c:v>
                </c:pt>
                <c:pt idx="19">
                  <c:v>0.792</c:v>
                </c:pt>
                <c:pt idx="20">
                  <c:v>0.833</c:v>
                </c:pt>
                <c:pt idx="21">
                  <c:v>0.875</c:v>
                </c:pt>
                <c:pt idx="22">
                  <c:v>0.917</c:v>
                </c:pt>
                <c:pt idx="23">
                  <c:v>0.958</c:v>
                </c:pt>
                <c:pt idx="24">
                  <c:v>1</c:v>
                </c:pt>
                <c:pt idx="25">
                  <c:v>1.042</c:v>
                </c:pt>
                <c:pt idx="26">
                  <c:v>1.083</c:v>
                </c:pt>
                <c:pt idx="27">
                  <c:v>1.125</c:v>
                </c:pt>
                <c:pt idx="28">
                  <c:v>1.167</c:v>
                </c:pt>
                <c:pt idx="29">
                  <c:v>1.208</c:v>
                </c:pt>
                <c:pt idx="30">
                  <c:v>1.25</c:v>
                </c:pt>
                <c:pt idx="31">
                  <c:v>1.292</c:v>
                </c:pt>
                <c:pt idx="32">
                  <c:v>1.333</c:v>
                </c:pt>
                <c:pt idx="33">
                  <c:v>1.375</c:v>
                </c:pt>
                <c:pt idx="34">
                  <c:v>1.417</c:v>
                </c:pt>
                <c:pt idx="35">
                  <c:v>1.458</c:v>
                </c:pt>
                <c:pt idx="36">
                  <c:v>1.5</c:v>
                </c:pt>
                <c:pt idx="37">
                  <c:v>1.542</c:v>
                </c:pt>
                <c:pt idx="38">
                  <c:v>1.583</c:v>
                </c:pt>
                <c:pt idx="39">
                  <c:v>1.625</c:v>
                </c:pt>
                <c:pt idx="40">
                  <c:v>1.667</c:v>
                </c:pt>
                <c:pt idx="41">
                  <c:v>1.708</c:v>
                </c:pt>
                <c:pt idx="42">
                  <c:v>1.75</c:v>
                </c:pt>
                <c:pt idx="43">
                  <c:v>1.792</c:v>
                </c:pt>
                <c:pt idx="44">
                  <c:v>1.833</c:v>
                </c:pt>
                <c:pt idx="45">
                  <c:v>1.875</c:v>
                </c:pt>
                <c:pt idx="46">
                  <c:v>1.917</c:v>
                </c:pt>
                <c:pt idx="47">
                  <c:v>1.958</c:v>
                </c:pt>
                <c:pt idx="48">
                  <c:v>2</c:v>
                </c:pt>
                <c:pt idx="49">
                  <c:v>2.042</c:v>
                </c:pt>
                <c:pt idx="50">
                  <c:v>2.083</c:v>
                </c:pt>
                <c:pt idx="51">
                  <c:v>2.125</c:v>
                </c:pt>
                <c:pt idx="52">
                  <c:v>2.167</c:v>
                </c:pt>
                <c:pt idx="53">
                  <c:v>2.208</c:v>
                </c:pt>
                <c:pt idx="54">
                  <c:v>2.25</c:v>
                </c:pt>
                <c:pt idx="55">
                  <c:v>2.292</c:v>
                </c:pt>
                <c:pt idx="56">
                  <c:v>2.333</c:v>
                </c:pt>
                <c:pt idx="57">
                  <c:v>2.375</c:v>
                </c:pt>
                <c:pt idx="58">
                  <c:v>2.417</c:v>
                </c:pt>
                <c:pt idx="59">
                  <c:v>2.458</c:v>
                </c:pt>
                <c:pt idx="60">
                  <c:v>2.5</c:v>
                </c:pt>
                <c:pt idx="61">
                  <c:v>2.542</c:v>
                </c:pt>
                <c:pt idx="62">
                  <c:v>2.583</c:v>
                </c:pt>
                <c:pt idx="63">
                  <c:v>2.625</c:v>
                </c:pt>
                <c:pt idx="64">
                  <c:v>2.667</c:v>
                </c:pt>
                <c:pt idx="65">
                  <c:v>2.708</c:v>
                </c:pt>
                <c:pt idx="66">
                  <c:v>2.75</c:v>
                </c:pt>
                <c:pt idx="67">
                  <c:v>2.792</c:v>
                </c:pt>
                <c:pt idx="68">
                  <c:v>2.833</c:v>
                </c:pt>
                <c:pt idx="69">
                  <c:v>2.875</c:v>
                </c:pt>
                <c:pt idx="70">
                  <c:v>2.917</c:v>
                </c:pt>
                <c:pt idx="71">
                  <c:v>2.958</c:v>
                </c:pt>
                <c:pt idx="72">
                  <c:v>3</c:v>
                </c:pt>
                <c:pt idx="73">
                  <c:v>3.042</c:v>
                </c:pt>
                <c:pt idx="74">
                  <c:v>3.083</c:v>
                </c:pt>
                <c:pt idx="75">
                  <c:v>3.125</c:v>
                </c:pt>
                <c:pt idx="76">
                  <c:v>3.167</c:v>
                </c:pt>
                <c:pt idx="77">
                  <c:v>3.208</c:v>
                </c:pt>
                <c:pt idx="78">
                  <c:v>3.25</c:v>
                </c:pt>
                <c:pt idx="79">
                  <c:v>3.292</c:v>
                </c:pt>
                <c:pt idx="80">
                  <c:v>3.333</c:v>
                </c:pt>
                <c:pt idx="81">
                  <c:v>3.375</c:v>
                </c:pt>
                <c:pt idx="82">
                  <c:v>3.417</c:v>
                </c:pt>
                <c:pt idx="83">
                  <c:v>3.458</c:v>
                </c:pt>
                <c:pt idx="84">
                  <c:v>3.5</c:v>
                </c:pt>
                <c:pt idx="85">
                  <c:v>3.542</c:v>
                </c:pt>
                <c:pt idx="86">
                  <c:v>3.583</c:v>
                </c:pt>
                <c:pt idx="87">
                  <c:v>3.625</c:v>
                </c:pt>
                <c:pt idx="88">
                  <c:v>3.667</c:v>
                </c:pt>
                <c:pt idx="89">
                  <c:v>3.708</c:v>
                </c:pt>
                <c:pt idx="90">
                  <c:v>3.75</c:v>
                </c:pt>
                <c:pt idx="91">
                  <c:v>3.792</c:v>
                </c:pt>
                <c:pt idx="92">
                  <c:v>3.833</c:v>
                </c:pt>
                <c:pt idx="93">
                  <c:v>3.875</c:v>
                </c:pt>
                <c:pt idx="94">
                  <c:v>3.917</c:v>
                </c:pt>
                <c:pt idx="95">
                  <c:v>3.958</c:v>
                </c:pt>
                <c:pt idx="96">
                  <c:v>4</c:v>
                </c:pt>
                <c:pt idx="97">
                  <c:v>4.042</c:v>
                </c:pt>
                <c:pt idx="98">
                  <c:v>4.083</c:v>
                </c:pt>
                <c:pt idx="99">
                  <c:v>4.125</c:v>
                </c:pt>
                <c:pt idx="100">
                  <c:v>4.167</c:v>
                </c:pt>
                <c:pt idx="101">
                  <c:v>4.208</c:v>
                </c:pt>
                <c:pt idx="102">
                  <c:v>4.25</c:v>
                </c:pt>
                <c:pt idx="103">
                  <c:v>4.292</c:v>
                </c:pt>
                <c:pt idx="104">
                  <c:v>4.333</c:v>
                </c:pt>
                <c:pt idx="105">
                  <c:v>4.375</c:v>
                </c:pt>
                <c:pt idx="106">
                  <c:v>4.417</c:v>
                </c:pt>
                <c:pt idx="107">
                  <c:v>4.458</c:v>
                </c:pt>
                <c:pt idx="108">
                  <c:v>4.5</c:v>
                </c:pt>
                <c:pt idx="109">
                  <c:v>4.542</c:v>
                </c:pt>
                <c:pt idx="110">
                  <c:v>4.583</c:v>
                </c:pt>
                <c:pt idx="111">
                  <c:v>4.625</c:v>
                </c:pt>
                <c:pt idx="112">
                  <c:v>4.667</c:v>
                </c:pt>
                <c:pt idx="113">
                  <c:v>4.708</c:v>
                </c:pt>
                <c:pt idx="114">
                  <c:v>4.75</c:v>
                </c:pt>
                <c:pt idx="115">
                  <c:v>4.792</c:v>
                </c:pt>
                <c:pt idx="116">
                  <c:v>4.833</c:v>
                </c:pt>
                <c:pt idx="117">
                  <c:v>4.875</c:v>
                </c:pt>
                <c:pt idx="118">
                  <c:v>4.917</c:v>
                </c:pt>
                <c:pt idx="119">
                  <c:v>4.958</c:v>
                </c:pt>
                <c:pt idx="120">
                  <c:v>5</c:v>
                </c:pt>
                <c:pt idx="121">
                  <c:v>5.042</c:v>
                </c:pt>
                <c:pt idx="122">
                  <c:v>5.083</c:v>
                </c:pt>
                <c:pt idx="123">
                  <c:v>5.125</c:v>
                </c:pt>
                <c:pt idx="124">
                  <c:v>5.167</c:v>
                </c:pt>
                <c:pt idx="125">
                  <c:v>5.208</c:v>
                </c:pt>
                <c:pt idx="126">
                  <c:v>5.25</c:v>
                </c:pt>
                <c:pt idx="127">
                  <c:v>5.292</c:v>
                </c:pt>
                <c:pt idx="128">
                  <c:v>5.333</c:v>
                </c:pt>
                <c:pt idx="129">
                  <c:v>5.375</c:v>
                </c:pt>
                <c:pt idx="130">
                  <c:v>5.417</c:v>
                </c:pt>
                <c:pt idx="131">
                  <c:v>5.458</c:v>
                </c:pt>
                <c:pt idx="132">
                  <c:v>5.5</c:v>
                </c:pt>
                <c:pt idx="133">
                  <c:v>5.542</c:v>
                </c:pt>
                <c:pt idx="134">
                  <c:v>5.583</c:v>
                </c:pt>
                <c:pt idx="135">
                  <c:v>5.625</c:v>
                </c:pt>
                <c:pt idx="136">
                  <c:v>5.667</c:v>
                </c:pt>
                <c:pt idx="137">
                  <c:v>5.708</c:v>
                </c:pt>
                <c:pt idx="138">
                  <c:v>5.75</c:v>
                </c:pt>
                <c:pt idx="139">
                  <c:v>5.792</c:v>
                </c:pt>
                <c:pt idx="140">
                  <c:v>5.833</c:v>
                </c:pt>
                <c:pt idx="141">
                  <c:v>5.875</c:v>
                </c:pt>
                <c:pt idx="142">
                  <c:v>5.917</c:v>
                </c:pt>
                <c:pt idx="143">
                  <c:v>5.958</c:v>
                </c:pt>
                <c:pt idx="144">
                  <c:v>6</c:v>
                </c:pt>
                <c:pt idx="145">
                  <c:v>6.042</c:v>
                </c:pt>
                <c:pt idx="146">
                  <c:v>6.083</c:v>
                </c:pt>
                <c:pt idx="147">
                  <c:v>6.125</c:v>
                </c:pt>
                <c:pt idx="148">
                  <c:v>6.167</c:v>
                </c:pt>
                <c:pt idx="149">
                  <c:v>6.208</c:v>
                </c:pt>
                <c:pt idx="150">
                  <c:v>6.25</c:v>
                </c:pt>
                <c:pt idx="151">
                  <c:v>6.292</c:v>
                </c:pt>
                <c:pt idx="152">
                  <c:v>6.333</c:v>
                </c:pt>
                <c:pt idx="153">
                  <c:v>6.375</c:v>
                </c:pt>
                <c:pt idx="154">
                  <c:v>6.417</c:v>
                </c:pt>
                <c:pt idx="155">
                  <c:v>6.458</c:v>
                </c:pt>
                <c:pt idx="156">
                  <c:v>6.5</c:v>
                </c:pt>
                <c:pt idx="157">
                  <c:v>6.542</c:v>
                </c:pt>
                <c:pt idx="158">
                  <c:v>6.583</c:v>
                </c:pt>
                <c:pt idx="159">
                  <c:v>6.625</c:v>
                </c:pt>
                <c:pt idx="160">
                  <c:v>6.667</c:v>
                </c:pt>
                <c:pt idx="161">
                  <c:v>6.708</c:v>
                </c:pt>
                <c:pt idx="162">
                  <c:v>6.75</c:v>
                </c:pt>
                <c:pt idx="163">
                  <c:v>6.792</c:v>
                </c:pt>
                <c:pt idx="164">
                  <c:v>6.833</c:v>
                </c:pt>
                <c:pt idx="165">
                  <c:v>6.875</c:v>
                </c:pt>
                <c:pt idx="166">
                  <c:v>6.917</c:v>
                </c:pt>
                <c:pt idx="167">
                  <c:v>6.958</c:v>
                </c:pt>
              </c:numCache>
            </c:numRef>
          </c:xVal>
          <c:yVal>
            <c:numRef>
              <c:f>Sheet1!$B$2:$B$169</c:f>
              <c:numCache>
                <c:formatCode>General</c:formatCode>
                <c:ptCount val="16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0.531</c:v>
                </c:pt>
                <c:pt idx="7">
                  <c:v>1.205</c:v>
                </c:pt>
                <c:pt idx="8">
                  <c:v>1.945</c:v>
                </c:pt>
                <c:pt idx="9">
                  <c:v>2.328</c:v>
                </c:pt>
                <c:pt idx="10">
                  <c:v>2.541</c:v>
                </c:pt>
                <c:pt idx="11">
                  <c:v>2.993</c:v>
                </c:pt>
                <c:pt idx="12">
                  <c:v>2.756</c:v>
                </c:pt>
                <c:pt idx="13">
                  <c:v>2.36</c:v>
                </c:pt>
                <c:pt idx="14">
                  <c:v>2.444</c:v>
                </c:pt>
                <c:pt idx="15">
                  <c:v>1.723</c:v>
                </c:pt>
                <c:pt idx="16">
                  <c:v>0.867</c:v>
                </c:pt>
                <c:pt idx="17">
                  <c:v>0.287</c:v>
                </c:pt>
                <c:pt idx="18">
                  <c:v>0.077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0.504</c:v>
                </c:pt>
                <c:pt idx="31">
                  <c:v>1.181</c:v>
                </c:pt>
                <c:pt idx="32">
                  <c:v>1.929</c:v>
                </c:pt>
                <c:pt idx="33">
                  <c:v>2.432</c:v>
                </c:pt>
                <c:pt idx="34">
                  <c:v>2.866</c:v>
                </c:pt>
                <c:pt idx="35">
                  <c:v>3.323</c:v>
                </c:pt>
                <c:pt idx="36">
                  <c:v>3.495</c:v>
                </c:pt>
                <c:pt idx="37">
                  <c:v>3.306</c:v>
                </c:pt>
                <c:pt idx="38">
                  <c:v>2.903</c:v>
                </c:pt>
                <c:pt idx="39">
                  <c:v>1.93</c:v>
                </c:pt>
                <c:pt idx="40">
                  <c:v>1.081</c:v>
                </c:pt>
                <c:pt idx="41">
                  <c:v>0.52</c:v>
                </c:pt>
                <c:pt idx="42">
                  <c:v>0.074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0.454</c:v>
                </c:pt>
                <c:pt idx="55">
                  <c:v>0.927</c:v>
                </c:pt>
                <c:pt idx="56">
                  <c:v>1.754</c:v>
                </c:pt>
                <c:pt idx="57">
                  <c:v>2.664</c:v>
                </c:pt>
                <c:pt idx="58">
                  <c:v>3.12</c:v>
                </c:pt>
                <c:pt idx="59">
                  <c:v>2.808</c:v>
                </c:pt>
                <c:pt idx="60">
                  <c:v>2.496</c:v>
                </c:pt>
                <c:pt idx="61">
                  <c:v>2.184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0.5</c:v>
                </c:pt>
                <c:pt idx="127">
                  <c:v>1.145</c:v>
                </c:pt>
                <c:pt idx="128">
                  <c:v>1.908</c:v>
                </c:pt>
                <c:pt idx="129">
                  <c:v>2.51</c:v>
                </c:pt>
                <c:pt idx="130">
                  <c:v>2.657</c:v>
                </c:pt>
                <c:pt idx="131">
                  <c:v>2.855</c:v>
                </c:pt>
                <c:pt idx="132">
                  <c:v>3.022</c:v>
                </c:pt>
                <c:pt idx="133">
                  <c:v>2.869</c:v>
                </c:pt>
                <c:pt idx="134">
                  <c:v>2.827</c:v>
                </c:pt>
                <c:pt idx="135">
                  <c:v>2.009</c:v>
                </c:pt>
                <c:pt idx="136">
                  <c:v>1.142</c:v>
                </c:pt>
                <c:pt idx="137">
                  <c:v>0.479</c:v>
                </c:pt>
                <c:pt idx="138">
                  <c:v>0.102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0.495</c:v>
                </c:pt>
                <c:pt idx="151">
                  <c:v>1.113</c:v>
                </c:pt>
                <c:pt idx="152">
                  <c:v>1.778</c:v>
                </c:pt>
                <c:pt idx="153">
                  <c:v>2.223</c:v>
                </c:pt>
                <c:pt idx="154">
                  <c:v>2.466</c:v>
                </c:pt>
                <c:pt idx="155">
                  <c:v>2.825</c:v>
                </c:pt>
                <c:pt idx="156">
                  <c:v>3.249</c:v>
                </c:pt>
                <c:pt idx="157">
                  <c:v>3.159</c:v>
                </c:pt>
                <c:pt idx="158">
                  <c:v>2.819</c:v>
                </c:pt>
                <c:pt idx="159">
                  <c:v>2.288</c:v>
                </c:pt>
                <c:pt idx="160">
                  <c:v>1.501</c:v>
                </c:pt>
                <c:pt idx="161">
                  <c:v>0.615</c:v>
                </c:pt>
                <c:pt idx="162">
                  <c:v>0.097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y1</c:v>
                </c:pt>
              </c:strCache>
            </c:strRef>
          </c:tx>
          <c:spPr>
            <a:solidFill>
              <a:srgbClr val="2A9D8F"/>
            </a:solidFill>
            <a:ln w="15875" cap="flat">
              <a:solidFill>
                <a:srgbClr val="2A9D8F"/>
              </a:solidFill>
              <a:prstDash val="dash"/>
              <a:round/>
            </a:ln>
            <a:effectLst/>
          </c:spPr>
          <c:marker>
            <c:symbol val="non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xVal>
            <c:numRef>
              <c:f>Sheet1!$A$2:$A$169</c:f>
              <c:numCache>
                <c:formatCode>General</c:formatCode>
                <c:ptCount val="168"/>
                <c:pt idx="0">
                  <c:v>0</c:v>
                </c:pt>
                <c:pt idx="1">
                  <c:v>0.042</c:v>
                </c:pt>
                <c:pt idx="2">
                  <c:v>0.083</c:v>
                </c:pt>
                <c:pt idx="3">
                  <c:v>0.125</c:v>
                </c:pt>
                <c:pt idx="4">
                  <c:v>0.167</c:v>
                </c:pt>
                <c:pt idx="5">
                  <c:v>0.208</c:v>
                </c:pt>
                <c:pt idx="6">
                  <c:v>0.25</c:v>
                </c:pt>
                <c:pt idx="7">
                  <c:v>0.292</c:v>
                </c:pt>
                <c:pt idx="8">
                  <c:v>0.333</c:v>
                </c:pt>
                <c:pt idx="9">
                  <c:v>0.375</c:v>
                </c:pt>
                <c:pt idx="10">
                  <c:v>0.417</c:v>
                </c:pt>
                <c:pt idx="11">
                  <c:v>0.458</c:v>
                </c:pt>
                <c:pt idx="12">
                  <c:v>0.5</c:v>
                </c:pt>
                <c:pt idx="13">
                  <c:v>0.542</c:v>
                </c:pt>
                <c:pt idx="14">
                  <c:v>0.583</c:v>
                </c:pt>
                <c:pt idx="15">
                  <c:v>0.625</c:v>
                </c:pt>
                <c:pt idx="16">
                  <c:v>0.667</c:v>
                </c:pt>
                <c:pt idx="17">
                  <c:v>0.708</c:v>
                </c:pt>
                <c:pt idx="18">
                  <c:v>0.75</c:v>
                </c:pt>
                <c:pt idx="19">
                  <c:v>0.792</c:v>
                </c:pt>
                <c:pt idx="20">
                  <c:v>0.833</c:v>
                </c:pt>
                <c:pt idx="21">
                  <c:v>0.875</c:v>
                </c:pt>
                <c:pt idx="22">
                  <c:v>0.917</c:v>
                </c:pt>
                <c:pt idx="23">
                  <c:v>0.958</c:v>
                </c:pt>
                <c:pt idx="24">
                  <c:v>1</c:v>
                </c:pt>
                <c:pt idx="25">
                  <c:v>1.042</c:v>
                </c:pt>
                <c:pt idx="26">
                  <c:v>1.083</c:v>
                </c:pt>
                <c:pt idx="27">
                  <c:v>1.125</c:v>
                </c:pt>
                <c:pt idx="28">
                  <c:v>1.167</c:v>
                </c:pt>
                <c:pt idx="29">
                  <c:v>1.208</c:v>
                </c:pt>
                <c:pt idx="30">
                  <c:v>1.25</c:v>
                </c:pt>
                <c:pt idx="31">
                  <c:v>1.292</c:v>
                </c:pt>
                <c:pt idx="32">
                  <c:v>1.333</c:v>
                </c:pt>
                <c:pt idx="33">
                  <c:v>1.375</c:v>
                </c:pt>
                <c:pt idx="34">
                  <c:v>1.417</c:v>
                </c:pt>
                <c:pt idx="35">
                  <c:v>1.458</c:v>
                </c:pt>
                <c:pt idx="36">
                  <c:v>1.5</c:v>
                </c:pt>
                <c:pt idx="37">
                  <c:v>1.542</c:v>
                </c:pt>
                <c:pt idx="38">
                  <c:v>1.583</c:v>
                </c:pt>
                <c:pt idx="39">
                  <c:v>1.625</c:v>
                </c:pt>
                <c:pt idx="40">
                  <c:v>1.667</c:v>
                </c:pt>
                <c:pt idx="41">
                  <c:v>1.708</c:v>
                </c:pt>
                <c:pt idx="42">
                  <c:v>1.75</c:v>
                </c:pt>
                <c:pt idx="43">
                  <c:v>1.792</c:v>
                </c:pt>
                <c:pt idx="44">
                  <c:v>1.833</c:v>
                </c:pt>
                <c:pt idx="45">
                  <c:v>1.875</c:v>
                </c:pt>
                <c:pt idx="46">
                  <c:v>1.917</c:v>
                </c:pt>
                <c:pt idx="47">
                  <c:v>1.958</c:v>
                </c:pt>
                <c:pt idx="48">
                  <c:v>2</c:v>
                </c:pt>
                <c:pt idx="49">
                  <c:v>2.042</c:v>
                </c:pt>
                <c:pt idx="50">
                  <c:v>2.083</c:v>
                </c:pt>
                <c:pt idx="51">
                  <c:v>2.125</c:v>
                </c:pt>
                <c:pt idx="52">
                  <c:v>2.167</c:v>
                </c:pt>
                <c:pt idx="53">
                  <c:v>2.208</c:v>
                </c:pt>
                <c:pt idx="54">
                  <c:v>2.25</c:v>
                </c:pt>
                <c:pt idx="55">
                  <c:v>2.292</c:v>
                </c:pt>
                <c:pt idx="56">
                  <c:v>2.333</c:v>
                </c:pt>
                <c:pt idx="57">
                  <c:v>2.375</c:v>
                </c:pt>
                <c:pt idx="58">
                  <c:v>2.417</c:v>
                </c:pt>
                <c:pt idx="59">
                  <c:v>2.458</c:v>
                </c:pt>
                <c:pt idx="60">
                  <c:v>2.5</c:v>
                </c:pt>
                <c:pt idx="61">
                  <c:v>2.542</c:v>
                </c:pt>
                <c:pt idx="62">
                  <c:v>2.583</c:v>
                </c:pt>
                <c:pt idx="63">
                  <c:v>2.625</c:v>
                </c:pt>
                <c:pt idx="64">
                  <c:v>2.667</c:v>
                </c:pt>
                <c:pt idx="65">
                  <c:v>2.708</c:v>
                </c:pt>
                <c:pt idx="66">
                  <c:v>2.75</c:v>
                </c:pt>
                <c:pt idx="67">
                  <c:v>2.792</c:v>
                </c:pt>
                <c:pt idx="68">
                  <c:v>2.833</c:v>
                </c:pt>
                <c:pt idx="69">
                  <c:v>2.875</c:v>
                </c:pt>
                <c:pt idx="70">
                  <c:v>2.917</c:v>
                </c:pt>
                <c:pt idx="71">
                  <c:v>2.958</c:v>
                </c:pt>
                <c:pt idx="72">
                  <c:v>3</c:v>
                </c:pt>
                <c:pt idx="73">
                  <c:v>3.042</c:v>
                </c:pt>
                <c:pt idx="74">
                  <c:v>3.083</c:v>
                </c:pt>
                <c:pt idx="75">
                  <c:v>3.125</c:v>
                </c:pt>
                <c:pt idx="76">
                  <c:v>3.167</c:v>
                </c:pt>
                <c:pt idx="77">
                  <c:v>3.208</c:v>
                </c:pt>
                <c:pt idx="78">
                  <c:v>3.25</c:v>
                </c:pt>
                <c:pt idx="79">
                  <c:v>3.292</c:v>
                </c:pt>
                <c:pt idx="80">
                  <c:v>3.333</c:v>
                </c:pt>
                <c:pt idx="81">
                  <c:v>3.375</c:v>
                </c:pt>
                <c:pt idx="82">
                  <c:v>3.417</c:v>
                </c:pt>
                <c:pt idx="83">
                  <c:v>3.458</c:v>
                </c:pt>
                <c:pt idx="84">
                  <c:v>3.5</c:v>
                </c:pt>
                <c:pt idx="85">
                  <c:v>3.542</c:v>
                </c:pt>
                <c:pt idx="86">
                  <c:v>3.583</c:v>
                </c:pt>
                <c:pt idx="87">
                  <c:v>3.625</c:v>
                </c:pt>
                <c:pt idx="88">
                  <c:v>3.667</c:v>
                </c:pt>
                <c:pt idx="89">
                  <c:v>3.708</c:v>
                </c:pt>
                <c:pt idx="90">
                  <c:v>3.75</c:v>
                </c:pt>
                <c:pt idx="91">
                  <c:v>3.792</c:v>
                </c:pt>
                <c:pt idx="92">
                  <c:v>3.833</c:v>
                </c:pt>
                <c:pt idx="93">
                  <c:v>3.875</c:v>
                </c:pt>
                <c:pt idx="94">
                  <c:v>3.917</c:v>
                </c:pt>
                <c:pt idx="95">
                  <c:v>3.958</c:v>
                </c:pt>
                <c:pt idx="96">
                  <c:v>4</c:v>
                </c:pt>
                <c:pt idx="97">
                  <c:v>4.042</c:v>
                </c:pt>
                <c:pt idx="98">
                  <c:v>4.083</c:v>
                </c:pt>
                <c:pt idx="99">
                  <c:v>4.125</c:v>
                </c:pt>
                <c:pt idx="100">
                  <c:v>4.167</c:v>
                </c:pt>
                <c:pt idx="101">
                  <c:v>4.208</c:v>
                </c:pt>
                <c:pt idx="102">
                  <c:v>4.25</c:v>
                </c:pt>
                <c:pt idx="103">
                  <c:v>4.292</c:v>
                </c:pt>
                <c:pt idx="104">
                  <c:v>4.333</c:v>
                </c:pt>
                <c:pt idx="105">
                  <c:v>4.375</c:v>
                </c:pt>
                <c:pt idx="106">
                  <c:v>4.417</c:v>
                </c:pt>
                <c:pt idx="107">
                  <c:v>4.458</c:v>
                </c:pt>
                <c:pt idx="108">
                  <c:v>4.5</c:v>
                </c:pt>
                <c:pt idx="109">
                  <c:v>4.542</c:v>
                </c:pt>
                <c:pt idx="110">
                  <c:v>4.583</c:v>
                </c:pt>
                <c:pt idx="111">
                  <c:v>4.625</c:v>
                </c:pt>
                <c:pt idx="112">
                  <c:v>4.667</c:v>
                </c:pt>
                <c:pt idx="113">
                  <c:v>4.708</c:v>
                </c:pt>
                <c:pt idx="114">
                  <c:v>4.75</c:v>
                </c:pt>
                <c:pt idx="115">
                  <c:v>4.792</c:v>
                </c:pt>
                <c:pt idx="116">
                  <c:v>4.833</c:v>
                </c:pt>
                <c:pt idx="117">
                  <c:v>4.875</c:v>
                </c:pt>
                <c:pt idx="118">
                  <c:v>4.917</c:v>
                </c:pt>
                <c:pt idx="119">
                  <c:v>4.958</c:v>
                </c:pt>
                <c:pt idx="120">
                  <c:v>5</c:v>
                </c:pt>
                <c:pt idx="121">
                  <c:v>5.042</c:v>
                </c:pt>
                <c:pt idx="122">
                  <c:v>5.083</c:v>
                </c:pt>
                <c:pt idx="123">
                  <c:v>5.125</c:v>
                </c:pt>
                <c:pt idx="124">
                  <c:v>5.167</c:v>
                </c:pt>
                <c:pt idx="125">
                  <c:v>5.208</c:v>
                </c:pt>
                <c:pt idx="126">
                  <c:v>5.25</c:v>
                </c:pt>
                <c:pt idx="127">
                  <c:v>5.292</c:v>
                </c:pt>
                <c:pt idx="128">
                  <c:v>5.333</c:v>
                </c:pt>
                <c:pt idx="129">
                  <c:v>5.375</c:v>
                </c:pt>
                <c:pt idx="130">
                  <c:v>5.417</c:v>
                </c:pt>
                <c:pt idx="131">
                  <c:v>5.458</c:v>
                </c:pt>
                <c:pt idx="132">
                  <c:v>5.5</c:v>
                </c:pt>
                <c:pt idx="133">
                  <c:v>5.542</c:v>
                </c:pt>
                <c:pt idx="134">
                  <c:v>5.583</c:v>
                </c:pt>
                <c:pt idx="135">
                  <c:v>5.625</c:v>
                </c:pt>
                <c:pt idx="136">
                  <c:v>5.667</c:v>
                </c:pt>
                <c:pt idx="137">
                  <c:v>5.708</c:v>
                </c:pt>
                <c:pt idx="138">
                  <c:v>5.75</c:v>
                </c:pt>
                <c:pt idx="139">
                  <c:v>5.792</c:v>
                </c:pt>
                <c:pt idx="140">
                  <c:v>5.833</c:v>
                </c:pt>
                <c:pt idx="141">
                  <c:v>5.875</c:v>
                </c:pt>
                <c:pt idx="142">
                  <c:v>5.917</c:v>
                </c:pt>
                <c:pt idx="143">
                  <c:v>5.958</c:v>
                </c:pt>
                <c:pt idx="144">
                  <c:v>6</c:v>
                </c:pt>
                <c:pt idx="145">
                  <c:v>6.042</c:v>
                </c:pt>
                <c:pt idx="146">
                  <c:v>6.083</c:v>
                </c:pt>
                <c:pt idx="147">
                  <c:v>6.125</c:v>
                </c:pt>
                <c:pt idx="148">
                  <c:v>6.167</c:v>
                </c:pt>
                <c:pt idx="149">
                  <c:v>6.208</c:v>
                </c:pt>
                <c:pt idx="150">
                  <c:v>6.25</c:v>
                </c:pt>
                <c:pt idx="151">
                  <c:v>6.292</c:v>
                </c:pt>
                <c:pt idx="152">
                  <c:v>6.333</c:v>
                </c:pt>
                <c:pt idx="153">
                  <c:v>6.375</c:v>
                </c:pt>
                <c:pt idx="154">
                  <c:v>6.417</c:v>
                </c:pt>
                <c:pt idx="155">
                  <c:v>6.458</c:v>
                </c:pt>
                <c:pt idx="156">
                  <c:v>6.5</c:v>
                </c:pt>
                <c:pt idx="157">
                  <c:v>6.542</c:v>
                </c:pt>
                <c:pt idx="158">
                  <c:v>6.583</c:v>
                </c:pt>
                <c:pt idx="159">
                  <c:v>6.625</c:v>
                </c:pt>
                <c:pt idx="160">
                  <c:v>6.667</c:v>
                </c:pt>
                <c:pt idx="161">
                  <c:v>6.708</c:v>
                </c:pt>
                <c:pt idx="162">
                  <c:v>6.75</c:v>
                </c:pt>
                <c:pt idx="163">
                  <c:v>6.792</c:v>
                </c:pt>
                <c:pt idx="164">
                  <c:v>6.833</c:v>
                </c:pt>
                <c:pt idx="165">
                  <c:v>6.875</c:v>
                </c:pt>
                <c:pt idx="166">
                  <c:v>6.917</c:v>
                </c:pt>
                <c:pt idx="167">
                  <c:v>6.958</c:v>
                </c:pt>
              </c:numCache>
            </c:numRef>
          </c:xVal>
          <c:yVal>
            <c:numRef>
              <c:f>Sheet1!$C$2:$C$169</c:f>
              <c:numCache>
                <c:formatCode>General</c:formatCode>
                <c:ptCount val="168"/>
                <c:pt idx="61">
                  <c:v>2.184</c:v>
                </c:pt>
                <c:pt idx="62">
                  <c:v>2.772</c:v>
                </c:pt>
                <c:pt idx="63">
                  <c:v>2.096</c:v>
                </c:pt>
                <c:pt idx="64">
                  <c:v>1.286</c:v>
                </c:pt>
                <c:pt idx="65">
                  <c:v>0.91</c:v>
                </c:pt>
                <c:pt idx="66">
                  <c:v>0.146</c:v>
                </c:pt>
                <c:pt idx="67">
                  <c:v>0.008</c:v>
                </c:pt>
                <c:pt idx="68">
                  <c:v>0</c:v>
                </c:pt>
                <c:pt idx="80">
                  <c:v>0</c:v>
                </c:pt>
                <c:pt idx="81">
                  <c:v>2.592</c:v>
                </c:pt>
                <c:pt idx="82">
                  <c:v>3.152</c:v>
                </c:pt>
                <c:pt idx="83">
                  <c:v>3.601</c:v>
                </c:pt>
                <c:pt idx="84">
                  <c:v>3.402</c:v>
                </c:pt>
                <c:pt idx="85">
                  <c:v>1.52</c:v>
                </c:pt>
                <c:pt idx="86">
                  <c:v>2.054</c:v>
                </c:pt>
                <c:pt idx="87">
                  <c:v>1.336</c:v>
                </c:pt>
                <c:pt idx="88">
                  <c:v>0.944</c:v>
                </c:pt>
                <c:pt idx="89">
                  <c:v>0.614</c:v>
                </c:pt>
                <c:pt idx="90">
                  <c:v>0.157</c:v>
                </c:pt>
                <c:pt idx="91">
                  <c:v>0.008</c:v>
                </c:pt>
                <c:pt idx="92">
                  <c:v>0</c:v>
                </c:pt>
                <c:pt idx="104">
                  <c:v>0</c:v>
                </c:pt>
                <c:pt idx="105">
                  <c:v>2.139</c:v>
                </c:pt>
                <c:pt idx="106">
                  <c:v>1.467</c:v>
                </c:pt>
                <c:pt idx="107">
                  <c:v>1.313</c:v>
                </c:pt>
                <c:pt idx="108">
                  <c:v>1.659</c:v>
                </c:pt>
                <c:pt idx="109">
                  <c:v>2.158</c:v>
                </c:pt>
                <c:pt idx="110">
                  <c:v>2.066</c:v>
                </c:pt>
                <c:pt idx="111">
                  <c:v>1.478</c:v>
                </c:pt>
                <c:pt idx="112">
                  <c:v>1.398</c:v>
                </c:pt>
                <c:pt idx="113">
                  <c:v>0.372</c:v>
                </c:pt>
                <c:pt idx="114">
                  <c:v>0.15</c:v>
                </c:pt>
                <c:pt idx="115">
                  <c:v>0.004</c:v>
                </c:pt>
                <c:pt idx="116">
                  <c:v>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A5568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A5568"/>
                    </a:solidFill>
                    <a:latin typeface="Calibri"/>
                  </a:rPr>
                  <a:t>Thời gian (ngày)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CBD5E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  <c:majorUnit val="1"/>
      </c:val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A5568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A5568"/>
                    </a:solidFill>
                    <a:latin typeface="Calibri"/>
                  </a:rPr>
                  <a:t>Điện năng (kWh/giờ)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4"/>
        <c:crosses val="min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2"/>
          <c:y val="0.05"/>
          <c:w val="0.85"/>
          <c:h val="0.66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y0</c:v>
                </c:pt>
              </c:strCache>
            </c:strRef>
          </c:tx>
          <c:spPr>
            <a:solidFill>
              <a:srgbClr val="9AA5B1"/>
            </a:solidFill>
            <a:ln w="15875" cap="flat">
              <a:solidFill>
                <a:srgbClr val="9AA5B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xVal>
            <c:numRef>
              <c:f>Sheet1!$A$2:$A$97</c:f>
              <c:numCache>
                <c:formatCode>General</c:formatCode>
                <c:ptCount val="96"/>
                <c:pt idx="0">
                  <c:v>0</c:v>
                </c:pt>
                <c:pt idx="1">
                  <c:v>0.042</c:v>
                </c:pt>
                <c:pt idx="2">
                  <c:v>0.083</c:v>
                </c:pt>
                <c:pt idx="3">
                  <c:v>0.125</c:v>
                </c:pt>
                <c:pt idx="4">
                  <c:v>0.167</c:v>
                </c:pt>
                <c:pt idx="5">
                  <c:v>0.208</c:v>
                </c:pt>
                <c:pt idx="6">
                  <c:v>0.25</c:v>
                </c:pt>
                <c:pt idx="7">
                  <c:v>0.292</c:v>
                </c:pt>
                <c:pt idx="8">
                  <c:v>0.333</c:v>
                </c:pt>
                <c:pt idx="9">
                  <c:v>0.375</c:v>
                </c:pt>
                <c:pt idx="10">
                  <c:v>0.417</c:v>
                </c:pt>
                <c:pt idx="11">
                  <c:v>0.458</c:v>
                </c:pt>
                <c:pt idx="12">
                  <c:v>0.5</c:v>
                </c:pt>
                <c:pt idx="13">
                  <c:v>0.542</c:v>
                </c:pt>
                <c:pt idx="14">
                  <c:v>0.583</c:v>
                </c:pt>
                <c:pt idx="15">
                  <c:v>0.625</c:v>
                </c:pt>
                <c:pt idx="16">
                  <c:v>0.667</c:v>
                </c:pt>
                <c:pt idx="17">
                  <c:v>0.708</c:v>
                </c:pt>
                <c:pt idx="18">
                  <c:v>0.75</c:v>
                </c:pt>
                <c:pt idx="19">
                  <c:v>0.792</c:v>
                </c:pt>
                <c:pt idx="20">
                  <c:v>0.833</c:v>
                </c:pt>
                <c:pt idx="21">
                  <c:v>0.875</c:v>
                </c:pt>
                <c:pt idx="22">
                  <c:v>0.917</c:v>
                </c:pt>
                <c:pt idx="23">
                  <c:v>0.958</c:v>
                </c:pt>
                <c:pt idx="24">
                  <c:v>1</c:v>
                </c:pt>
                <c:pt idx="25">
                  <c:v>1.042</c:v>
                </c:pt>
                <c:pt idx="26">
                  <c:v>1.083</c:v>
                </c:pt>
                <c:pt idx="27">
                  <c:v>1.125</c:v>
                </c:pt>
                <c:pt idx="28">
                  <c:v>1.167</c:v>
                </c:pt>
                <c:pt idx="29">
                  <c:v>1.208</c:v>
                </c:pt>
                <c:pt idx="30">
                  <c:v>1.25</c:v>
                </c:pt>
                <c:pt idx="31">
                  <c:v>1.292</c:v>
                </c:pt>
                <c:pt idx="32">
                  <c:v>1.333</c:v>
                </c:pt>
                <c:pt idx="33">
                  <c:v>1.375</c:v>
                </c:pt>
                <c:pt idx="34">
                  <c:v>1.417</c:v>
                </c:pt>
                <c:pt idx="35">
                  <c:v>1.458</c:v>
                </c:pt>
                <c:pt idx="36">
                  <c:v>1.5</c:v>
                </c:pt>
                <c:pt idx="37">
                  <c:v>1.542</c:v>
                </c:pt>
                <c:pt idx="38">
                  <c:v>1.583</c:v>
                </c:pt>
                <c:pt idx="39">
                  <c:v>1.625</c:v>
                </c:pt>
                <c:pt idx="40">
                  <c:v>1.667</c:v>
                </c:pt>
                <c:pt idx="41">
                  <c:v>1.708</c:v>
                </c:pt>
                <c:pt idx="42">
                  <c:v>1.75</c:v>
                </c:pt>
                <c:pt idx="43">
                  <c:v>1.792</c:v>
                </c:pt>
                <c:pt idx="44">
                  <c:v>1.833</c:v>
                </c:pt>
                <c:pt idx="45">
                  <c:v>1.875</c:v>
                </c:pt>
                <c:pt idx="46">
                  <c:v>1.917</c:v>
                </c:pt>
                <c:pt idx="47">
                  <c:v>1.958</c:v>
                </c:pt>
                <c:pt idx="48">
                  <c:v>2</c:v>
                </c:pt>
                <c:pt idx="49">
                  <c:v>2.042</c:v>
                </c:pt>
                <c:pt idx="50">
                  <c:v>2.083</c:v>
                </c:pt>
                <c:pt idx="51">
                  <c:v>2.125</c:v>
                </c:pt>
                <c:pt idx="52">
                  <c:v>2.167</c:v>
                </c:pt>
                <c:pt idx="53">
                  <c:v>2.208</c:v>
                </c:pt>
                <c:pt idx="54">
                  <c:v>2.25</c:v>
                </c:pt>
                <c:pt idx="55">
                  <c:v>2.292</c:v>
                </c:pt>
                <c:pt idx="56">
                  <c:v>2.333</c:v>
                </c:pt>
                <c:pt idx="57">
                  <c:v>2.375</c:v>
                </c:pt>
                <c:pt idx="58">
                  <c:v>2.417</c:v>
                </c:pt>
                <c:pt idx="59">
                  <c:v>2.458</c:v>
                </c:pt>
                <c:pt idx="60">
                  <c:v>2.5</c:v>
                </c:pt>
                <c:pt idx="61">
                  <c:v>2.542</c:v>
                </c:pt>
                <c:pt idx="62">
                  <c:v>2.583</c:v>
                </c:pt>
                <c:pt idx="63">
                  <c:v>2.625</c:v>
                </c:pt>
                <c:pt idx="64">
                  <c:v>2.667</c:v>
                </c:pt>
                <c:pt idx="65">
                  <c:v>2.708</c:v>
                </c:pt>
                <c:pt idx="66">
                  <c:v>2.75</c:v>
                </c:pt>
                <c:pt idx="67">
                  <c:v>2.792</c:v>
                </c:pt>
                <c:pt idx="68">
                  <c:v>2.833</c:v>
                </c:pt>
                <c:pt idx="69">
                  <c:v>2.875</c:v>
                </c:pt>
                <c:pt idx="70">
                  <c:v>2.917</c:v>
                </c:pt>
                <c:pt idx="71">
                  <c:v>2.958</c:v>
                </c:pt>
                <c:pt idx="72">
                  <c:v>3</c:v>
                </c:pt>
                <c:pt idx="73">
                  <c:v>3.042</c:v>
                </c:pt>
                <c:pt idx="74">
                  <c:v>3.083</c:v>
                </c:pt>
                <c:pt idx="75">
                  <c:v>3.125</c:v>
                </c:pt>
                <c:pt idx="76">
                  <c:v>3.167</c:v>
                </c:pt>
                <c:pt idx="77">
                  <c:v>3.208</c:v>
                </c:pt>
                <c:pt idx="78">
                  <c:v>3.25</c:v>
                </c:pt>
                <c:pt idx="79">
                  <c:v>3.292</c:v>
                </c:pt>
                <c:pt idx="80">
                  <c:v>3.333</c:v>
                </c:pt>
                <c:pt idx="81">
                  <c:v>3.375</c:v>
                </c:pt>
                <c:pt idx="82">
                  <c:v>3.417</c:v>
                </c:pt>
                <c:pt idx="83">
                  <c:v>3.458</c:v>
                </c:pt>
                <c:pt idx="84">
                  <c:v>3.5</c:v>
                </c:pt>
                <c:pt idx="85">
                  <c:v>3.542</c:v>
                </c:pt>
                <c:pt idx="86">
                  <c:v>3.583</c:v>
                </c:pt>
                <c:pt idx="87">
                  <c:v>3.625</c:v>
                </c:pt>
                <c:pt idx="88">
                  <c:v>3.667</c:v>
                </c:pt>
                <c:pt idx="89">
                  <c:v>3.708</c:v>
                </c:pt>
                <c:pt idx="90">
                  <c:v>3.75</c:v>
                </c:pt>
                <c:pt idx="91">
                  <c:v>3.792</c:v>
                </c:pt>
                <c:pt idx="92">
                  <c:v>3.833</c:v>
                </c:pt>
                <c:pt idx="93">
                  <c:v>3.875</c:v>
                </c:pt>
                <c:pt idx="94">
                  <c:v>3.917</c:v>
                </c:pt>
                <c:pt idx="95">
                  <c:v>3.958</c:v>
                </c:pt>
              </c:numCache>
            </c:numRef>
          </c:xVal>
          <c:yVal>
            <c:numRef>
              <c:f>Sheet1!$B$2:$B$97</c:f>
              <c:numCache>
                <c:formatCode>General</c:formatCode>
                <c:ptCount val="9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23</c:v>
                </c:pt>
                <c:pt idx="7">
                  <c:v>167</c:v>
                </c:pt>
                <c:pt idx="8">
                  <c:v>411</c:v>
                </c:pt>
                <c:pt idx="9">
                  <c:v>640</c:v>
                </c:pt>
                <c:pt idx="10">
                  <c:v>819</c:v>
                </c:pt>
                <c:pt idx="11">
                  <c:v>932</c:v>
                </c:pt>
                <c:pt idx="12">
                  <c:v>970</c:v>
                </c:pt>
                <c:pt idx="13">
                  <c:v>932</c:v>
                </c:pt>
                <c:pt idx="14">
                  <c:v>728</c:v>
                </c:pt>
                <c:pt idx="15">
                  <c:v>587</c:v>
                </c:pt>
                <c:pt idx="16">
                  <c:v>309</c:v>
                </c:pt>
                <c:pt idx="17">
                  <c:v>155</c:v>
                </c:pt>
                <c:pt idx="18">
                  <c:v>22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29</c:v>
                </c:pt>
                <c:pt idx="31">
                  <c:v>162</c:v>
                </c:pt>
                <c:pt idx="32">
                  <c:v>409</c:v>
                </c:pt>
                <c:pt idx="33">
                  <c:v>566</c:v>
                </c:pt>
                <c:pt idx="34">
                  <c:v>779</c:v>
                </c:pt>
                <c:pt idx="35">
                  <c:v>970</c:v>
                </c:pt>
                <c:pt idx="36">
                  <c:v>893</c:v>
                </c:pt>
                <c:pt idx="37">
                  <c:v>961</c:v>
                </c:pt>
                <c:pt idx="38">
                  <c:v>794</c:v>
                </c:pt>
                <c:pt idx="39">
                  <c:v>470</c:v>
                </c:pt>
                <c:pt idx="40">
                  <c:v>298</c:v>
                </c:pt>
                <c:pt idx="41">
                  <c:v>166</c:v>
                </c:pt>
                <c:pt idx="42">
                  <c:v>26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21</c:v>
                </c:pt>
                <c:pt idx="55">
                  <c:v>135</c:v>
                </c:pt>
                <c:pt idx="56">
                  <c:v>360</c:v>
                </c:pt>
                <c:pt idx="57">
                  <c:v>315</c:v>
                </c:pt>
                <c:pt idx="58">
                  <c:v>258</c:v>
                </c:pt>
                <c:pt idx="59">
                  <c:v>352</c:v>
                </c:pt>
                <c:pt idx="60">
                  <c:v>389</c:v>
                </c:pt>
                <c:pt idx="61">
                  <c:v>331</c:v>
                </c:pt>
                <c:pt idx="62">
                  <c:v>295</c:v>
                </c:pt>
                <c:pt idx="63">
                  <c:v>348</c:v>
                </c:pt>
                <c:pt idx="64">
                  <c:v>238</c:v>
                </c:pt>
                <c:pt idx="65">
                  <c:v>62</c:v>
                </c:pt>
                <c:pt idx="66">
                  <c:v>16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13</c:v>
                </c:pt>
                <c:pt idx="79">
                  <c:v>44</c:v>
                </c:pt>
                <c:pt idx="80">
                  <c:v>112</c:v>
                </c:pt>
                <c:pt idx="81">
                  <c:v>323</c:v>
                </c:pt>
                <c:pt idx="82">
                  <c:v>210</c:v>
                </c:pt>
                <c:pt idx="83">
                  <c:v>244</c:v>
                </c:pt>
                <c:pt idx="84">
                  <c:v>240</c:v>
                </c:pt>
                <c:pt idx="85">
                  <c:v>271</c:v>
                </c:pt>
                <c:pt idx="86">
                  <c:v>393</c:v>
                </c:pt>
                <c:pt idx="87">
                  <c:v>316</c:v>
                </c:pt>
                <c:pt idx="88">
                  <c:v>258</c:v>
                </c:pt>
                <c:pt idx="89">
                  <c:v>95</c:v>
                </c:pt>
                <c:pt idx="90">
                  <c:v>19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y1</c:v>
                </c:pt>
              </c:strCache>
            </c:strRef>
          </c:tx>
          <c:spPr>
            <a:solidFill>
              <a:srgbClr val="2A9D8F"/>
            </a:solidFill>
            <a:ln w="15875" cap="flat">
              <a:solidFill>
                <a:srgbClr val="2A9D8F"/>
              </a:solidFill>
              <a:prstDash val="dash"/>
              <a:round/>
            </a:ln>
            <a:effectLst/>
          </c:spPr>
          <c:marker>
            <c:symbol val="non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xVal>
            <c:numRef>
              <c:f>Sheet1!$A$2:$A$97</c:f>
              <c:numCache>
                <c:formatCode>General</c:formatCode>
                <c:ptCount val="96"/>
                <c:pt idx="0">
                  <c:v>0</c:v>
                </c:pt>
                <c:pt idx="1">
                  <c:v>0.042</c:v>
                </c:pt>
                <c:pt idx="2">
                  <c:v>0.083</c:v>
                </c:pt>
                <c:pt idx="3">
                  <c:v>0.125</c:v>
                </c:pt>
                <c:pt idx="4">
                  <c:v>0.167</c:v>
                </c:pt>
                <c:pt idx="5">
                  <c:v>0.208</c:v>
                </c:pt>
                <c:pt idx="6">
                  <c:v>0.25</c:v>
                </c:pt>
                <c:pt idx="7">
                  <c:v>0.292</c:v>
                </c:pt>
                <c:pt idx="8">
                  <c:v>0.333</c:v>
                </c:pt>
                <c:pt idx="9">
                  <c:v>0.375</c:v>
                </c:pt>
                <c:pt idx="10">
                  <c:v>0.417</c:v>
                </c:pt>
                <c:pt idx="11">
                  <c:v>0.458</c:v>
                </c:pt>
                <c:pt idx="12">
                  <c:v>0.5</c:v>
                </c:pt>
                <c:pt idx="13">
                  <c:v>0.542</c:v>
                </c:pt>
                <c:pt idx="14">
                  <c:v>0.583</c:v>
                </c:pt>
                <c:pt idx="15">
                  <c:v>0.625</c:v>
                </c:pt>
                <c:pt idx="16">
                  <c:v>0.667</c:v>
                </c:pt>
                <c:pt idx="17">
                  <c:v>0.708</c:v>
                </c:pt>
                <c:pt idx="18">
                  <c:v>0.75</c:v>
                </c:pt>
                <c:pt idx="19">
                  <c:v>0.792</c:v>
                </c:pt>
                <c:pt idx="20">
                  <c:v>0.833</c:v>
                </c:pt>
                <c:pt idx="21">
                  <c:v>0.875</c:v>
                </c:pt>
                <c:pt idx="22">
                  <c:v>0.917</c:v>
                </c:pt>
                <c:pt idx="23">
                  <c:v>0.958</c:v>
                </c:pt>
                <c:pt idx="24">
                  <c:v>1</c:v>
                </c:pt>
                <c:pt idx="25">
                  <c:v>1.042</c:v>
                </c:pt>
                <c:pt idx="26">
                  <c:v>1.083</c:v>
                </c:pt>
                <c:pt idx="27">
                  <c:v>1.125</c:v>
                </c:pt>
                <c:pt idx="28">
                  <c:v>1.167</c:v>
                </c:pt>
                <c:pt idx="29">
                  <c:v>1.208</c:v>
                </c:pt>
                <c:pt idx="30">
                  <c:v>1.25</c:v>
                </c:pt>
                <c:pt idx="31">
                  <c:v>1.292</c:v>
                </c:pt>
                <c:pt idx="32">
                  <c:v>1.333</c:v>
                </c:pt>
                <c:pt idx="33">
                  <c:v>1.375</c:v>
                </c:pt>
                <c:pt idx="34">
                  <c:v>1.417</c:v>
                </c:pt>
                <c:pt idx="35">
                  <c:v>1.458</c:v>
                </c:pt>
                <c:pt idx="36">
                  <c:v>1.5</c:v>
                </c:pt>
                <c:pt idx="37">
                  <c:v>1.542</c:v>
                </c:pt>
                <c:pt idx="38">
                  <c:v>1.583</c:v>
                </c:pt>
                <c:pt idx="39">
                  <c:v>1.625</c:v>
                </c:pt>
                <c:pt idx="40">
                  <c:v>1.667</c:v>
                </c:pt>
                <c:pt idx="41">
                  <c:v>1.708</c:v>
                </c:pt>
                <c:pt idx="42">
                  <c:v>1.75</c:v>
                </c:pt>
                <c:pt idx="43">
                  <c:v>1.792</c:v>
                </c:pt>
                <c:pt idx="44">
                  <c:v>1.833</c:v>
                </c:pt>
                <c:pt idx="45">
                  <c:v>1.875</c:v>
                </c:pt>
                <c:pt idx="46">
                  <c:v>1.917</c:v>
                </c:pt>
                <c:pt idx="47">
                  <c:v>1.958</c:v>
                </c:pt>
                <c:pt idx="48">
                  <c:v>2</c:v>
                </c:pt>
                <c:pt idx="49">
                  <c:v>2.042</c:v>
                </c:pt>
                <c:pt idx="50">
                  <c:v>2.083</c:v>
                </c:pt>
                <c:pt idx="51">
                  <c:v>2.125</c:v>
                </c:pt>
                <c:pt idx="52">
                  <c:v>2.167</c:v>
                </c:pt>
                <c:pt idx="53">
                  <c:v>2.208</c:v>
                </c:pt>
                <c:pt idx="54">
                  <c:v>2.25</c:v>
                </c:pt>
                <c:pt idx="55">
                  <c:v>2.292</c:v>
                </c:pt>
                <c:pt idx="56">
                  <c:v>2.333</c:v>
                </c:pt>
                <c:pt idx="57">
                  <c:v>2.375</c:v>
                </c:pt>
                <c:pt idx="58">
                  <c:v>2.417</c:v>
                </c:pt>
                <c:pt idx="59">
                  <c:v>2.458</c:v>
                </c:pt>
                <c:pt idx="60">
                  <c:v>2.5</c:v>
                </c:pt>
                <c:pt idx="61">
                  <c:v>2.542</c:v>
                </c:pt>
                <c:pt idx="62">
                  <c:v>2.583</c:v>
                </c:pt>
                <c:pt idx="63">
                  <c:v>2.625</c:v>
                </c:pt>
                <c:pt idx="64">
                  <c:v>2.667</c:v>
                </c:pt>
                <c:pt idx="65">
                  <c:v>2.708</c:v>
                </c:pt>
                <c:pt idx="66">
                  <c:v>2.75</c:v>
                </c:pt>
                <c:pt idx="67">
                  <c:v>2.792</c:v>
                </c:pt>
                <c:pt idx="68">
                  <c:v>2.833</c:v>
                </c:pt>
                <c:pt idx="69">
                  <c:v>2.875</c:v>
                </c:pt>
                <c:pt idx="70">
                  <c:v>2.917</c:v>
                </c:pt>
                <c:pt idx="71">
                  <c:v>2.958</c:v>
                </c:pt>
                <c:pt idx="72">
                  <c:v>3</c:v>
                </c:pt>
                <c:pt idx="73">
                  <c:v>3.042</c:v>
                </c:pt>
                <c:pt idx="74">
                  <c:v>3.083</c:v>
                </c:pt>
                <c:pt idx="75">
                  <c:v>3.125</c:v>
                </c:pt>
                <c:pt idx="76">
                  <c:v>3.167</c:v>
                </c:pt>
                <c:pt idx="77">
                  <c:v>3.208</c:v>
                </c:pt>
                <c:pt idx="78">
                  <c:v>3.25</c:v>
                </c:pt>
                <c:pt idx="79">
                  <c:v>3.292</c:v>
                </c:pt>
                <c:pt idx="80">
                  <c:v>3.333</c:v>
                </c:pt>
                <c:pt idx="81">
                  <c:v>3.375</c:v>
                </c:pt>
                <c:pt idx="82">
                  <c:v>3.417</c:v>
                </c:pt>
                <c:pt idx="83">
                  <c:v>3.458</c:v>
                </c:pt>
                <c:pt idx="84">
                  <c:v>3.5</c:v>
                </c:pt>
                <c:pt idx="85">
                  <c:v>3.542</c:v>
                </c:pt>
                <c:pt idx="86">
                  <c:v>3.583</c:v>
                </c:pt>
                <c:pt idx="87">
                  <c:v>3.625</c:v>
                </c:pt>
                <c:pt idx="88">
                  <c:v>3.667</c:v>
                </c:pt>
                <c:pt idx="89">
                  <c:v>3.708</c:v>
                </c:pt>
                <c:pt idx="90">
                  <c:v>3.75</c:v>
                </c:pt>
                <c:pt idx="91">
                  <c:v>3.792</c:v>
                </c:pt>
                <c:pt idx="92">
                  <c:v>3.833</c:v>
                </c:pt>
                <c:pt idx="93">
                  <c:v>3.875</c:v>
                </c:pt>
                <c:pt idx="94">
                  <c:v>3.917</c:v>
                </c:pt>
                <c:pt idx="95">
                  <c:v>3.958</c:v>
                </c:pt>
              </c:numCache>
            </c:numRef>
          </c:xVal>
          <c:yVal>
            <c:numRef>
              <c:f>Sheet1!$C$2:$C$97</c:f>
              <c:numCache>
                <c:formatCode>General</c:formatCode>
                <c:ptCount val="9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29</c:v>
                </c:pt>
                <c:pt idx="7">
                  <c:v>162</c:v>
                </c:pt>
                <c:pt idx="8">
                  <c:v>409</c:v>
                </c:pt>
                <c:pt idx="9">
                  <c:v>566</c:v>
                </c:pt>
                <c:pt idx="10">
                  <c:v>779</c:v>
                </c:pt>
                <c:pt idx="11">
                  <c:v>970</c:v>
                </c:pt>
                <c:pt idx="12">
                  <c:v>893</c:v>
                </c:pt>
                <c:pt idx="13">
                  <c:v>961</c:v>
                </c:pt>
                <c:pt idx="14">
                  <c:v>794</c:v>
                </c:pt>
                <c:pt idx="15">
                  <c:v>470</c:v>
                </c:pt>
                <c:pt idx="16">
                  <c:v>298</c:v>
                </c:pt>
                <c:pt idx="17">
                  <c:v>166</c:v>
                </c:pt>
                <c:pt idx="18">
                  <c:v>26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21</c:v>
                </c:pt>
                <c:pt idx="31">
                  <c:v>135</c:v>
                </c:pt>
                <c:pt idx="32">
                  <c:v>360</c:v>
                </c:pt>
                <c:pt idx="33">
                  <c:v>315</c:v>
                </c:pt>
                <c:pt idx="34">
                  <c:v>258</c:v>
                </c:pt>
                <c:pt idx="35">
                  <c:v>352</c:v>
                </c:pt>
                <c:pt idx="36">
                  <c:v>389</c:v>
                </c:pt>
                <c:pt idx="37">
                  <c:v>331</c:v>
                </c:pt>
                <c:pt idx="38">
                  <c:v>295</c:v>
                </c:pt>
                <c:pt idx="39">
                  <c:v>348</c:v>
                </c:pt>
                <c:pt idx="40">
                  <c:v>238</c:v>
                </c:pt>
                <c:pt idx="41">
                  <c:v>62</c:v>
                </c:pt>
                <c:pt idx="42">
                  <c:v>16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13</c:v>
                </c:pt>
                <c:pt idx="55">
                  <c:v>44</c:v>
                </c:pt>
                <c:pt idx="56">
                  <c:v>112</c:v>
                </c:pt>
                <c:pt idx="57">
                  <c:v>323</c:v>
                </c:pt>
                <c:pt idx="58">
                  <c:v>210</c:v>
                </c:pt>
                <c:pt idx="59">
                  <c:v>244</c:v>
                </c:pt>
                <c:pt idx="60">
                  <c:v>240</c:v>
                </c:pt>
                <c:pt idx="61">
                  <c:v>271</c:v>
                </c:pt>
                <c:pt idx="62">
                  <c:v>393</c:v>
                </c:pt>
                <c:pt idx="63">
                  <c:v>316</c:v>
                </c:pt>
                <c:pt idx="64">
                  <c:v>258</c:v>
                </c:pt>
                <c:pt idx="65">
                  <c:v>95</c:v>
                </c:pt>
                <c:pt idx="66">
                  <c:v>19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28</c:v>
                </c:pt>
                <c:pt idx="79">
                  <c:v>178</c:v>
                </c:pt>
                <c:pt idx="80">
                  <c:v>391</c:v>
                </c:pt>
                <c:pt idx="81">
                  <c:v>607</c:v>
                </c:pt>
                <c:pt idx="82">
                  <c:v>604</c:v>
                </c:pt>
                <c:pt idx="83">
                  <c:v>927</c:v>
                </c:pt>
                <c:pt idx="84">
                  <c:v>855</c:v>
                </c:pt>
                <c:pt idx="85">
                  <c:v>714</c:v>
                </c:pt>
                <c:pt idx="86">
                  <c:v>533</c:v>
                </c:pt>
                <c:pt idx="87">
                  <c:v>550</c:v>
                </c:pt>
                <c:pt idx="88">
                  <c:v>274</c:v>
                </c:pt>
                <c:pt idx="89">
                  <c:v>127</c:v>
                </c:pt>
                <c:pt idx="90">
                  <c:v>21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4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A5568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A5568"/>
                    </a:solidFill>
                    <a:latin typeface="Calibri"/>
                  </a:rPr>
                  <a:t>Thời gian (ngày)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CBD5E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  <c:majorUnit val="1"/>
      </c:valAx>
      <c:valAx>
        <c:axId val="2094734552"/>
        <c:scaling>
          <c:orientation val="minMax"/>
          <c:max val="12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A5568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A5568"/>
                    </a:solidFill>
                    <a:latin typeface="Calibri"/>
                  </a:rPr>
                  <a:t>Bức xạ (W/m²)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4"/>
        <c:crosses val="min"/>
        <c:crossBetween val="midCat"/>
        <c:majorUnit val="400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2"/>
          <c:y val="0.05"/>
          <c:w val="0.85"/>
          <c:h val="0.66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y0</c:v>
                </c:pt>
              </c:strCache>
            </c:strRef>
          </c:tx>
          <c:spPr>
            <a:solidFill>
              <a:srgbClr val="E89B0C"/>
            </a:solidFill>
            <a:ln w="15875" cap="flat">
              <a:solidFill>
                <a:srgbClr val="E89B0C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E89B0C"/>
              </a:solidFill>
              <a:ln w="9525" cap="flat">
                <a:solidFill>
                  <a:srgbClr val="E89B0C"/>
                </a:solidFill>
                <a:prstDash val="solid"/>
                <a:round/>
              </a:ln>
              <a:effectLst/>
            </c:spPr>
          </c:marker>
          <c:xVal>
            <c:numRef>
              <c:f>Sheet1!$A$2:$A$193</c:f>
              <c:numCache>
                <c:formatCode>General</c:formatCode>
                <c:ptCount val="192"/>
                <c:pt idx="0">
                  <c:v>-168</c:v>
                </c:pt>
                <c:pt idx="1">
                  <c:v>-167</c:v>
                </c:pt>
                <c:pt idx="2">
                  <c:v>-166</c:v>
                </c:pt>
                <c:pt idx="3">
                  <c:v>-165</c:v>
                </c:pt>
                <c:pt idx="4">
                  <c:v>-164</c:v>
                </c:pt>
                <c:pt idx="5">
                  <c:v>-163</c:v>
                </c:pt>
                <c:pt idx="6">
                  <c:v>-162</c:v>
                </c:pt>
                <c:pt idx="7">
                  <c:v>-161</c:v>
                </c:pt>
                <c:pt idx="8">
                  <c:v>-160</c:v>
                </c:pt>
                <c:pt idx="9">
                  <c:v>-159</c:v>
                </c:pt>
                <c:pt idx="10">
                  <c:v>-158</c:v>
                </c:pt>
                <c:pt idx="11">
                  <c:v>-157</c:v>
                </c:pt>
                <c:pt idx="12">
                  <c:v>-156</c:v>
                </c:pt>
                <c:pt idx="13">
                  <c:v>-155</c:v>
                </c:pt>
                <c:pt idx="14">
                  <c:v>-154</c:v>
                </c:pt>
                <c:pt idx="15">
                  <c:v>-153</c:v>
                </c:pt>
                <c:pt idx="16">
                  <c:v>-152</c:v>
                </c:pt>
                <c:pt idx="17">
                  <c:v>-151</c:v>
                </c:pt>
                <c:pt idx="18">
                  <c:v>-150</c:v>
                </c:pt>
                <c:pt idx="19">
                  <c:v>-149</c:v>
                </c:pt>
                <c:pt idx="20">
                  <c:v>-148</c:v>
                </c:pt>
                <c:pt idx="21">
                  <c:v>-147</c:v>
                </c:pt>
                <c:pt idx="22">
                  <c:v>-146</c:v>
                </c:pt>
                <c:pt idx="23">
                  <c:v>-145</c:v>
                </c:pt>
                <c:pt idx="24">
                  <c:v>-144</c:v>
                </c:pt>
                <c:pt idx="25">
                  <c:v>-143</c:v>
                </c:pt>
                <c:pt idx="26">
                  <c:v>-142</c:v>
                </c:pt>
                <c:pt idx="27">
                  <c:v>-141</c:v>
                </c:pt>
                <c:pt idx="28">
                  <c:v>-140</c:v>
                </c:pt>
                <c:pt idx="29">
                  <c:v>-139</c:v>
                </c:pt>
                <c:pt idx="30">
                  <c:v>-138</c:v>
                </c:pt>
                <c:pt idx="31">
                  <c:v>-137</c:v>
                </c:pt>
                <c:pt idx="32">
                  <c:v>-136</c:v>
                </c:pt>
                <c:pt idx="33">
                  <c:v>-135</c:v>
                </c:pt>
                <c:pt idx="34">
                  <c:v>-134</c:v>
                </c:pt>
                <c:pt idx="35">
                  <c:v>-133</c:v>
                </c:pt>
                <c:pt idx="36">
                  <c:v>-132</c:v>
                </c:pt>
                <c:pt idx="37">
                  <c:v>-131</c:v>
                </c:pt>
                <c:pt idx="38">
                  <c:v>-130</c:v>
                </c:pt>
                <c:pt idx="39">
                  <c:v>-129</c:v>
                </c:pt>
                <c:pt idx="40">
                  <c:v>-128</c:v>
                </c:pt>
                <c:pt idx="41">
                  <c:v>-127</c:v>
                </c:pt>
                <c:pt idx="42">
                  <c:v>-126</c:v>
                </c:pt>
                <c:pt idx="43">
                  <c:v>-125</c:v>
                </c:pt>
                <c:pt idx="44">
                  <c:v>-124</c:v>
                </c:pt>
                <c:pt idx="45">
                  <c:v>-123</c:v>
                </c:pt>
                <c:pt idx="46">
                  <c:v>-122</c:v>
                </c:pt>
                <c:pt idx="47">
                  <c:v>-121</c:v>
                </c:pt>
                <c:pt idx="48">
                  <c:v>-120</c:v>
                </c:pt>
                <c:pt idx="49">
                  <c:v>-119</c:v>
                </c:pt>
                <c:pt idx="50">
                  <c:v>-118</c:v>
                </c:pt>
                <c:pt idx="51">
                  <c:v>-117</c:v>
                </c:pt>
                <c:pt idx="52">
                  <c:v>-116</c:v>
                </c:pt>
                <c:pt idx="53">
                  <c:v>-115</c:v>
                </c:pt>
                <c:pt idx="54">
                  <c:v>-114</c:v>
                </c:pt>
                <c:pt idx="55">
                  <c:v>-113</c:v>
                </c:pt>
                <c:pt idx="56">
                  <c:v>-112</c:v>
                </c:pt>
                <c:pt idx="57">
                  <c:v>-111</c:v>
                </c:pt>
                <c:pt idx="58">
                  <c:v>-110</c:v>
                </c:pt>
                <c:pt idx="59">
                  <c:v>-109</c:v>
                </c:pt>
                <c:pt idx="60">
                  <c:v>-108</c:v>
                </c:pt>
                <c:pt idx="61">
                  <c:v>-107</c:v>
                </c:pt>
                <c:pt idx="62">
                  <c:v>-106</c:v>
                </c:pt>
                <c:pt idx="63">
                  <c:v>-105</c:v>
                </c:pt>
                <c:pt idx="64">
                  <c:v>-104</c:v>
                </c:pt>
                <c:pt idx="65">
                  <c:v>-103</c:v>
                </c:pt>
                <c:pt idx="66">
                  <c:v>-102</c:v>
                </c:pt>
                <c:pt idx="67">
                  <c:v>-101</c:v>
                </c:pt>
                <c:pt idx="68">
                  <c:v>-100</c:v>
                </c:pt>
                <c:pt idx="69">
                  <c:v>-99</c:v>
                </c:pt>
                <c:pt idx="70">
                  <c:v>-98</c:v>
                </c:pt>
                <c:pt idx="71">
                  <c:v>-97</c:v>
                </c:pt>
                <c:pt idx="72">
                  <c:v>-96</c:v>
                </c:pt>
                <c:pt idx="73">
                  <c:v>-95</c:v>
                </c:pt>
                <c:pt idx="74">
                  <c:v>-94</c:v>
                </c:pt>
                <c:pt idx="75">
                  <c:v>-93</c:v>
                </c:pt>
                <c:pt idx="76">
                  <c:v>-92</c:v>
                </c:pt>
                <c:pt idx="77">
                  <c:v>-91</c:v>
                </c:pt>
                <c:pt idx="78">
                  <c:v>-90</c:v>
                </c:pt>
                <c:pt idx="79">
                  <c:v>-89</c:v>
                </c:pt>
                <c:pt idx="80">
                  <c:v>-88</c:v>
                </c:pt>
                <c:pt idx="81">
                  <c:v>-87</c:v>
                </c:pt>
                <c:pt idx="82">
                  <c:v>-86</c:v>
                </c:pt>
                <c:pt idx="83">
                  <c:v>-85</c:v>
                </c:pt>
                <c:pt idx="84">
                  <c:v>-84</c:v>
                </c:pt>
                <c:pt idx="85">
                  <c:v>-83</c:v>
                </c:pt>
                <c:pt idx="86">
                  <c:v>-82</c:v>
                </c:pt>
                <c:pt idx="87">
                  <c:v>-81</c:v>
                </c:pt>
                <c:pt idx="88">
                  <c:v>-80</c:v>
                </c:pt>
                <c:pt idx="89">
                  <c:v>-79</c:v>
                </c:pt>
                <c:pt idx="90">
                  <c:v>-78</c:v>
                </c:pt>
                <c:pt idx="91">
                  <c:v>-77</c:v>
                </c:pt>
                <c:pt idx="92">
                  <c:v>-76</c:v>
                </c:pt>
                <c:pt idx="93">
                  <c:v>-75</c:v>
                </c:pt>
                <c:pt idx="94">
                  <c:v>-74</c:v>
                </c:pt>
                <c:pt idx="95">
                  <c:v>-73</c:v>
                </c:pt>
                <c:pt idx="96">
                  <c:v>-72</c:v>
                </c:pt>
                <c:pt idx="97">
                  <c:v>-71</c:v>
                </c:pt>
                <c:pt idx="98">
                  <c:v>-70</c:v>
                </c:pt>
                <c:pt idx="99">
                  <c:v>-69</c:v>
                </c:pt>
                <c:pt idx="100">
                  <c:v>-68</c:v>
                </c:pt>
                <c:pt idx="101">
                  <c:v>-67</c:v>
                </c:pt>
                <c:pt idx="102">
                  <c:v>-66</c:v>
                </c:pt>
                <c:pt idx="103">
                  <c:v>-65</c:v>
                </c:pt>
                <c:pt idx="104">
                  <c:v>-64</c:v>
                </c:pt>
                <c:pt idx="105">
                  <c:v>-63</c:v>
                </c:pt>
                <c:pt idx="106">
                  <c:v>-62</c:v>
                </c:pt>
                <c:pt idx="107">
                  <c:v>-61</c:v>
                </c:pt>
                <c:pt idx="108">
                  <c:v>-60</c:v>
                </c:pt>
                <c:pt idx="109">
                  <c:v>-59</c:v>
                </c:pt>
                <c:pt idx="110">
                  <c:v>-58</c:v>
                </c:pt>
                <c:pt idx="111">
                  <c:v>-57</c:v>
                </c:pt>
                <c:pt idx="112">
                  <c:v>-56</c:v>
                </c:pt>
                <c:pt idx="113">
                  <c:v>-55</c:v>
                </c:pt>
                <c:pt idx="114">
                  <c:v>-54</c:v>
                </c:pt>
                <c:pt idx="115">
                  <c:v>-53</c:v>
                </c:pt>
                <c:pt idx="116">
                  <c:v>-52</c:v>
                </c:pt>
                <c:pt idx="117">
                  <c:v>-51</c:v>
                </c:pt>
                <c:pt idx="118">
                  <c:v>-50</c:v>
                </c:pt>
                <c:pt idx="119">
                  <c:v>-49</c:v>
                </c:pt>
                <c:pt idx="120">
                  <c:v>-48</c:v>
                </c:pt>
                <c:pt idx="121">
                  <c:v>-47</c:v>
                </c:pt>
                <c:pt idx="122">
                  <c:v>-46</c:v>
                </c:pt>
                <c:pt idx="123">
                  <c:v>-45</c:v>
                </c:pt>
                <c:pt idx="124">
                  <c:v>-44</c:v>
                </c:pt>
                <c:pt idx="125">
                  <c:v>-43</c:v>
                </c:pt>
                <c:pt idx="126">
                  <c:v>-42</c:v>
                </c:pt>
                <c:pt idx="127">
                  <c:v>-41</c:v>
                </c:pt>
                <c:pt idx="128">
                  <c:v>-40</c:v>
                </c:pt>
                <c:pt idx="129">
                  <c:v>-39</c:v>
                </c:pt>
                <c:pt idx="130">
                  <c:v>-38</c:v>
                </c:pt>
                <c:pt idx="131">
                  <c:v>-37</c:v>
                </c:pt>
                <c:pt idx="132">
                  <c:v>-36</c:v>
                </c:pt>
                <c:pt idx="133">
                  <c:v>-35</c:v>
                </c:pt>
                <c:pt idx="134">
                  <c:v>-34</c:v>
                </c:pt>
                <c:pt idx="135">
                  <c:v>-33</c:v>
                </c:pt>
                <c:pt idx="136">
                  <c:v>-32</c:v>
                </c:pt>
                <c:pt idx="137">
                  <c:v>-31</c:v>
                </c:pt>
                <c:pt idx="138">
                  <c:v>-30</c:v>
                </c:pt>
                <c:pt idx="139">
                  <c:v>-29</c:v>
                </c:pt>
                <c:pt idx="140">
                  <c:v>-28</c:v>
                </c:pt>
                <c:pt idx="141">
                  <c:v>-27</c:v>
                </c:pt>
                <c:pt idx="142">
                  <c:v>-26</c:v>
                </c:pt>
                <c:pt idx="143">
                  <c:v>-25</c:v>
                </c:pt>
                <c:pt idx="144">
                  <c:v>-24</c:v>
                </c:pt>
                <c:pt idx="145">
                  <c:v>-23</c:v>
                </c:pt>
                <c:pt idx="146">
                  <c:v>-22</c:v>
                </c:pt>
                <c:pt idx="147">
                  <c:v>-21</c:v>
                </c:pt>
                <c:pt idx="148">
                  <c:v>-20</c:v>
                </c:pt>
                <c:pt idx="149">
                  <c:v>-19</c:v>
                </c:pt>
                <c:pt idx="150">
                  <c:v>-18</c:v>
                </c:pt>
                <c:pt idx="151">
                  <c:v>-17</c:v>
                </c:pt>
                <c:pt idx="152">
                  <c:v>-16</c:v>
                </c:pt>
                <c:pt idx="153">
                  <c:v>-15</c:v>
                </c:pt>
                <c:pt idx="154">
                  <c:v>-14</c:v>
                </c:pt>
                <c:pt idx="155">
                  <c:v>-13</c:v>
                </c:pt>
                <c:pt idx="156">
                  <c:v>-12</c:v>
                </c:pt>
                <c:pt idx="157">
                  <c:v>-11</c:v>
                </c:pt>
                <c:pt idx="158">
                  <c:v>-10</c:v>
                </c:pt>
                <c:pt idx="159">
                  <c:v>-9</c:v>
                </c:pt>
                <c:pt idx="160">
                  <c:v>-8</c:v>
                </c:pt>
                <c:pt idx="161">
                  <c:v>-7</c:v>
                </c:pt>
                <c:pt idx="162">
                  <c:v>-6</c:v>
                </c:pt>
                <c:pt idx="163">
                  <c:v>-5</c:v>
                </c:pt>
                <c:pt idx="164">
                  <c:v>-4</c:v>
                </c:pt>
                <c:pt idx="165">
                  <c:v>-3</c:v>
                </c:pt>
                <c:pt idx="166">
                  <c:v>-2</c:v>
                </c:pt>
                <c:pt idx="167">
                  <c:v>-1</c:v>
                </c:pt>
                <c:pt idx="168">
                  <c:v>0</c:v>
                </c:pt>
                <c:pt idx="169">
                  <c:v>1</c:v>
                </c:pt>
                <c:pt idx="170">
                  <c:v>2</c:v>
                </c:pt>
                <c:pt idx="171">
                  <c:v>3</c:v>
                </c:pt>
                <c:pt idx="172">
                  <c:v>4</c:v>
                </c:pt>
                <c:pt idx="173">
                  <c:v>5</c:v>
                </c:pt>
                <c:pt idx="174">
                  <c:v>6</c:v>
                </c:pt>
                <c:pt idx="175">
                  <c:v>7</c:v>
                </c:pt>
                <c:pt idx="176">
                  <c:v>8</c:v>
                </c:pt>
                <c:pt idx="177">
                  <c:v>9</c:v>
                </c:pt>
                <c:pt idx="178">
                  <c:v>10</c:v>
                </c:pt>
                <c:pt idx="179">
                  <c:v>11</c:v>
                </c:pt>
                <c:pt idx="180">
                  <c:v>12</c:v>
                </c:pt>
                <c:pt idx="181">
                  <c:v>13</c:v>
                </c:pt>
                <c:pt idx="182">
                  <c:v>14</c:v>
                </c:pt>
                <c:pt idx="183">
                  <c:v>15</c:v>
                </c:pt>
                <c:pt idx="184">
                  <c:v>16</c:v>
                </c:pt>
                <c:pt idx="185">
                  <c:v>17</c:v>
                </c:pt>
                <c:pt idx="186">
                  <c:v>18</c:v>
                </c:pt>
                <c:pt idx="187">
                  <c:v>19</c:v>
                </c:pt>
                <c:pt idx="188">
                  <c:v>20</c:v>
                </c:pt>
                <c:pt idx="189">
                  <c:v>21</c:v>
                </c:pt>
                <c:pt idx="190">
                  <c:v>22</c:v>
                </c:pt>
                <c:pt idx="191">
                  <c:v>23</c:v>
                </c:pt>
              </c:numCache>
            </c:numRef>
          </c:xVal>
          <c:yVal>
            <c:numRef>
              <c:f>Sheet1!$B$2:$B$193</c:f>
              <c:numCache>
                <c:formatCode>General</c:formatCode>
                <c:ptCount val="19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0.612</c:v>
                </c:pt>
                <c:pt idx="8">
                  <c:v>1.421</c:v>
                </c:pt>
                <c:pt idx="9">
                  <c:v>1.869</c:v>
                </c:pt>
                <c:pt idx="10">
                  <c:v>1.906</c:v>
                </c:pt>
                <c:pt idx="11">
                  <c:v>2.254</c:v>
                </c:pt>
                <c:pt idx="12">
                  <c:v>2.514</c:v>
                </c:pt>
                <c:pt idx="13">
                  <c:v>2.171</c:v>
                </c:pt>
                <c:pt idx="14">
                  <c:v>2.07</c:v>
                </c:pt>
                <c:pt idx="15">
                  <c:v>2.023</c:v>
                </c:pt>
                <c:pt idx="16">
                  <c:v>1.114</c:v>
                </c:pt>
                <c:pt idx="17">
                  <c:v>0.282</c:v>
                </c:pt>
                <c:pt idx="18">
                  <c:v>0.029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0.406</c:v>
                </c:pt>
                <c:pt idx="32">
                  <c:v>1.257</c:v>
                </c:pt>
                <c:pt idx="33">
                  <c:v>2.145</c:v>
                </c:pt>
                <c:pt idx="34">
                  <c:v>1.761</c:v>
                </c:pt>
                <c:pt idx="35">
                  <c:v>1.46</c:v>
                </c:pt>
                <c:pt idx="36">
                  <c:v>1.605</c:v>
                </c:pt>
                <c:pt idx="37">
                  <c:v>2.038</c:v>
                </c:pt>
                <c:pt idx="38">
                  <c:v>2.703</c:v>
                </c:pt>
                <c:pt idx="39">
                  <c:v>2.155</c:v>
                </c:pt>
                <c:pt idx="40">
                  <c:v>1.254</c:v>
                </c:pt>
                <c:pt idx="41">
                  <c:v>0.397</c:v>
                </c:pt>
                <c:pt idx="42">
                  <c:v>0.017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0.764</c:v>
                </c:pt>
                <c:pt idx="56">
                  <c:v>1.838</c:v>
                </c:pt>
                <c:pt idx="57">
                  <c:v>2.774</c:v>
                </c:pt>
                <c:pt idx="58">
                  <c:v>3.539</c:v>
                </c:pt>
                <c:pt idx="59">
                  <c:v>3.941</c:v>
                </c:pt>
                <c:pt idx="60">
                  <c:v>3.986</c:v>
                </c:pt>
                <c:pt idx="61">
                  <c:v>3.855</c:v>
                </c:pt>
                <c:pt idx="62">
                  <c:v>3.409</c:v>
                </c:pt>
                <c:pt idx="63">
                  <c:v>2.644</c:v>
                </c:pt>
                <c:pt idx="64">
                  <c:v>1.626</c:v>
                </c:pt>
                <c:pt idx="65">
                  <c:v>0.57</c:v>
                </c:pt>
                <c:pt idx="66">
                  <c:v>0.035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0.797</c:v>
                </c:pt>
                <c:pt idx="80">
                  <c:v>1.838</c:v>
                </c:pt>
                <c:pt idx="81">
                  <c:v>2.815</c:v>
                </c:pt>
                <c:pt idx="82">
                  <c:v>3.495</c:v>
                </c:pt>
                <c:pt idx="83">
                  <c:v>3.888</c:v>
                </c:pt>
                <c:pt idx="84">
                  <c:v>3.909</c:v>
                </c:pt>
                <c:pt idx="85">
                  <c:v>3.583</c:v>
                </c:pt>
                <c:pt idx="86">
                  <c:v>2.998</c:v>
                </c:pt>
                <c:pt idx="87">
                  <c:v>2.145</c:v>
                </c:pt>
                <c:pt idx="88">
                  <c:v>1.139</c:v>
                </c:pt>
                <c:pt idx="89">
                  <c:v>0.454</c:v>
                </c:pt>
                <c:pt idx="90">
                  <c:v>0.029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0.8</c:v>
                </c:pt>
                <c:pt idx="104">
                  <c:v>1.699</c:v>
                </c:pt>
                <c:pt idx="105">
                  <c:v>2.566</c:v>
                </c:pt>
                <c:pt idx="106">
                  <c:v>3.407</c:v>
                </c:pt>
                <c:pt idx="107">
                  <c:v>3.775</c:v>
                </c:pt>
                <c:pt idx="108">
                  <c:v>3.77</c:v>
                </c:pt>
                <c:pt idx="109">
                  <c:v>3.69</c:v>
                </c:pt>
                <c:pt idx="110">
                  <c:v>2.87</c:v>
                </c:pt>
                <c:pt idx="111">
                  <c:v>1.807</c:v>
                </c:pt>
                <c:pt idx="112">
                  <c:v>1.16</c:v>
                </c:pt>
                <c:pt idx="113">
                  <c:v>0.51</c:v>
                </c:pt>
                <c:pt idx="114">
                  <c:v>0.031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0.774</c:v>
                </c:pt>
                <c:pt idx="128">
                  <c:v>1.264</c:v>
                </c:pt>
                <c:pt idx="129">
                  <c:v>1.153</c:v>
                </c:pt>
                <c:pt idx="130">
                  <c:v>1.211</c:v>
                </c:pt>
                <c:pt idx="131">
                  <c:v>1.5</c:v>
                </c:pt>
                <c:pt idx="132">
                  <c:v>1.445</c:v>
                </c:pt>
                <c:pt idx="133">
                  <c:v>1.251</c:v>
                </c:pt>
                <c:pt idx="134">
                  <c:v>1.306</c:v>
                </c:pt>
                <c:pt idx="135">
                  <c:v>1.259</c:v>
                </c:pt>
                <c:pt idx="136">
                  <c:v>0.657</c:v>
                </c:pt>
                <c:pt idx="137">
                  <c:v>0.149</c:v>
                </c:pt>
                <c:pt idx="138">
                  <c:v>0.018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</c:v>
                </c:pt>
                <c:pt idx="151">
                  <c:v>0.291</c:v>
                </c:pt>
                <c:pt idx="152">
                  <c:v>0.844</c:v>
                </c:pt>
                <c:pt idx="153">
                  <c:v>1.114</c:v>
                </c:pt>
                <c:pt idx="154">
                  <c:v>0.929</c:v>
                </c:pt>
                <c:pt idx="155">
                  <c:v>1.008</c:v>
                </c:pt>
                <c:pt idx="156">
                  <c:v>1.076</c:v>
                </c:pt>
                <c:pt idx="157">
                  <c:v>1.345</c:v>
                </c:pt>
                <c:pt idx="158">
                  <c:v>1.471</c:v>
                </c:pt>
                <c:pt idx="159">
                  <c:v>1.213</c:v>
                </c:pt>
                <c:pt idx="160">
                  <c:v>0.804</c:v>
                </c:pt>
                <c:pt idx="161">
                  <c:v>0.24</c:v>
                </c:pt>
                <c:pt idx="162">
                  <c:v>0.023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  <c:pt idx="168">
                  <c:v>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0.788</c:v>
                </c:pt>
                <c:pt idx="176">
                  <c:v>1.742</c:v>
                </c:pt>
                <c:pt idx="177">
                  <c:v>2.38</c:v>
                </c:pt>
                <c:pt idx="178">
                  <c:v>3.061</c:v>
                </c:pt>
                <c:pt idx="179">
                  <c:v>3.61</c:v>
                </c:pt>
                <c:pt idx="180">
                  <c:v>3.313</c:v>
                </c:pt>
                <c:pt idx="181">
                  <c:v>2.675</c:v>
                </c:pt>
                <c:pt idx="182">
                  <c:v>2.365</c:v>
                </c:pt>
                <c:pt idx="183">
                  <c:v>1.882</c:v>
                </c:pt>
                <c:pt idx="184">
                  <c:v>0.892</c:v>
                </c:pt>
                <c:pt idx="185">
                  <c:v>0.332</c:v>
                </c:pt>
                <c:pt idx="186">
                  <c:v>0.034</c:v>
                </c:pt>
                <c:pt idx="187">
                  <c:v>0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4"/>
          <c:min val="-168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A5568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A5568"/>
                    </a:solidFill>
                    <a:latin typeface="Calibri"/>
                  </a:rPr>
                  <a:t>Giờ so với thời điểm dự báo t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CBD5E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  <c:majorUnit val="24"/>
      </c:val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A5568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A5568"/>
                    </a:solidFill>
                    <a:latin typeface="Calibri"/>
                  </a:rPr>
                  <a:t>Điện năng (kWh/giờ)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4"/>
        <c:crosses val="min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Dữ liệu mock (solar/mock): thời tiết TMY2 Miami kèm pvlib, PV mô phỏng 5 kWp, lỗi logger giả lập.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G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4A5568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chart" Target="/ppt/charts/chart12.xm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Luồng thu thập và xử lý dữ liệu</a:t>
            </a:r>
            <a:endParaRPr lang="en-US" sz="2600" dirty="0"/>
          </a:p>
        </p:txBody>
      </p:sp>
      <p:sp>
        <p:nvSpPr>
          <p:cNvPr id="3" name="Group THU THẬP"/>
          <p:cNvSpPr/>
          <p:nvPr/>
        </p:nvSpPr>
        <p:spPr>
          <a:xfrm>
            <a:off x="301752" y="1124712"/>
            <a:ext cx="1682496" cy="3099816"/>
          </a:xfrm>
          <a:prstGeom prst="roundRect">
            <a:avLst>
              <a:gd name="adj" fmla="val 5435"/>
            </a:avLst>
          </a:prstGeom>
          <a:solidFill>
            <a:srgbClr val="F4F6F9"/>
          </a:solidFill>
          <a:ln w="9525">
            <a:solidFill>
              <a:srgbClr val="CBD5E0"/>
            </a:solidFill>
            <a:prstDash val="dash"/>
          </a:ln>
        </p:spPr>
      </p:sp>
      <p:sp>
        <p:nvSpPr>
          <p:cNvPr id="4" name="Group THU THẬP label"/>
          <p:cNvSpPr txBox="1"/>
          <p:nvPr/>
        </p:nvSpPr>
        <p:spPr>
          <a:xfrm>
            <a:off x="301752" y="850392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</a:rPr>
              <a:t>THU THẬP</a:t>
            </a:r>
            <a:endParaRPr lang="en-US" sz="1000" dirty="0"/>
          </a:p>
        </p:txBody>
      </p:sp>
      <p:sp>
        <p:nvSpPr>
          <p:cNvPr id="5" name="Group XỬ LÝ"/>
          <p:cNvSpPr/>
          <p:nvPr/>
        </p:nvSpPr>
        <p:spPr>
          <a:xfrm>
            <a:off x="2084832" y="1124712"/>
            <a:ext cx="3465576" cy="3099816"/>
          </a:xfrm>
          <a:prstGeom prst="roundRect">
            <a:avLst>
              <a:gd name="adj" fmla="val 2950"/>
            </a:avLst>
          </a:prstGeom>
          <a:solidFill>
            <a:srgbClr val="F4F6F9"/>
          </a:solidFill>
          <a:ln w="9525">
            <a:solidFill>
              <a:srgbClr val="CBD5E0"/>
            </a:solidFill>
            <a:prstDash val="dash"/>
          </a:ln>
        </p:spPr>
      </p:sp>
      <p:sp>
        <p:nvSpPr>
          <p:cNvPr id="6" name="Group XỬ LÝ label"/>
          <p:cNvSpPr txBox="1"/>
          <p:nvPr/>
        </p:nvSpPr>
        <p:spPr>
          <a:xfrm>
            <a:off x="2084832" y="850392"/>
            <a:ext cx="3465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</a:rPr>
              <a:t>XỬ LÝ</a:t>
            </a:r>
            <a:endParaRPr lang="en-US" sz="1000" dirty="0"/>
          </a:p>
        </p:txBody>
      </p:sp>
      <p:sp>
        <p:nvSpPr>
          <p:cNvPr id="7" name="Group ĐẦU VÀO MÔ HÌNH"/>
          <p:cNvSpPr/>
          <p:nvPr/>
        </p:nvSpPr>
        <p:spPr>
          <a:xfrm>
            <a:off x="5650992" y="1124712"/>
            <a:ext cx="3191256" cy="3099816"/>
          </a:xfrm>
          <a:prstGeom prst="roundRect">
            <a:avLst>
              <a:gd name="adj" fmla="val 2950"/>
            </a:avLst>
          </a:prstGeom>
          <a:solidFill>
            <a:srgbClr val="F4F6F9"/>
          </a:solidFill>
          <a:ln w="9525">
            <a:solidFill>
              <a:srgbClr val="CBD5E0"/>
            </a:solidFill>
            <a:prstDash val="dash"/>
          </a:ln>
        </p:spPr>
      </p:sp>
      <p:sp>
        <p:nvSpPr>
          <p:cNvPr id="8" name="Group ĐẦU VÀO MÔ HÌNH label"/>
          <p:cNvSpPr txBox="1"/>
          <p:nvPr/>
        </p:nvSpPr>
        <p:spPr>
          <a:xfrm>
            <a:off x="5650992" y="850392"/>
            <a:ext cx="3191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</a:rPr>
              <a:t>ĐẦU VÀO MÔ HÌNH</a:t>
            </a:r>
            <a:endParaRPr lang="en-US" sz="1000" dirty="0"/>
          </a:p>
        </p:txBody>
      </p:sp>
      <p:sp>
        <p:nvSpPr>
          <p:cNvPr id="9" name="Inverter block"/>
          <p:cNvSpPr/>
          <p:nvPr/>
        </p:nvSpPr>
        <p:spPr>
          <a:xfrm>
            <a:off x="411480" y="1234440"/>
            <a:ext cx="1463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0" name="Inverter head"/>
          <p:cNvSpPr txBox="1"/>
          <p:nvPr/>
        </p:nvSpPr>
        <p:spPr>
          <a:xfrm>
            <a:off x="502920" y="130759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Inverter</a:t>
            </a:r>
            <a:endParaRPr lang="en-US" sz="1200" dirty="0"/>
          </a:p>
        </p:txBody>
      </p:sp>
      <p:graphicFrame>
        <p:nvGraphicFramePr>
          <p:cNvPr id="11" name="Inverter spark" descr=""/>
          <p:cNvGraphicFramePr/>
          <p:nvPr/>
        </p:nvGraphicFramePr>
        <p:xfrm>
          <a:off x="484632" y="1581912"/>
          <a:ext cx="1316736" cy="6035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Inverter caption"/>
          <p:cNvSpPr txBox="1"/>
          <p:nvPr/>
        </p:nvSpPr>
        <p:spPr>
          <a:xfrm>
            <a:off x="484632" y="2212848"/>
            <a:ext cx="13167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Công suất AC · 5 phút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(có lỗi: trùng, spike, mất)</a:t>
            </a:r>
            <a:endParaRPr lang="en-US" sz="950" dirty="0"/>
          </a:p>
        </p:txBody>
      </p:sp>
      <p:sp>
        <p:nvSpPr>
          <p:cNvPr id="13" name="Clean block"/>
          <p:cNvSpPr/>
          <p:nvPr/>
        </p:nvSpPr>
        <p:spPr>
          <a:xfrm>
            <a:off x="2194560" y="1234440"/>
            <a:ext cx="1463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4" name="Badge 1"/>
          <p:cNvSpPr/>
          <p:nvPr/>
        </p:nvSpPr>
        <p:spPr>
          <a:xfrm>
            <a:off x="2267712" y="1307592"/>
            <a:ext cx="201168" cy="201168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5" name="Badge 1 num"/>
          <p:cNvSpPr txBox="1"/>
          <p:nvPr/>
        </p:nvSpPr>
        <p:spPr>
          <a:xfrm>
            <a:off x="2267712" y="13075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6" name="Clean head"/>
          <p:cNvSpPr txBox="1"/>
          <p:nvPr/>
        </p:nvSpPr>
        <p:spPr>
          <a:xfrm>
            <a:off x="2523744" y="1307592"/>
            <a:ext cx="1088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Làm sạch</a:t>
            </a:r>
            <a:endParaRPr lang="en-US" sz="1200" dirty="0"/>
          </a:p>
        </p:txBody>
      </p:sp>
      <p:graphicFrame>
        <p:nvGraphicFramePr>
          <p:cNvPr id="17" name="Clean spark" descr=""/>
          <p:cNvGraphicFramePr/>
          <p:nvPr/>
        </p:nvGraphicFramePr>
        <p:xfrm>
          <a:off x="2267712" y="1581912"/>
          <a:ext cx="1316736" cy="6035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Clean caption"/>
          <p:cNvSpPr txBox="1"/>
          <p:nvPr/>
        </p:nvSpPr>
        <p:spPr>
          <a:xfrm>
            <a:off x="2267712" y="2212848"/>
            <a:ext cx="13167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Bỏ trùng, ngoài ngưỡng,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đứng giá · đêm = 0</a:t>
            </a:r>
            <a:endParaRPr lang="en-US" sz="950" dirty="0"/>
          </a:p>
        </p:txBody>
      </p:sp>
      <p:sp>
        <p:nvSpPr>
          <p:cNvPr id="19" name="Resample block"/>
          <p:cNvSpPr/>
          <p:nvPr/>
        </p:nvSpPr>
        <p:spPr>
          <a:xfrm>
            <a:off x="3977640" y="1234440"/>
            <a:ext cx="1463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0" name="Badge 2"/>
          <p:cNvSpPr/>
          <p:nvPr/>
        </p:nvSpPr>
        <p:spPr>
          <a:xfrm>
            <a:off x="4050792" y="1307592"/>
            <a:ext cx="201168" cy="201168"/>
          </a:xfrm>
          <a:prstGeom prst="ellipse">
            <a:avLst/>
          </a:prstGeom>
          <a:solidFill>
            <a:srgbClr val="E89B0C"/>
          </a:solidFill>
          <a:ln/>
        </p:spPr>
      </p:sp>
      <p:sp>
        <p:nvSpPr>
          <p:cNvPr id="21" name="Badge 2 num"/>
          <p:cNvSpPr txBox="1"/>
          <p:nvPr/>
        </p:nvSpPr>
        <p:spPr>
          <a:xfrm>
            <a:off x="4050792" y="13075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2" name="Resample head"/>
          <p:cNvSpPr txBox="1"/>
          <p:nvPr/>
        </p:nvSpPr>
        <p:spPr>
          <a:xfrm>
            <a:off x="4306824" y="1307592"/>
            <a:ext cx="1088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Gộp 1 giờ</a:t>
            </a:r>
            <a:endParaRPr lang="en-US" sz="1200" dirty="0"/>
          </a:p>
        </p:txBody>
      </p:sp>
      <p:graphicFrame>
        <p:nvGraphicFramePr>
          <p:cNvPr id="23" name="Resample spark" descr=""/>
          <p:cNvGraphicFramePr/>
          <p:nvPr/>
        </p:nvGraphicFramePr>
        <p:xfrm>
          <a:off x="4050792" y="1581912"/>
          <a:ext cx="1316736" cy="6035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Resample caption"/>
          <p:cNvSpPr txBox="1"/>
          <p:nvPr/>
        </p:nvSpPr>
        <p:spPr>
          <a:xfrm>
            <a:off x="4050792" y="2212848"/>
            <a:ext cx="13167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5 phút → kWh/giờ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lấp chỗ trống</a:t>
            </a:r>
            <a:endParaRPr lang="en-US" sz="950" dirty="0"/>
          </a:p>
        </p:txBody>
      </p:sp>
      <p:sp>
        <p:nvSpPr>
          <p:cNvPr id="25" name="Weather block"/>
          <p:cNvSpPr/>
          <p:nvPr/>
        </p:nvSpPr>
        <p:spPr>
          <a:xfrm>
            <a:off x="411480" y="2788920"/>
            <a:ext cx="1463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6" name="Weather head"/>
          <p:cNvSpPr txBox="1"/>
          <p:nvPr/>
        </p:nvSpPr>
        <p:spPr>
          <a:xfrm>
            <a:off x="502920" y="286207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Open-Meteo</a:t>
            </a:r>
            <a:endParaRPr lang="en-US" sz="1200" dirty="0"/>
          </a:p>
        </p:txBody>
      </p:sp>
      <p:graphicFrame>
        <p:nvGraphicFramePr>
          <p:cNvPr id="27" name="Weather spark" descr=""/>
          <p:cNvGraphicFramePr/>
          <p:nvPr/>
        </p:nvGraphicFramePr>
        <p:xfrm>
          <a:off x="484632" y="3136392"/>
          <a:ext cx="1316736" cy="6035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8" name="Weather caption"/>
          <p:cNvSpPr txBox="1"/>
          <p:nvPr/>
        </p:nvSpPr>
        <p:spPr>
          <a:xfrm>
            <a:off x="484632" y="3767328"/>
            <a:ext cx="13167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Thời tiết theo tọa độ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1 giờ · API miễn phí</a:t>
            </a:r>
            <a:endParaRPr lang="en-US" sz="950" dirty="0"/>
          </a:p>
        </p:txBody>
      </p:sp>
      <p:sp>
        <p:nvSpPr>
          <p:cNvPr id="29" name="Select block"/>
          <p:cNvSpPr/>
          <p:nvPr/>
        </p:nvSpPr>
        <p:spPr>
          <a:xfrm>
            <a:off x="2194560" y="2788920"/>
            <a:ext cx="1463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0" name="Badge 3"/>
          <p:cNvSpPr/>
          <p:nvPr/>
        </p:nvSpPr>
        <p:spPr>
          <a:xfrm>
            <a:off x="2267712" y="2862072"/>
            <a:ext cx="201168" cy="20116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1" name="Badge 3 num"/>
          <p:cNvSpPr txBox="1"/>
          <p:nvPr/>
        </p:nvSpPr>
        <p:spPr>
          <a:xfrm>
            <a:off x="2267712" y="286207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32" name="Select head"/>
          <p:cNvSpPr txBox="1"/>
          <p:nvPr/>
        </p:nvSpPr>
        <p:spPr>
          <a:xfrm>
            <a:off x="2523744" y="2862072"/>
            <a:ext cx="1088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Chọn biến</a:t>
            </a:r>
            <a:endParaRPr lang="en-US" sz="1200" dirty="0"/>
          </a:p>
        </p:txBody>
      </p:sp>
      <p:graphicFrame>
        <p:nvGraphicFramePr>
          <p:cNvPr id="33" name="Select spark" descr=""/>
          <p:cNvGraphicFramePr/>
          <p:nvPr/>
        </p:nvGraphicFramePr>
        <p:xfrm>
          <a:off x="2267712" y="3136392"/>
          <a:ext cx="1316736" cy="6035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4" name="Select caption"/>
          <p:cNvSpPr txBox="1"/>
          <p:nvPr/>
        </p:nvSpPr>
        <p:spPr>
          <a:xfrm>
            <a:off x="2267712" y="3767328"/>
            <a:ext cx="13167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Bức xạ, mây, nhiệt,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ẩm, gió</a:t>
            </a:r>
            <a:endParaRPr lang="en-US" sz="950" dirty="0"/>
          </a:p>
        </p:txBody>
      </p:sp>
      <p:sp>
        <p:nvSpPr>
          <p:cNvPr id="35" name="Shift block"/>
          <p:cNvSpPr/>
          <p:nvPr/>
        </p:nvSpPr>
        <p:spPr>
          <a:xfrm>
            <a:off x="3977640" y="2788920"/>
            <a:ext cx="1463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6" name="Badge 4"/>
          <p:cNvSpPr/>
          <p:nvPr/>
        </p:nvSpPr>
        <p:spPr>
          <a:xfrm>
            <a:off x="4050792" y="2862072"/>
            <a:ext cx="201168" cy="20116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7" name="Badge 4 num"/>
          <p:cNvSpPr txBox="1"/>
          <p:nvPr/>
        </p:nvSpPr>
        <p:spPr>
          <a:xfrm>
            <a:off x="4050792" y="286207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8" name="Shift head"/>
          <p:cNvSpPr txBox="1"/>
          <p:nvPr/>
        </p:nvSpPr>
        <p:spPr>
          <a:xfrm>
            <a:off x="4306824" y="2862072"/>
            <a:ext cx="1088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Dịch +24 giờ</a:t>
            </a:r>
            <a:endParaRPr lang="en-US" sz="1200" dirty="0"/>
          </a:p>
        </p:txBody>
      </p:sp>
      <p:graphicFrame>
        <p:nvGraphicFramePr>
          <p:cNvPr id="39" name="Shift spark" descr=""/>
          <p:cNvGraphicFramePr/>
          <p:nvPr/>
        </p:nvGraphicFramePr>
        <p:xfrm>
          <a:off x="4050792" y="3136392"/>
          <a:ext cx="1316736" cy="6035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0" name="Shift caption"/>
          <p:cNvSpPr txBox="1"/>
          <p:nvPr/>
        </p:nvSpPr>
        <p:spPr>
          <a:xfrm>
            <a:off x="4050792" y="3767328"/>
            <a:ext cx="13167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Thời tiết ngày mai đặt vào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hàng hôm nay (= dự báo)</a:t>
            </a:r>
            <a:endParaRPr lang="en-US" sz="950" dirty="0"/>
          </a:p>
        </p:txBody>
      </p:sp>
      <p:sp>
        <p:nvSpPr>
          <p:cNvPr id="41" name="Merge block"/>
          <p:cNvSpPr/>
          <p:nvPr/>
        </p:nvSpPr>
        <p:spPr>
          <a:xfrm>
            <a:off x="5760720" y="1234440"/>
            <a:ext cx="1508760" cy="28803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42" name="Badge 5"/>
          <p:cNvSpPr/>
          <p:nvPr/>
        </p:nvSpPr>
        <p:spPr>
          <a:xfrm>
            <a:off x="5833872" y="1307592"/>
            <a:ext cx="201168" cy="201168"/>
          </a:xfrm>
          <a:prstGeom prst="ellipse">
            <a:avLst/>
          </a:prstGeom>
          <a:solidFill>
            <a:srgbClr val="1B2433"/>
          </a:solidFill>
          <a:ln/>
        </p:spPr>
      </p:sp>
      <p:sp>
        <p:nvSpPr>
          <p:cNvPr id="43" name="Badge 5 num"/>
          <p:cNvSpPr txBox="1"/>
          <p:nvPr/>
        </p:nvSpPr>
        <p:spPr>
          <a:xfrm>
            <a:off x="5833872" y="13075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44" name="Merge head"/>
          <p:cNvSpPr txBox="1"/>
          <p:nvPr/>
        </p:nvSpPr>
        <p:spPr>
          <a:xfrm>
            <a:off x="6089904" y="1307592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Ghép &amp; cửa sổ</a:t>
            </a:r>
            <a:endParaRPr lang="en-US" sz="1200" dirty="0"/>
          </a:p>
        </p:txBody>
      </p:sp>
      <p:graphicFrame>
        <p:nvGraphicFramePr>
          <p:cNvPr id="45" name="Merge spark" descr=""/>
          <p:cNvGraphicFramePr/>
          <p:nvPr/>
        </p:nvGraphicFramePr>
        <p:xfrm>
          <a:off x="5833872" y="1645920"/>
          <a:ext cx="1362456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46" name="Lookback window"/>
          <p:cNvSpPr/>
          <p:nvPr/>
        </p:nvSpPr>
        <p:spPr>
          <a:xfrm>
            <a:off x="5861121" y="1717243"/>
            <a:ext cx="1144463" cy="1640434"/>
          </a:xfrm>
          <a:prstGeom prst="rect">
            <a:avLst/>
          </a:prstGeom>
          <a:solidFill>
            <a:srgbClr val="4A5568">
              <a:alpha val="12000"/>
            </a:srgbClr>
          </a:solidFill>
          <a:ln w="9525">
            <a:solidFill>
              <a:srgbClr val="4A5568"/>
            </a:solidFill>
            <a:prstDash val="solid"/>
          </a:ln>
        </p:spPr>
      </p:sp>
      <p:sp>
        <p:nvSpPr>
          <p:cNvPr id="47" name="Target window"/>
          <p:cNvSpPr/>
          <p:nvPr/>
        </p:nvSpPr>
        <p:spPr>
          <a:xfrm>
            <a:off x="7005584" y="1717243"/>
            <a:ext cx="163495" cy="287076"/>
          </a:xfrm>
          <a:prstGeom prst="rect">
            <a:avLst/>
          </a:prstGeom>
          <a:solidFill>
            <a:srgbClr val="E89B0C">
              <a:alpha val="25000"/>
            </a:srgbClr>
          </a:solidFill>
          <a:ln w="12700">
            <a:solidFill>
              <a:srgbClr val="E89B0C"/>
            </a:solidFill>
            <a:prstDash val="dash"/>
          </a:ln>
        </p:spPr>
      </p:sp>
      <p:sp>
        <p:nvSpPr>
          <p:cNvPr id="48" name="Lookback label"/>
          <p:cNvSpPr txBox="1"/>
          <p:nvPr/>
        </p:nvSpPr>
        <p:spPr>
          <a:xfrm>
            <a:off x="5861121" y="3447288"/>
            <a:ext cx="114446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168 giờ đầu vào</a:t>
            </a:r>
            <a:endParaRPr lang="en-US" sz="900" dirty="0"/>
          </a:p>
        </p:txBody>
      </p:sp>
      <p:sp>
        <p:nvSpPr>
          <p:cNvPr id="49" name="Target label"/>
          <p:cNvSpPr txBox="1"/>
          <p:nvPr/>
        </p:nvSpPr>
        <p:spPr>
          <a:xfrm>
            <a:off x="6959864" y="3447288"/>
            <a:ext cx="2549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9B0C"/>
                </a:solidFill>
              </a:rPr>
              <a:t>24h</a:t>
            </a:r>
            <a:endParaRPr lang="en-US" sz="900" dirty="0"/>
          </a:p>
        </p:txBody>
      </p:sp>
      <p:sp>
        <p:nvSpPr>
          <p:cNvPr id="50" name="Merge caption"/>
          <p:cNvSpPr txBox="1"/>
          <p:nvPr/>
        </p:nvSpPr>
        <p:spPr>
          <a:xfrm>
            <a:off x="5833872" y="373075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PV + 5 biến thời tiết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chia train/val/test 70/10/20</a:t>
            </a:r>
            <a:endParaRPr lang="en-US" sz="950" dirty="0"/>
          </a:p>
        </p:txBody>
      </p:sp>
      <p:sp>
        <p:nvSpPr>
          <p:cNvPr id="51" name="TimeXer block"/>
          <p:cNvSpPr/>
          <p:nvPr/>
        </p:nvSpPr>
        <p:spPr>
          <a:xfrm>
            <a:off x="7589520" y="1234440"/>
            <a:ext cx="1143000" cy="2880360"/>
          </a:xfrm>
          <a:prstGeom prst="roundRect">
            <a:avLst>
              <a:gd name="adj" fmla="val 6400"/>
            </a:avLst>
          </a:prstGeom>
          <a:solidFill>
            <a:srgbClr val="FFF8EC"/>
          </a:solidFill>
          <a:ln w="12700">
            <a:solidFill>
              <a:srgbClr val="E89B0C"/>
            </a:solidFill>
            <a:prstDash val="solid"/>
          </a:ln>
        </p:spPr>
      </p:sp>
      <p:sp>
        <p:nvSpPr>
          <p:cNvPr id="52" name="TimeXer head"/>
          <p:cNvSpPr txBox="1"/>
          <p:nvPr/>
        </p:nvSpPr>
        <p:spPr>
          <a:xfrm>
            <a:off x="7589520" y="130759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3"/>
                </a:solidFill>
              </a:rPr>
              <a:t>TimeXer</a:t>
            </a:r>
            <a:endParaRPr lang="en-US" sz="1300" dirty="0"/>
          </a:p>
        </p:txBody>
      </p:sp>
      <p:sp>
        <p:nvSpPr>
          <p:cNvPr id="53" name="Endo label"/>
          <p:cNvSpPr txBox="1"/>
          <p:nvPr/>
        </p:nvSpPr>
        <p:spPr>
          <a:xfrm>
            <a:off x="7589520" y="16916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Nội sinh: patch</a:t>
            </a:r>
            <a:endParaRPr lang="en-US" sz="950" dirty="0"/>
          </a:p>
        </p:txBody>
      </p:sp>
      <p:sp>
        <p:nvSpPr>
          <p:cNvPr id="54" name="Patch token 0"/>
          <p:cNvSpPr/>
          <p:nvPr/>
        </p:nvSpPr>
        <p:spPr>
          <a:xfrm>
            <a:off x="7699248" y="1920240"/>
            <a:ext cx="155448" cy="155448"/>
          </a:xfrm>
          <a:prstGeom prst="rect">
            <a:avLst/>
          </a:prstGeom>
          <a:solidFill>
            <a:srgbClr val="E89B0C"/>
          </a:solidFill>
          <a:ln/>
        </p:spPr>
      </p:sp>
      <p:sp>
        <p:nvSpPr>
          <p:cNvPr id="55" name="Patch token 1"/>
          <p:cNvSpPr/>
          <p:nvPr/>
        </p:nvSpPr>
        <p:spPr>
          <a:xfrm>
            <a:off x="7891272" y="1920240"/>
            <a:ext cx="155448" cy="155448"/>
          </a:xfrm>
          <a:prstGeom prst="rect">
            <a:avLst/>
          </a:prstGeom>
          <a:solidFill>
            <a:srgbClr val="E89B0C"/>
          </a:solidFill>
          <a:ln/>
        </p:spPr>
      </p:sp>
      <p:sp>
        <p:nvSpPr>
          <p:cNvPr id="56" name="Patch token 2"/>
          <p:cNvSpPr/>
          <p:nvPr/>
        </p:nvSpPr>
        <p:spPr>
          <a:xfrm>
            <a:off x="8083296" y="1920240"/>
            <a:ext cx="155448" cy="155448"/>
          </a:xfrm>
          <a:prstGeom prst="rect">
            <a:avLst/>
          </a:prstGeom>
          <a:solidFill>
            <a:srgbClr val="E89B0C"/>
          </a:solidFill>
          <a:ln/>
        </p:spPr>
      </p:sp>
      <p:sp>
        <p:nvSpPr>
          <p:cNvPr id="57" name="Patch token 3"/>
          <p:cNvSpPr/>
          <p:nvPr/>
        </p:nvSpPr>
        <p:spPr>
          <a:xfrm>
            <a:off x="8275320" y="1920240"/>
            <a:ext cx="155448" cy="155448"/>
          </a:xfrm>
          <a:prstGeom prst="rect">
            <a:avLst/>
          </a:prstGeom>
          <a:solidFill>
            <a:srgbClr val="E89B0C"/>
          </a:solidFill>
          <a:ln/>
        </p:spPr>
      </p:sp>
      <p:sp>
        <p:nvSpPr>
          <p:cNvPr id="58" name="Patch token 4"/>
          <p:cNvSpPr/>
          <p:nvPr/>
        </p:nvSpPr>
        <p:spPr>
          <a:xfrm>
            <a:off x="8467344" y="1920240"/>
            <a:ext cx="155448" cy="155448"/>
          </a:xfrm>
          <a:prstGeom prst="rect">
            <a:avLst/>
          </a:prstGeom>
          <a:solidFill>
            <a:srgbClr val="1B2433"/>
          </a:solidFill>
          <a:ln/>
        </p:spPr>
      </p:sp>
      <p:sp>
        <p:nvSpPr>
          <p:cNvPr id="59" name="Global label"/>
          <p:cNvSpPr txBox="1"/>
          <p:nvPr/>
        </p:nvSpPr>
        <p:spPr>
          <a:xfrm>
            <a:off x="7589520" y="211226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5568"/>
                </a:solidFill>
              </a:rPr>
              <a:t>+ token toàn cục</a:t>
            </a:r>
            <a:endParaRPr lang="en-US" sz="850" dirty="0"/>
          </a:p>
        </p:txBody>
      </p:sp>
      <p:sp>
        <p:nvSpPr>
          <p:cNvPr id="60" name="Exo label"/>
          <p:cNvSpPr txBox="1"/>
          <p:nvPr/>
        </p:nvSpPr>
        <p:spPr>
          <a:xfrm>
            <a:off x="758952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Ngoại sinh: biến</a:t>
            </a:r>
            <a:endParaRPr lang="en-US" sz="950" dirty="0"/>
          </a:p>
        </p:txBody>
      </p:sp>
      <p:sp>
        <p:nvSpPr>
          <p:cNvPr id="61" name="Variate token 0"/>
          <p:cNvSpPr/>
          <p:nvPr/>
        </p:nvSpPr>
        <p:spPr>
          <a:xfrm>
            <a:off x="7699248" y="2651760"/>
            <a:ext cx="155448" cy="15544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2" name="Variate token 1"/>
          <p:cNvSpPr/>
          <p:nvPr/>
        </p:nvSpPr>
        <p:spPr>
          <a:xfrm>
            <a:off x="7891272" y="2651760"/>
            <a:ext cx="155448" cy="15544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Variate token 2"/>
          <p:cNvSpPr/>
          <p:nvPr/>
        </p:nvSpPr>
        <p:spPr>
          <a:xfrm>
            <a:off x="8083296" y="2651760"/>
            <a:ext cx="155448" cy="15544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4" name="Variate token 3"/>
          <p:cNvSpPr/>
          <p:nvPr/>
        </p:nvSpPr>
        <p:spPr>
          <a:xfrm>
            <a:off x="8275320" y="2651760"/>
            <a:ext cx="155448" cy="15544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5" name="Variate token 4"/>
          <p:cNvSpPr/>
          <p:nvPr/>
        </p:nvSpPr>
        <p:spPr>
          <a:xfrm>
            <a:off x="8467344" y="2651760"/>
            <a:ext cx="155448" cy="15544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6" name="Model arrow"/>
          <p:cNvSpPr/>
          <p:nvPr/>
        </p:nvSpPr>
        <p:spPr>
          <a:xfrm>
            <a:off x="8161020" y="2926080"/>
            <a:ext cx="0" cy="274320"/>
          </a:xfrm>
          <a:prstGeom prst="line">
            <a:avLst/>
          </a:prstGeom>
          <a:noFill/>
          <a:ln w="15875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67" name="Forecast label"/>
          <p:cNvSpPr txBox="1"/>
          <p:nvPr/>
        </p:nvSpPr>
        <p:spPr>
          <a:xfrm>
            <a:off x="7589520" y="324612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433"/>
                </a:solidFill>
              </a:rPr>
              <a:t>Dự báo 24 giờ tới</a:t>
            </a:r>
            <a:endParaRPr lang="en-US" sz="950" dirty="0"/>
          </a:p>
        </p:txBody>
      </p:sp>
      <p:graphicFrame>
        <p:nvGraphicFramePr>
          <p:cNvPr id="68" name="Forecast spark" descr=""/>
          <p:cNvGraphicFramePr/>
          <p:nvPr/>
        </p:nvGraphicFramePr>
        <p:xfrm>
          <a:off x="7699248" y="3474720"/>
          <a:ext cx="923544" cy="457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9" name="Arrow 0"/>
          <p:cNvSpPr/>
          <p:nvPr/>
        </p:nvSpPr>
        <p:spPr>
          <a:xfrm>
            <a:off x="1901952" y="1897380"/>
            <a:ext cx="265176" cy="0"/>
          </a:xfrm>
          <a:prstGeom prst="line">
            <a:avLst/>
          </a:prstGeom>
          <a:noFill/>
          <a:ln w="15875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70" name="Arrow 1"/>
          <p:cNvSpPr/>
          <p:nvPr/>
        </p:nvSpPr>
        <p:spPr>
          <a:xfrm>
            <a:off x="3685032" y="1897380"/>
            <a:ext cx="265176" cy="0"/>
          </a:xfrm>
          <a:prstGeom prst="line">
            <a:avLst/>
          </a:prstGeom>
          <a:noFill/>
          <a:ln w="15875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71" name="Arrow 2"/>
          <p:cNvSpPr/>
          <p:nvPr/>
        </p:nvSpPr>
        <p:spPr>
          <a:xfrm>
            <a:off x="5468112" y="1897380"/>
            <a:ext cx="265176" cy="0"/>
          </a:xfrm>
          <a:prstGeom prst="line">
            <a:avLst/>
          </a:prstGeom>
          <a:noFill/>
          <a:ln w="15875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72" name="Arrow 3"/>
          <p:cNvSpPr/>
          <p:nvPr/>
        </p:nvSpPr>
        <p:spPr>
          <a:xfrm>
            <a:off x="1901952" y="3451860"/>
            <a:ext cx="265176" cy="0"/>
          </a:xfrm>
          <a:prstGeom prst="line">
            <a:avLst/>
          </a:prstGeom>
          <a:noFill/>
          <a:ln w="15875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73" name="Arrow 4"/>
          <p:cNvSpPr/>
          <p:nvPr/>
        </p:nvSpPr>
        <p:spPr>
          <a:xfrm>
            <a:off x="3685032" y="3451860"/>
            <a:ext cx="265176" cy="0"/>
          </a:xfrm>
          <a:prstGeom prst="line">
            <a:avLst/>
          </a:prstGeom>
          <a:noFill/>
          <a:ln w="15875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74" name="Arrow 5"/>
          <p:cNvSpPr/>
          <p:nvPr/>
        </p:nvSpPr>
        <p:spPr>
          <a:xfrm>
            <a:off x="5468112" y="3451860"/>
            <a:ext cx="265176" cy="0"/>
          </a:xfrm>
          <a:prstGeom prst="line">
            <a:avLst/>
          </a:prstGeom>
          <a:noFill/>
          <a:ln w="15875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75" name="Arrow model"/>
          <p:cNvSpPr/>
          <p:nvPr/>
        </p:nvSpPr>
        <p:spPr>
          <a:xfrm>
            <a:off x="7296912" y="2674620"/>
            <a:ext cx="265176" cy="0"/>
          </a:xfrm>
          <a:prstGeom prst="line">
            <a:avLst/>
          </a:prstGeom>
          <a:noFill/>
          <a:ln w="15875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76" name="Text 0"/>
          <p:cNvSpPr/>
          <p:nvPr>
            <p:ph idx="101" type="body" hasCustomPrompt="1"/>
          </p:nvPr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A5568"/>
                </a:solidFill>
              </a:rPr>
              <a:t>Hình 1. </a:t>
            </a:r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Luồng dữ liệu. Nhánh trên (cam): sản lượng PV từ inverter, là biến cần dự báo. Nhánh dưới (xanh): thời tiết, là biến hỗ trợ. Hai nhánh ghép theo giờ, cắt thành cửa sổ 168 giờ → 24 giờ cho TimeXer.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Minh họa từng bước xử lý</a:t>
            </a:r>
            <a:endParaRPr lang="en-US" sz="2600" dirty="0"/>
          </a:p>
        </p:txBody>
      </p:sp>
      <p:sp>
        <p:nvSpPr>
          <p:cNvPr id="3" name="Panel (a) title"/>
          <p:cNvSpPr txBox="1"/>
          <p:nvPr/>
        </p:nvSpPr>
        <p:spPr>
          <a:xfrm>
            <a:off x="365760" y="8686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(a) </a:t>
            </a:r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Làm sạch log 5 phút</a:t>
            </a:r>
            <a:endParaRPr lang="en-US" sz="1200" dirty="0"/>
          </a:p>
        </p:txBody>
      </p:sp>
      <p:sp>
        <p:nvSpPr>
          <p:cNvPr id="4" name="Panel (a) legend text 0"/>
          <p:cNvSpPr txBox="1"/>
          <p:nvPr/>
        </p:nvSpPr>
        <p:spPr>
          <a:xfrm>
            <a:off x="4047134" y="886968"/>
            <a:ext cx="4334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giữ lại</a:t>
            </a:r>
            <a:endParaRPr lang="en-US" sz="950" dirty="0"/>
          </a:p>
        </p:txBody>
      </p:sp>
      <p:sp>
        <p:nvSpPr>
          <p:cNvPr id="5" name="Panel (a) legend line 0"/>
          <p:cNvSpPr/>
          <p:nvPr/>
        </p:nvSpPr>
        <p:spPr>
          <a:xfrm>
            <a:off x="3791102" y="978408"/>
            <a:ext cx="219456" cy="0"/>
          </a:xfrm>
          <a:prstGeom prst="line">
            <a:avLst/>
          </a:prstGeom>
          <a:noFill/>
          <a:ln w="25400">
            <a:solidFill>
              <a:srgbClr val="E89B0C"/>
            </a:solidFill>
            <a:prstDash val="solid"/>
          </a:ln>
        </p:spPr>
      </p:sp>
      <p:sp>
        <p:nvSpPr>
          <p:cNvPr id="6" name="Panel (a) legend text 1"/>
          <p:cNvSpPr txBox="1"/>
          <p:nvPr/>
        </p:nvSpPr>
        <p:spPr>
          <a:xfrm>
            <a:off x="2937053" y="886968"/>
            <a:ext cx="7168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điểm bị loại</a:t>
            </a:r>
            <a:endParaRPr lang="en-US" sz="950" dirty="0"/>
          </a:p>
        </p:txBody>
      </p:sp>
      <p:sp>
        <p:nvSpPr>
          <p:cNvPr id="7" name="Panel (a) legend line 1"/>
          <p:cNvSpPr/>
          <p:nvPr/>
        </p:nvSpPr>
        <p:spPr>
          <a:xfrm>
            <a:off x="2681021" y="978408"/>
            <a:ext cx="219456" cy="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graphicFrame>
        <p:nvGraphicFramePr>
          <p:cNvPr id="8" name="Panel a chart" descr=""/>
          <p:cNvGraphicFramePr/>
          <p:nvPr/>
        </p:nvGraphicFramePr>
        <p:xfrm>
          <a:off x="365760" y="1124712"/>
          <a:ext cx="41148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Gap note"/>
          <p:cNvSpPr txBox="1"/>
          <p:nvPr/>
        </p:nvSpPr>
        <p:spPr>
          <a:xfrm>
            <a:off x="2268878" y="1335463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6F51"/>
                </a:solidFill>
              </a:rPr>
              <a:t>mất tín hiệu</a:t>
            </a:r>
            <a:endParaRPr lang="en-US" sz="900" dirty="0"/>
          </a:p>
        </p:txBody>
      </p:sp>
      <p:sp>
        <p:nvSpPr>
          <p:cNvPr id="10" name="Gap arrow"/>
          <p:cNvSpPr/>
          <p:nvPr/>
        </p:nvSpPr>
        <p:spPr>
          <a:xfrm>
            <a:off x="2726078" y="1475787"/>
            <a:ext cx="0" cy="211830"/>
          </a:xfrm>
          <a:prstGeom prst="line">
            <a:avLst/>
          </a:prstGeom>
          <a:noFill/>
          <a:ln w="12700">
            <a:solidFill>
              <a:srgbClr val="E76F51"/>
            </a:solidFill>
            <a:prstDash val="solid"/>
            <a:tailEnd type="triangle"/>
          </a:ln>
        </p:spPr>
      </p:sp>
      <p:sp>
        <p:nvSpPr>
          <p:cNvPr id="11" name="Spike note"/>
          <p:cNvSpPr txBox="1"/>
          <p:nvPr/>
        </p:nvSpPr>
        <p:spPr>
          <a:xfrm>
            <a:off x="2640993" y="1188811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76F51"/>
                </a:solidFill>
              </a:rPr>
              <a:t>spike 21,5 kW (vượt khung)</a:t>
            </a:r>
            <a:endParaRPr lang="en-US" sz="900" dirty="0"/>
          </a:p>
        </p:txBody>
      </p:sp>
      <p:sp>
        <p:nvSpPr>
          <p:cNvPr id="12" name="Panel (b) title"/>
          <p:cNvSpPr txBox="1"/>
          <p:nvPr/>
        </p:nvSpPr>
        <p:spPr>
          <a:xfrm>
            <a:off x="4663440" y="8686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(b) </a:t>
            </a:r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Gộp 1 giờ, lấp chỗ trống</a:t>
            </a:r>
            <a:endParaRPr lang="en-US" sz="1200" dirty="0"/>
          </a:p>
        </p:txBody>
      </p:sp>
      <p:sp>
        <p:nvSpPr>
          <p:cNvPr id="13" name="Panel (b) legend text 0"/>
          <p:cNvSpPr txBox="1"/>
          <p:nvPr/>
        </p:nvSpPr>
        <p:spPr>
          <a:xfrm>
            <a:off x="8231429" y="886968"/>
            <a:ext cx="5468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ước lượng</a:t>
            </a:r>
            <a:endParaRPr lang="en-US" sz="950" dirty="0"/>
          </a:p>
        </p:txBody>
      </p:sp>
      <p:sp>
        <p:nvSpPr>
          <p:cNvPr id="14" name="Panel (b) legend line 0"/>
          <p:cNvSpPr/>
          <p:nvPr/>
        </p:nvSpPr>
        <p:spPr>
          <a:xfrm>
            <a:off x="7975397" y="978408"/>
            <a:ext cx="219456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dash"/>
          </a:ln>
        </p:spPr>
      </p:sp>
      <p:sp>
        <p:nvSpPr>
          <p:cNvPr id="15" name="Panel (b) legend text 1"/>
          <p:cNvSpPr txBox="1"/>
          <p:nvPr/>
        </p:nvSpPr>
        <p:spPr>
          <a:xfrm>
            <a:off x="7404811" y="886968"/>
            <a:ext cx="4334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đo được</a:t>
            </a:r>
            <a:endParaRPr lang="en-US" sz="950" dirty="0"/>
          </a:p>
        </p:txBody>
      </p:sp>
      <p:sp>
        <p:nvSpPr>
          <p:cNvPr id="16" name="Panel (b) legend line 1"/>
          <p:cNvSpPr/>
          <p:nvPr/>
        </p:nvSpPr>
        <p:spPr>
          <a:xfrm>
            <a:off x="7148779" y="978408"/>
            <a:ext cx="219456" cy="0"/>
          </a:xfrm>
          <a:prstGeom prst="line">
            <a:avLst/>
          </a:prstGeom>
          <a:noFill/>
          <a:ln w="25400">
            <a:solidFill>
              <a:srgbClr val="E89B0C"/>
            </a:solidFill>
            <a:prstDash val="solid"/>
          </a:ln>
        </p:spPr>
      </p:sp>
      <p:graphicFrame>
        <p:nvGraphicFramePr>
          <p:cNvPr id="17" name="Panel b chart" descr=""/>
          <p:cNvGraphicFramePr/>
          <p:nvPr/>
        </p:nvGraphicFramePr>
        <p:xfrm>
          <a:off x="4663440" y="1124712"/>
          <a:ext cx="41148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Outage band"/>
          <p:cNvSpPr/>
          <p:nvPr/>
        </p:nvSpPr>
        <p:spPr>
          <a:xfrm>
            <a:off x="6447823" y="1198778"/>
            <a:ext cx="1103736" cy="977676"/>
          </a:xfrm>
          <a:prstGeom prst="rect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19" name="Outage note"/>
          <p:cNvSpPr txBox="1"/>
          <p:nvPr/>
        </p:nvSpPr>
        <p:spPr>
          <a:xfrm>
            <a:off x="6268171" y="1185553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9D8F"/>
                </a:solidFill>
              </a:rPr>
              <a:t>inverter mất kết nối</a:t>
            </a:r>
            <a:endParaRPr lang="en-US" sz="900" dirty="0"/>
          </a:p>
        </p:txBody>
      </p:sp>
      <p:sp>
        <p:nvSpPr>
          <p:cNvPr id="20" name="Panel (c) title"/>
          <p:cNvSpPr txBox="1"/>
          <p:nvPr/>
        </p:nvSpPr>
        <p:spPr>
          <a:xfrm>
            <a:off x="365760" y="2697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(c) </a:t>
            </a:r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Dịch thời tiết +24 giờ</a:t>
            </a:r>
            <a:endParaRPr lang="en-US" sz="1200" dirty="0"/>
          </a:p>
        </p:txBody>
      </p:sp>
      <p:sp>
        <p:nvSpPr>
          <p:cNvPr id="21" name="Panel (c) legend text 0"/>
          <p:cNvSpPr txBox="1"/>
          <p:nvPr/>
        </p:nvSpPr>
        <p:spPr>
          <a:xfrm>
            <a:off x="3763670" y="2715768"/>
            <a:ext cx="7168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sau khi dịch</a:t>
            </a:r>
            <a:endParaRPr lang="en-US" sz="950" dirty="0"/>
          </a:p>
        </p:txBody>
      </p:sp>
      <p:sp>
        <p:nvSpPr>
          <p:cNvPr id="22" name="Panel (c) legend line 0"/>
          <p:cNvSpPr/>
          <p:nvPr/>
        </p:nvSpPr>
        <p:spPr>
          <a:xfrm>
            <a:off x="3507638" y="2807208"/>
            <a:ext cx="219456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dash"/>
          </a:ln>
        </p:spPr>
      </p:sp>
      <p:sp>
        <p:nvSpPr>
          <p:cNvPr id="23" name="Panel (c) legend text 1"/>
          <p:cNvSpPr txBox="1"/>
          <p:nvPr/>
        </p:nvSpPr>
        <p:spPr>
          <a:xfrm>
            <a:off x="2766974" y="2715768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bức xạ gốc</a:t>
            </a:r>
            <a:endParaRPr lang="en-US" sz="950" dirty="0"/>
          </a:p>
        </p:txBody>
      </p:sp>
      <p:sp>
        <p:nvSpPr>
          <p:cNvPr id="24" name="Panel (c) legend line 1"/>
          <p:cNvSpPr/>
          <p:nvPr/>
        </p:nvSpPr>
        <p:spPr>
          <a:xfrm>
            <a:off x="2510942" y="2807208"/>
            <a:ext cx="219456" cy="0"/>
          </a:xfrm>
          <a:prstGeom prst="line">
            <a:avLst/>
          </a:prstGeom>
          <a:noFill/>
          <a:ln w="25400">
            <a:solidFill>
              <a:srgbClr val="9AA5B1"/>
            </a:solidFill>
            <a:prstDash val="solid"/>
          </a:ln>
        </p:spPr>
      </p:sp>
      <p:graphicFrame>
        <p:nvGraphicFramePr>
          <p:cNvPr id="25" name="Panel c chart" descr=""/>
          <p:cNvGraphicFramePr/>
          <p:nvPr/>
        </p:nvGraphicFramePr>
        <p:xfrm>
          <a:off x="365760" y="2953512"/>
          <a:ext cx="41148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Shift arrow"/>
          <p:cNvSpPr/>
          <p:nvPr/>
        </p:nvSpPr>
        <p:spPr>
          <a:xfrm>
            <a:off x="2171129" y="3353471"/>
            <a:ext cx="874395" cy="0"/>
          </a:xfrm>
          <a:prstGeom prst="line">
            <a:avLst/>
          </a:prstGeom>
          <a:noFill/>
          <a:ln w="15875">
            <a:solidFill>
              <a:srgbClr val="2A9D8F"/>
            </a:solidFill>
            <a:prstDash val="solid"/>
            <a:headEnd type="triangle"/>
          </a:ln>
        </p:spPr>
      </p:sp>
      <p:sp>
        <p:nvSpPr>
          <p:cNvPr id="27" name="Shift note"/>
          <p:cNvSpPr txBox="1"/>
          <p:nvPr/>
        </p:nvSpPr>
        <p:spPr>
          <a:xfrm>
            <a:off x="2346008" y="3017611"/>
            <a:ext cx="13115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9D8F"/>
                </a:solidFill>
              </a:rPr>
              <a:t>ngày mây hiện sớm 24 giờ</a:t>
            </a:r>
            <a:endParaRPr lang="en-US" sz="900" dirty="0"/>
          </a:p>
        </p:txBody>
      </p:sp>
      <p:sp>
        <p:nvSpPr>
          <p:cNvPr id="28" name="Panel (d) title"/>
          <p:cNvSpPr txBox="1"/>
          <p:nvPr/>
        </p:nvSpPr>
        <p:spPr>
          <a:xfrm>
            <a:off x="4663440" y="2697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(d) </a:t>
            </a:r>
            <a:pPr indent="0" marL="0">
              <a:buNone/>
            </a:pPr>
            <a:r>
              <a:rPr lang="en-US" sz="1200" b="1" dirty="0">
                <a:solidFill>
                  <a:srgbClr val="1B2433"/>
                </a:solidFill>
              </a:rPr>
              <a:t>Một mẫu cho TimeXer</a:t>
            </a:r>
            <a:endParaRPr lang="en-US" sz="1200" dirty="0"/>
          </a:p>
        </p:txBody>
      </p:sp>
      <p:sp>
        <p:nvSpPr>
          <p:cNvPr id="29" name="Panel (d) legend text 0"/>
          <p:cNvSpPr txBox="1"/>
          <p:nvPr/>
        </p:nvSpPr>
        <p:spPr>
          <a:xfrm>
            <a:off x="8174736" y="2715768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cần dự báo</a:t>
            </a:r>
            <a:endParaRPr lang="en-US" sz="950" dirty="0"/>
          </a:p>
        </p:txBody>
      </p:sp>
      <p:sp>
        <p:nvSpPr>
          <p:cNvPr id="30" name="Panel (d) legend line 0"/>
          <p:cNvSpPr/>
          <p:nvPr/>
        </p:nvSpPr>
        <p:spPr>
          <a:xfrm>
            <a:off x="7918704" y="2807208"/>
            <a:ext cx="219456" cy="0"/>
          </a:xfrm>
          <a:prstGeom prst="line">
            <a:avLst/>
          </a:prstGeom>
          <a:noFill/>
          <a:ln w="25400">
            <a:solidFill>
              <a:srgbClr val="E89B0C"/>
            </a:solidFill>
            <a:prstDash val="solid"/>
          </a:ln>
        </p:spPr>
      </p:sp>
      <p:sp>
        <p:nvSpPr>
          <p:cNvPr id="31" name="Panel (d) legend text 1"/>
          <p:cNvSpPr txBox="1"/>
          <p:nvPr/>
        </p:nvSpPr>
        <p:spPr>
          <a:xfrm>
            <a:off x="7348118" y="2715768"/>
            <a:ext cx="4334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đầu vào</a:t>
            </a:r>
            <a:endParaRPr lang="en-US" sz="950" dirty="0"/>
          </a:p>
        </p:txBody>
      </p:sp>
      <p:sp>
        <p:nvSpPr>
          <p:cNvPr id="32" name="Panel (d) legend line 1"/>
          <p:cNvSpPr/>
          <p:nvPr/>
        </p:nvSpPr>
        <p:spPr>
          <a:xfrm>
            <a:off x="7092086" y="2807208"/>
            <a:ext cx="219456" cy="0"/>
          </a:xfrm>
          <a:prstGeom prst="line">
            <a:avLst/>
          </a:prstGeom>
          <a:noFill/>
          <a:ln w="25400">
            <a:solidFill>
              <a:srgbClr val="4A5568"/>
            </a:solidFill>
            <a:prstDash val="solid"/>
          </a:ln>
        </p:spPr>
      </p:sp>
      <p:sp>
        <p:nvSpPr>
          <p:cNvPr id="33" name="Input band"/>
          <p:cNvSpPr/>
          <p:nvPr/>
        </p:nvSpPr>
        <p:spPr>
          <a:xfrm>
            <a:off x="5157216" y="3027578"/>
            <a:ext cx="3060383" cy="977676"/>
          </a:xfrm>
          <a:prstGeom prst="rect">
            <a:avLst/>
          </a:prstGeom>
          <a:solidFill>
            <a:srgbClr val="4A5568">
              <a:alpha val="10000"/>
            </a:srgbClr>
          </a:solidFill>
          <a:ln/>
        </p:spPr>
      </p:sp>
      <p:sp>
        <p:nvSpPr>
          <p:cNvPr id="34" name="Target band"/>
          <p:cNvSpPr/>
          <p:nvPr/>
        </p:nvSpPr>
        <p:spPr>
          <a:xfrm>
            <a:off x="8217599" y="3027578"/>
            <a:ext cx="437198" cy="977676"/>
          </a:xfrm>
          <a:prstGeom prst="rect">
            <a:avLst/>
          </a:prstGeom>
          <a:solidFill>
            <a:srgbClr val="E89B0C">
              <a:alpha val="18000"/>
            </a:srgbClr>
          </a:solidFill>
          <a:ln/>
        </p:spPr>
      </p:sp>
      <p:graphicFrame>
        <p:nvGraphicFramePr>
          <p:cNvPr id="35" name="Panel d chart" descr=""/>
          <p:cNvGraphicFramePr/>
          <p:nvPr/>
        </p:nvGraphicFramePr>
        <p:xfrm>
          <a:off x="4663440" y="2953512"/>
          <a:ext cx="41148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6" name="t line"/>
          <p:cNvSpPr/>
          <p:nvPr/>
        </p:nvSpPr>
        <p:spPr>
          <a:xfrm>
            <a:off x="8217599" y="3027578"/>
            <a:ext cx="0" cy="977676"/>
          </a:xfrm>
          <a:prstGeom prst="line">
            <a:avLst/>
          </a:prstGeom>
          <a:noFill/>
          <a:ln w="12700">
            <a:solidFill>
              <a:srgbClr val="1B2433"/>
            </a:solidFill>
            <a:prstDash val="dash"/>
          </a:ln>
        </p:spPr>
      </p:sp>
      <p:sp>
        <p:nvSpPr>
          <p:cNvPr id="37" name="Input note"/>
          <p:cNvSpPr txBox="1"/>
          <p:nvPr/>
        </p:nvSpPr>
        <p:spPr>
          <a:xfrm>
            <a:off x="5157216" y="3055010"/>
            <a:ext cx="30603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5568"/>
                </a:solidFill>
              </a:rPr>
              <a:t>168 giờ đầu vào</a:t>
            </a:r>
            <a:endParaRPr lang="en-US" sz="900" dirty="0"/>
          </a:p>
        </p:txBody>
      </p:sp>
      <p:sp>
        <p:nvSpPr>
          <p:cNvPr id="38" name="Target note"/>
          <p:cNvSpPr txBox="1"/>
          <p:nvPr/>
        </p:nvSpPr>
        <p:spPr>
          <a:xfrm>
            <a:off x="8217599" y="3055010"/>
            <a:ext cx="4371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9B0C"/>
                </a:solidFill>
              </a:rPr>
              <a:t>24h</a:t>
            </a:r>
            <a:endParaRPr lang="en-US" sz="900" dirty="0"/>
          </a:p>
        </p:txBody>
      </p:sp>
      <p:sp>
        <p:nvSpPr>
          <p:cNvPr id="39" name="Text 0"/>
          <p:cNvSpPr/>
          <p:nvPr>
            <p:ph idx="101" type="body" hasCustomPrompt="1"/>
          </p:nvPr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A5568"/>
                </a:solidFill>
              </a:rPr>
              <a:t>Hình 2. </a:t>
            </a:r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(a) Lọc điểm lỗi trong log inverter. (b) Gộp theo giờ; khoảng trống dài được ước lượng từ bức xạ. (c) Cột thời tiết dời sớm 24 giờ, nên mỗi dòng chứa thời tiết của ngày mai. (d) Mỗi mẫu: 168 giờ đầu vào → 24 giờ cần dự báo. Dữ liệu mock.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Luồng thu thập và xử lý dữ liệu điện mặt trời</dc:title>
  <dc:subject>PptxGenJS Presentation</dc:subject>
  <dc:creator>PptxGenJS</dc:creator>
  <cp:lastModifiedBy>PptxGenJS</cp:lastModifiedBy>
  <cp:revision>1</cp:revision>
  <dcterms:created xsi:type="dcterms:W3CDTF">2026-10-03T03:12:40Z</dcterms:created>
  <dcterms:modified xsi:type="dcterms:W3CDTF">2026-10-03T03:12:40Z</dcterms:modified>
</cp:coreProperties>
</file>
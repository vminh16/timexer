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963d2ac3-bdc7-16c8-cf5d-9f27a5d7e38a}">
          <p14:sldIdLst>
            <p14:sldId id="256"/>
          </p14:sldIdLst>
        </p14:section>
        <p14:section name="Luồng dữ liệu" id="{886d77b4-fbf0-d713-9e4e-ace1198648d1}">
          <p14:sldIdLst>
            <p14:sldId id="257"/>
            <p14:sldId id="258"/>
            <p14:sldId id="259"/>
          </p14:sldIdLst>
        </p14:section>
        <p14:section name="Xử lý" id="{abe1c8fb-d2e6-ad45-842b-94cf76cd1abc}">
          <p14:sldIdLst>
            <p14:sldId id="260"/>
            <p14:sldId id="261"/>
            <p14:sldId id="262"/>
          </p14:sldIdLst>
        </p14:section>
        <p14:section name="Đầu ra" id="{ceb98b7c-7f35-89cf-8777-4c15b8124642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Sản lượng PV (kWh mỗi giờ)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solidFill>
              <a:srgbClr val="F2A516"/>
            </a:solidFill>
            <a:ln w="19050" cap="flat">
              <a:solidFill>
                <a:srgbClr val="F2A5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516"/>
              </a:solidFill>
              <a:ln w="9525" cap="flat">
                <a:solidFill>
                  <a:srgbClr val="F2A5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Sheet1!$A$2:$A$169</c:f>
              <c:multiLvlStrCache>
                <c:ptCount val="168"/>
                <c:lvl>
                  <c:pt idx="0">
                    <c:v>15/03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16/03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17/03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18/03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>19/03</c:v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20/03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>21/03</c:v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</c:lvl>
              </c:multiLvlStrCache>
            </c:multiLvlStrRef>
          </c:cat>
          <c:val>
            <c:numRef>
              <c:f>Sheet1!$B$2:$B$169</c:f>
              <c:numCache>
                <c:formatCode>General</c:formatCode>
                <c:ptCount val="1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0.76</c:v>
                </c:pt>
                <c:pt idx="8">
                  <c:v>1.84</c:v>
                </c:pt>
                <c:pt idx="9">
                  <c:v>2.77</c:v>
                </c:pt>
                <c:pt idx="10">
                  <c:v>3.54</c:v>
                </c:pt>
                <c:pt idx="11">
                  <c:v>3.94</c:v>
                </c:pt>
                <c:pt idx="12">
                  <c:v>3.99</c:v>
                </c:pt>
                <c:pt idx="13">
                  <c:v>3.85</c:v>
                </c:pt>
                <c:pt idx="14">
                  <c:v>3.41</c:v>
                </c:pt>
                <c:pt idx="15">
                  <c:v>2.64</c:v>
                </c:pt>
                <c:pt idx="16">
                  <c:v>1.63</c:v>
                </c:pt>
                <c:pt idx="17">
                  <c:v>0.57</c:v>
                </c:pt>
                <c:pt idx="18">
                  <c:v>0.04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0.8</c:v>
                </c:pt>
                <c:pt idx="32">
                  <c:v>1.84</c:v>
                </c:pt>
                <c:pt idx="33">
                  <c:v>2.82</c:v>
                </c:pt>
                <c:pt idx="34">
                  <c:v>3.49</c:v>
                </c:pt>
                <c:pt idx="35">
                  <c:v>3.89</c:v>
                </c:pt>
                <c:pt idx="36">
                  <c:v>3.91</c:v>
                </c:pt>
                <c:pt idx="37">
                  <c:v>3.58</c:v>
                </c:pt>
                <c:pt idx="38">
                  <c:v>3</c:v>
                </c:pt>
                <c:pt idx="39">
                  <c:v>2.15</c:v>
                </c:pt>
                <c:pt idx="40">
                  <c:v>1.14</c:v>
                </c:pt>
                <c:pt idx="41">
                  <c:v>0.45</c:v>
                </c:pt>
                <c:pt idx="42">
                  <c:v>0.03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0.8</c:v>
                </c:pt>
                <c:pt idx="56">
                  <c:v>1.7</c:v>
                </c:pt>
                <c:pt idx="57">
                  <c:v>2.57</c:v>
                </c:pt>
                <c:pt idx="58">
                  <c:v>3.41</c:v>
                </c:pt>
                <c:pt idx="59">
                  <c:v>3.77</c:v>
                </c:pt>
                <c:pt idx="60">
                  <c:v>3.77</c:v>
                </c:pt>
                <c:pt idx="61">
                  <c:v>3.69</c:v>
                </c:pt>
                <c:pt idx="62">
                  <c:v>2.87</c:v>
                </c:pt>
                <c:pt idx="63">
                  <c:v>1.81</c:v>
                </c:pt>
                <c:pt idx="64">
                  <c:v>1.16</c:v>
                </c:pt>
                <c:pt idx="65">
                  <c:v>0.51</c:v>
                </c:pt>
                <c:pt idx="66">
                  <c:v>0.03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0.77</c:v>
                </c:pt>
                <c:pt idx="80">
                  <c:v>1.26</c:v>
                </c:pt>
                <c:pt idx="81">
                  <c:v>1.15</c:v>
                </c:pt>
                <c:pt idx="82">
                  <c:v>1.21</c:v>
                </c:pt>
                <c:pt idx="83">
                  <c:v>1.5</c:v>
                </c:pt>
                <c:pt idx="84">
                  <c:v>1.45</c:v>
                </c:pt>
                <c:pt idx="85">
                  <c:v>1.25</c:v>
                </c:pt>
                <c:pt idx="86">
                  <c:v>1.31</c:v>
                </c:pt>
                <c:pt idx="87">
                  <c:v>1.26</c:v>
                </c:pt>
                <c:pt idx="88">
                  <c:v>0.66</c:v>
                </c:pt>
                <c:pt idx="89">
                  <c:v>0.15</c:v>
                </c:pt>
                <c:pt idx="90">
                  <c:v>0.02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0.29</c:v>
                </c:pt>
                <c:pt idx="104">
                  <c:v>0.84</c:v>
                </c:pt>
                <c:pt idx="105">
                  <c:v>1.11</c:v>
                </c:pt>
                <c:pt idx="106">
                  <c:v>0.93</c:v>
                </c:pt>
                <c:pt idx="107">
                  <c:v>1.01</c:v>
                </c:pt>
                <c:pt idx="108">
                  <c:v>1.08</c:v>
                </c:pt>
                <c:pt idx="109">
                  <c:v>1.34</c:v>
                </c:pt>
                <c:pt idx="110">
                  <c:v>1.47</c:v>
                </c:pt>
                <c:pt idx="111">
                  <c:v>1.21</c:v>
                </c:pt>
                <c:pt idx="112">
                  <c:v>0.8</c:v>
                </c:pt>
                <c:pt idx="113">
                  <c:v>0.24</c:v>
                </c:pt>
                <c:pt idx="114">
                  <c:v>0.02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0.79</c:v>
                </c:pt>
                <c:pt idx="128">
                  <c:v>1.74</c:v>
                </c:pt>
                <c:pt idx="129">
                  <c:v>2.38</c:v>
                </c:pt>
                <c:pt idx="130">
                  <c:v>3.06</c:v>
                </c:pt>
                <c:pt idx="131">
                  <c:v>3.61</c:v>
                </c:pt>
                <c:pt idx="132">
                  <c:v>3.31</c:v>
                </c:pt>
                <c:pt idx="133">
                  <c:v>2.67</c:v>
                </c:pt>
                <c:pt idx="134">
                  <c:v>2.36</c:v>
                </c:pt>
                <c:pt idx="135">
                  <c:v>1.88</c:v>
                </c:pt>
                <c:pt idx="136">
                  <c:v>0.89</c:v>
                </c:pt>
                <c:pt idx="137">
                  <c:v>0.33</c:v>
                </c:pt>
                <c:pt idx="138">
                  <c:v>0.03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0.84</c:v>
                </c:pt>
                <c:pt idx="152">
                  <c:v>1.86</c:v>
                </c:pt>
                <c:pt idx="153">
                  <c:v>2.76</c:v>
                </c:pt>
                <c:pt idx="154">
                  <c:v>3.44</c:v>
                </c:pt>
                <c:pt idx="155">
                  <c:v>3.82</c:v>
                </c:pt>
                <c:pt idx="156">
                  <c:v>3.9</c:v>
                </c:pt>
                <c:pt idx="157">
                  <c:v>3.67</c:v>
                </c:pt>
                <c:pt idx="158">
                  <c:v>3.1</c:v>
                </c:pt>
                <c:pt idx="159">
                  <c:v>2.46</c:v>
                </c:pt>
                <c:pt idx="160">
                  <c:v>1.56</c:v>
                </c:pt>
                <c:pt idx="161">
                  <c:v>0.55</c:v>
                </c:pt>
                <c:pt idx="162">
                  <c:v>0.04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Bức xạ GHI (W/m²)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GHI</c:v>
                </c:pt>
              </c:strCache>
            </c:strRef>
          </c:tx>
          <c:spPr>
            <a:solidFill>
              <a:srgbClr val="2A9D8F"/>
            </a:solidFill>
            <a:ln w="190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Sheet1!$A$2:$A$169</c:f>
              <c:multiLvlStrCache>
                <c:ptCount val="168"/>
                <c:lvl>
                  <c:pt idx="0">
                    <c:v>15/03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16/03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17/03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>18/03</c:v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>19/03</c:v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20/03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>21/03</c:v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</c:lvl>
              </c:multiLvlStrCache>
            </c:multiLvlStrRef>
          </c:cat>
          <c:val>
            <c:numRef>
              <c:f>Sheet1!$B$2:$B$169</c:f>
              <c:numCache>
                <c:formatCode>General</c:formatCode>
                <c:ptCount val="1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27</c:v>
                </c:pt>
                <c:pt idx="7">
                  <c:v>171</c:v>
                </c:pt>
                <c:pt idx="8">
                  <c:v>410</c:v>
                </c:pt>
                <c:pt idx="9">
                  <c:v>635</c:v>
                </c:pt>
                <c:pt idx="10">
                  <c:v>811</c:v>
                </c:pt>
                <c:pt idx="11">
                  <c:v>930</c:v>
                </c:pt>
                <c:pt idx="12">
                  <c:v>972</c:v>
                </c:pt>
                <c:pt idx="13">
                  <c:v>934</c:v>
                </c:pt>
                <c:pt idx="14">
                  <c:v>822</c:v>
                </c:pt>
                <c:pt idx="15">
                  <c:v>649</c:v>
                </c:pt>
                <c:pt idx="16">
                  <c:v>423</c:v>
                </c:pt>
                <c:pt idx="17">
                  <c:v>177</c:v>
                </c:pt>
                <c:pt idx="18">
                  <c:v>30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23</c:v>
                </c:pt>
                <c:pt idx="31">
                  <c:v>167</c:v>
                </c:pt>
                <c:pt idx="32">
                  <c:v>411</c:v>
                </c:pt>
                <c:pt idx="33">
                  <c:v>640</c:v>
                </c:pt>
                <c:pt idx="34">
                  <c:v>819</c:v>
                </c:pt>
                <c:pt idx="35">
                  <c:v>932</c:v>
                </c:pt>
                <c:pt idx="36">
                  <c:v>970</c:v>
                </c:pt>
                <c:pt idx="37">
                  <c:v>932</c:v>
                </c:pt>
                <c:pt idx="38">
                  <c:v>728</c:v>
                </c:pt>
                <c:pt idx="39">
                  <c:v>587</c:v>
                </c:pt>
                <c:pt idx="40">
                  <c:v>309</c:v>
                </c:pt>
                <c:pt idx="41">
                  <c:v>155</c:v>
                </c:pt>
                <c:pt idx="42">
                  <c:v>22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29</c:v>
                </c:pt>
                <c:pt idx="55">
                  <c:v>162</c:v>
                </c:pt>
                <c:pt idx="56">
                  <c:v>409</c:v>
                </c:pt>
                <c:pt idx="57">
                  <c:v>566</c:v>
                </c:pt>
                <c:pt idx="58">
                  <c:v>779</c:v>
                </c:pt>
                <c:pt idx="59">
                  <c:v>970</c:v>
                </c:pt>
                <c:pt idx="60">
                  <c:v>893</c:v>
                </c:pt>
                <c:pt idx="61">
                  <c:v>961</c:v>
                </c:pt>
                <c:pt idx="62">
                  <c:v>794</c:v>
                </c:pt>
                <c:pt idx="63">
                  <c:v>470</c:v>
                </c:pt>
                <c:pt idx="64">
                  <c:v>298</c:v>
                </c:pt>
                <c:pt idx="65">
                  <c:v>166</c:v>
                </c:pt>
                <c:pt idx="66">
                  <c:v>26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21</c:v>
                </c:pt>
                <c:pt idx="79">
                  <c:v>135</c:v>
                </c:pt>
                <c:pt idx="80">
                  <c:v>360</c:v>
                </c:pt>
                <c:pt idx="81">
                  <c:v>315</c:v>
                </c:pt>
                <c:pt idx="82">
                  <c:v>258</c:v>
                </c:pt>
                <c:pt idx="83">
                  <c:v>352</c:v>
                </c:pt>
                <c:pt idx="84">
                  <c:v>389</c:v>
                </c:pt>
                <c:pt idx="85">
                  <c:v>331</c:v>
                </c:pt>
                <c:pt idx="86">
                  <c:v>295</c:v>
                </c:pt>
                <c:pt idx="87">
                  <c:v>348</c:v>
                </c:pt>
                <c:pt idx="88">
                  <c:v>238</c:v>
                </c:pt>
                <c:pt idx="89">
                  <c:v>62</c:v>
                </c:pt>
                <c:pt idx="90">
                  <c:v>16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13</c:v>
                </c:pt>
                <c:pt idx="103">
                  <c:v>44</c:v>
                </c:pt>
                <c:pt idx="104">
                  <c:v>112</c:v>
                </c:pt>
                <c:pt idx="105">
                  <c:v>323</c:v>
                </c:pt>
                <c:pt idx="106">
                  <c:v>210</c:v>
                </c:pt>
                <c:pt idx="107">
                  <c:v>244</c:v>
                </c:pt>
                <c:pt idx="108">
                  <c:v>240</c:v>
                </c:pt>
                <c:pt idx="109">
                  <c:v>271</c:v>
                </c:pt>
                <c:pt idx="110">
                  <c:v>393</c:v>
                </c:pt>
                <c:pt idx="111">
                  <c:v>316</c:v>
                </c:pt>
                <c:pt idx="112">
                  <c:v>258</c:v>
                </c:pt>
                <c:pt idx="113">
                  <c:v>95</c:v>
                </c:pt>
                <c:pt idx="114">
                  <c:v>19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28</c:v>
                </c:pt>
                <c:pt idx="127">
                  <c:v>178</c:v>
                </c:pt>
                <c:pt idx="128">
                  <c:v>391</c:v>
                </c:pt>
                <c:pt idx="129">
                  <c:v>607</c:v>
                </c:pt>
                <c:pt idx="130">
                  <c:v>604</c:v>
                </c:pt>
                <c:pt idx="131">
                  <c:v>927</c:v>
                </c:pt>
                <c:pt idx="132">
                  <c:v>855</c:v>
                </c:pt>
                <c:pt idx="133">
                  <c:v>714</c:v>
                </c:pt>
                <c:pt idx="134">
                  <c:v>533</c:v>
                </c:pt>
                <c:pt idx="135">
                  <c:v>550</c:v>
                </c:pt>
                <c:pt idx="136">
                  <c:v>274</c:v>
                </c:pt>
                <c:pt idx="137">
                  <c:v>127</c:v>
                </c:pt>
                <c:pt idx="138">
                  <c:v>21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32</c:v>
                </c:pt>
                <c:pt idx="151">
                  <c:v>191</c:v>
                </c:pt>
                <c:pt idx="152">
                  <c:v>436</c:v>
                </c:pt>
                <c:pt idx="153">
                  <c:v>659</c:v>
                </c:pt>
                <c:pt idx="154">
                  <c:v>840</c:v>
                </c:pt>
                <c:pt idx="155">
                  <c:v>946</c:v>
                </c:pt>
                <c:pt idx="156">
                  <c:v>992</c:v>
                </c:pt>
                <c:pt idx="157">
                  <c:v>934</c:v>
                </c:pt>
                <c:pt idx="158">
                  <c:v>789</c:v>
                </c:pt>
                <c:pt idx="159">
                  <c:v>606</c:v>
                </c:pt>
                <c:pt idx="160">
                  <c:v>426</c:v>
                </c:pt>
                <c:pt idx="161">
                  <c:v>180</c:v>
                </c:pt>
                <c:pt idx="162">
                  <c:v>31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Trước: log 5 phút (kW)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Thô</c:v>
                </c:pt>
              </c:strCache>
            </c:strRef>
          </c:tx>
          <c:spPr>
            <a:solidFill>
              <a:srgbClr val="E76F51"/>
            </a:solidFill>
            <a:ln w="127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Sheet1!$A$2:$A$865</c:f>
              <c:multiLvlStrCache>
                <c:ptCount val="864"/>
                <c:lvl>
                  <c:pt idx="0">
                    <c:v>21/02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>22/02</c:v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>23/02</c:v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  <c:pt idx="721">
                    <c:v/>
                  </c:pt>
                  <c:pt idx="722">
                    <c:v/>
                  </c:pt>
                  <c:pt idx="723">
                    <c:v/>
                  </c:pt>
                  <c:pt idx="724">
                    <c:v/>
                  </c:pt>
                  <c:pt idx="725">
                    <c:v/>
                  </c:pt>
                  <c:pt idx="726">
                    <c:v/>
                  </c:pt>
                  <c:pt idx="727">
                    <c:v/>
                  </c:pt>
                  <c:pt idx="728">
                    <c:v/>
                  </c:pt>
                  <c:pt idx="729">
                    <c:v/>
                  </c:pt>
                  <c:pt idx="730">
                    <c:v/>
                  </c:pt>
                  <c:pt idx="731">
                    <c:v/>
                  </c:pt>
                  <c:pt idx="732">
                    <c:v/>
                  </c:pt>
                  <c:pt idx="733">
                    <c:v/>
                  </c:pt>
                  <c:pt idx="734">
                    <c:v/>
                  </c:pt>
                  <c:pt idx="735">
                    <c:v/>
                  </c:pt>
                  <c:pt idx="736">
                    <c:v/>
                  </c:pt>
                  <c:pt idx="737">
                    <c:v/>
                  </c:pt>
                  <c:pt idx="738">
                    <c:v/>
                  </c:pt>
                  <c:pt idx="739">
                    <c:v/>
                  </c:pt>
                  <c:pt idx="740">
                    <c:v/>
                  </c:pt>
                  <c:pt idx="741">
                    <c:v/>
                  </c:pt>
                  <c:pt idx="742">
                    <c:v/>
                  </c:pt>
                  <c:pt idx="743">
                    <c:v/>
                  </c:pt>
                  <c:pt idx="744">
                    <c:v/>
                  </c:pt>
                  <c:pt idx="745">
                    <c:v/>
                  </c:pt>
                  <c:pt idx="746">
                    <c:v/>
                  </c:pt>
                  <c:pt idx="747">
                    <c:v/>
                  </c:pt>
                  <c:pt idx="748">
                    <c:v/>
                  </c:pt>
                  <c:pt idx="749">
                    <c:v/>
                  </c:pt>
                  <c:pt idx="750">
                    <c:v/>
                  </c:pt>
                  <c:pt idx="751">
                    <c:v/>
                  </c:pt>
                  <c:pt idx="752">
                    <c:v/>
                  </c:pt>
                  <c:pt idx="753">
                    <c:v/>
                  </c:pt>
                  <c:pt idx="754">
                    <c:v/>
                  </c:pt>
                  <c:pt idx="755">
                    <c:v/>
                  </c:pt>
                  <c:pt idx="756">
                    <c:v/>
                  </c:pt>
                  <c:pt idx="757">
                    <c:v/>
                  </c:pt>
                  <c:pt idx="758">
                    <c:v/>
                  </c:pt>
                  <c:pt idx="759">
                    <c:v/>
                  </c:pt>
                  <c:pt idx="760">
                    <c:v/>
                  </c:pt>
                  <c:pt idx="761">
                    <c:v/>
                  </c:pt>
                  <c:pt idx="762">
                    <c:v/>
                  </c:pt>
                  <c:pt idx="763">
                    <c:v/>
                  </c:pt>
                  <c:pt idx="764">
                    <c:v/>
                  </c:pt>
                  <c:pt idx="765">
                    <c:v/>
                  </c:pt>
                  <c:pt idx="766">
                    <c:v/>
                  </c:pt>
                  <c:pt idx="767">
                    <c:v/>
                  </c:pt>
                  <c:pt idx="768">
                    <c:v/>
                  </c:pt>
                  <c:pt idx="769">
                    <c:v/>
                  </c:pt>
                  <c:pt idx="770">
                    <c:v/>
                  </c:pt>
                  <c:pt idx="771">
                    <c:v/>
                  </c:pt>
                  <c:pt idx="772">
                    <c:v/>
                  </c:pt>
                  <c:pt idx="773">
                    <c:v/>
                  </c:pt>
                  <c:pt idx="774">
                    <c:v/>
                  </c:pt>
                  <c:pt idx="775">
                    <c:v/>
                  </c:pt>
                  <c:pt idx="776">
                    <c:v/>
                  </c:pt>
                  <c:pt idx="777">
                    <c:v/>
                  </c:pt>
                  <c:pt idx="778">
                    <c:v/>
                  </c:pt>
                  <c:pt idx="779">
                    <c:v/>
                  </c:pt>
                  <c:pt idx="780">
                    <c:v/>
                  </c:pt>
                  <c:pt idx="781">
                    <c:v/>
                  </c:pt>
                  <c:pt idx="782">
                    <c:v/>
                  </c:pt>
                  <c:pt idx="783">
                    <c:v/>
                  </c:pt>
                  <c:pt idx="784">
                    <c:v/>
                  </c:pt>
                  <c:pt idx="785">
                    <c:v/>
                  </c:pt>
                  <c:pt idx="786">
                    <c:v/>
                  </c:pt>
                  <c:pt idx="787">
                    <c:v/>
                  </c:pt>
                  <c:pt idx="788">
                    <c:v/>
                  </c:pt>
                  <c:pt idx="789">
                    <c:v/>
                  </c:pt>
                  <c:pt idx="790">
                    <c:v/>
                  </c:pt>
                  <c:pt idx="791">
                    <c:v/>
                  </c:pt>
                  <c:pt idx="792">
                    <c:v/>
                  </c:pt>
                  <c:pt idx="793">
                    <c:v/>
                  </c:pt>
                  <c:pt idx="794">
                    <c:v/>
                  </c:pt>
                  <c:pt idx="795">
                    <c:v/>
                  </c:pt>
                  <c:pt idx="796">
                    <c:v/>
                  </c:pt>
                  <c:pt idx="797">
                    <c:v/>
                  </c:pt>
                  <c:pt idx="798">
                    <c:v/>
                  </c:pt>
                  <c:pt idx="799">
                    <c:v/>
                  </c:pt>
                  <c:pt idx="800">
                    <c:v/>
                  </c:pt>
                  <c:pt idx="801">
                    <c:v/>
                  </c:pt>
                  <c:pt idx="802">
                    <c:v/>
                  </c:pt>
                  <c:pt idx="803">
                    <c:v/>
                  </c:pt>
                  <c:pt idx="804">
                    <c:v/>
                  </c:pt>
                  <c:pt idx="805">
                    <c:v/>
                  </c:pt>
                  <c:pt idx="806">
                    <c:v/>
                  </c:pt>
                  <c:pt idx="807">
                    <c:v/>
                  </c:pt>
                  <c:pt idx="808">
                    <c:v/>
                  </c:pt>
                  <c:pt idx="809">
                    <c:v/>
                  </c:pt>
                  <c:pt idx="810">
                    <c:v/>
                  </c:pt>
                  <c:pt idx="811">
                    <c:v/>
                  </c:pt>
                  <c:pt idx="812">
                    <c:v/>
                  </c:pt>
                  <c:pt idx="813">
                    <c:v/>
                  </c:pt>
                  <c:pt idx="814">
                    <c:v/>
                  </c:pt>
                  <c:pt idx="815">
                    <c:v/>
                  </c:pt>
                  <c:pt idx="816">
                    <c:v/>
                  </c:pt>
                  <c:pt idx="817">
                    <c:v/>
                  </c:pt>
                  <c:pt idx="818">
                    <c:v/>
                  </c:pt>
                  <c:pt idx="819">
                    <c:v/>
                  </c:pt>
                  <c:pt idx="820">
                    <c:v/>
                  </c:pt>
                  <c:pt idx="821">
                    <c:v/>
                  </c:pt>
                  <c:pt idx="822">
                    <c:v/>
                  </c:pt>
                  <c:pt idx="823">
                    <c:v/>
                  </c:pt>
                  <c:pt idx="824">
                    <c:v/>
                  </c:pt>
                  <c:pt idx="825">
                    <c:v/>
                  </c:pt>
                  <c:pt idx="826">
                    <c:v/>
                  </c:pt>
                  <c:pt idx="827">
                    <c:v/>
                  </c:pt>
                  <c:pt idx="828">
                    <c:v/>
                  </c:pt>
                  <c:pt idx="829">
                    <c:v/>
                  </c:pt>
                  <c:pt idx="830">
                    <c:v/>
                  </c:pt>
                  <c:pt idx="831">
                    <c:v/>
                  </c:pt>
                  <c:pt idx="832">
                    <c:v/>
                  </c:pt>
                  <c:pt idx="833">
                    <c:v/>
                  </c:pt>
                  <c:pt idx="834">
                    <c:v/>
                  </c:pt>
                  <c:pt idx="835">
                    <c:v/>
                  </c:pt>
                  <c:pt idx="836">
                    <c:v/>
                  </c:pt>
                  <c:pt idx="837">
                    <c:v/>
                  </c:pt>
                  <c:pt idx="838">
                    <c:v/>
                  </c:pt>
                  <c:pt idx="839">
                    <c:v/>
                  </c:pt>
                  <c:pt idx="840">
                    <c:v/>
                  </c:pt>
                  <c:pt idx="841">
                    <c:v/>
                  </c:pt>
                  <c:pt idx="842">
                    <c:v/>
                  </c:pt>
                  <c:pt idx="843">
                    <c:v/>
                  </c:pt>
                  <c:pt idx="844">
                    <c:v/>
                  </c:pt>
                  <c:pt idx="845">
                    <c:v/>
                  </c:pt>
                  <c:pt idx="846">
                    <c:v/>
                  </c:pt>
                  <c:pt idx="847">
                    <c:v/>
                  </c:pt>
                  <c:pt idx="848">
                    <c:v/>
                  </c:pt>
                  <c:pt idx="849">
                    <c:v/>
                  </c:pt>
                  <c:pt idx="850">
                    <c:v/>
                  </c:pt>
                  <c:pt idx="851">
                    <c:v/>
                  </c:pt>
                  <c:pt idx="852">
                    <c:v/>
                  </c:pt>
                  <c:pt idx="853">
                    <c:v/>
                  </c:pt>
                  <c:pt idx="854">
                    <c:v/>
                  </c:pt>
                  <c:pt idx="855">
                    <c:v/>
                  </c:pt>
                  <c:pt idx="856">
                    <c:v/>
                  </c:pt>
                  <c:pt idx="857">
                    <c:v/>
                  </c:pt>
                  <c:pt idx="858">
                    <c:v/>
                  </c:pt>
                  <c:pt idx="859">
                    <c:v/>
                  </c:pt>
                  <c:pt idx="860">
                    <c:v/>
                  </c:pt>
                  <c:pt idx="861">
                    <c:v/>
                  </c:pt>
                  <c:pt idx="862">
                    <c:v/>
                  </c:pt>
                  <c:pt idx="863">
                    <c:v/>
                  </c:pt>
                </c:lvl>
              </c:multiLvlStrCache>
            </c:multiLvlStrRef>
          </c:cat>
          <c:val>
            <c:numRef>
              <c:f>Sheet1!$B$2:$B$865</c:f>
              <c:numCache>
                <c:formatCode>General</c:formatCode>
                <c:ptCount val="86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0.01</c:v>
                </c:pt>
                <c:pt idx="74">
                  <c:v>0.03</c:v>
                </c:pt>
                <c:pt idx="75">
                  <c:v>0.04</c:v>
                </c:pt>
                <c:pt idx="76">
                  <c:v>0.05</c:v>
                </c:pt>
                <c:pt idx="77">
                  <c:v>0.07</c:v>
                </c:pt>
                <c:pt idx="78">
                  <c:v>0.08</c:v>
                </c:pt>
                <c:pt idx="79">
                  <c:v>0.09</c:v>
                </c:pt>
                <c:pt idx="80">
                  <c:v>0.11</c:v>
                </c:pt>
                <c:pt idx="81">
                  <c:v>0.13</c:v>
                </c:pt>
                <c:pt idx="82">
                  <c:v>0.14</c:v>
                </c:pt>
                <c:pt idx="83">
                  <c:v>0.15</c:v>
                </c:pt>
                <c:pt idx="84">
                  <c:v>0.17</c:v>
                </c:pt>
                <c:pt idx="85">
                  <c:v>0.22</c:v>
                </c:pt>
                <c:pt idx="86">
                  <c:v>0.26</c:v>
                </c:pt>
                <c:pt idx="87">
                  <c:v>0.27</c:v>
                </c:pt>
                <c:pt idx="88">
                  <c:v>0.35</c:v>
                </c:pt>
                <c:pt idx="89">
                  <c:v>0.38</c:v>
                </c:pt>
                <c:pt idx="90">
                  <c:v>0.44</c:v>
                </c:pt>
                <c:pt idx="91">
                  <c:v>0.47</c:v>
                </c:pt>
                <c:pt idx="92">
                  <c:v>0.52</c:v>
                </c:pt>
                <c:pt idx="93">
                  <c:v>0.55</c:v>
                </c:pt>
                <c:pt idx="94">
                  <c:v>0.58</c:v>
                </c:pt>
                <c:pt idx="95">
                  <c:v>0.65</c:v>
                </c:pt>
                <c:pt idx="96">
                  <c:v>0.71</c:v>
                </c:pt>
                <c:pt idx="97">
                  <c:v>0.74</c:v>
                </c:pt>
                <c:pt idx="98">
                  <c:v>0.83</c:v>
                </c:pt>
                <c:pt idx="99">
                  <c:v>0.97</c:v>
                </c:pt>
                <c:pt idx="100">
                  <c:v>1</c:v>
                </c:pt>
                <c:pt idx="101">
                  <c:v>1.05</c:v>
                </c:pt>
                <c:pt idx="102">
                  <c:v>1.15</c:v>
                </c:pt>
                <c:pt idx="103">
                  <c:v>1.25</c:v>
                </c:pt>
                <c:pt idx="104">
                  <c:v>1.39</c:v>
                </c:pt>
                <c:pt idx="105">
                  <c:v>1.35</c:v>
                </c:pt>
                <c:pt idx="106">
                  <c:v>1.6</c:v>
                </c:pt>
                <c:pt idx="107">
                  <c:v>1.55</c:v>
                </c:pt>
                <c:pt idx="108">
                  <c:v>1.63</c:v>
                </c:pt>
                <c:pt idx="109">
                  <c:v>1.67</c:v>
                </c:pt>
                <c:pt idx="110">
                  <c:v>1.77</c:v>
                </c:pt>
                <c:pt idx="111">
                  <c:v>1.86</c:v>
                </c:pt>
                <c:pt idx="112">
                  <c:v>1.95</c:v>
                </c:pt>
                <c:pt idx="113">
                  <c:v>1.95</c:v>
                </c:pt>
                <c:pt idx="114">
                  <c:v>2.01</c:v>
                </c:pt>
                <c:pt idx="115">
                  <c:v>2.14</c:v>
                </c:pt>
                <c:pt idx="116">
                  <c:v>2.17</c:v>
                </c:pt>
                <c:pt idx="117">
                  <c:v>2.09</c:v>
                </c:pt>
                <c:pt idx="118">
                  <c:v>2.23</c:v>
                </c:pt>
                <c:pt idx="119">
                  <c:v>2.38</c:v>
                </c:pt>
                <c:pt idx="120">
                  <c:v>2.43</c:v>
                </c:pt>
                <c:pt idx="121">
                  <c:v>2.35</c:v>
                </c:pt>
                <c:pt idx="122">
                  <c:v>2.65</c:v>
                </c:pt>
                <c:pt idx="123">
                  <c:v>2.6</c:v>
                </c:pt>
                <c:pt idx="124">
                  <c:v>2.62</c:v>
                </c:pt>
                <c:pt idx="125">
                  <c:v>2.53</c:v>
                </c:pt>
                <c:pt idx="126">
                  <c:v>2.69</c:v>
                </c:pt>
                <c:pt idx="127">
                  <c:v>2.62</c:v>
                </c:pt>
                <c:pt idx="128">
                  <c:v>2.69</c:v>
                </c:pt>
                <c:pt idx="129">
                  <c:v>2.67</c:v>
                </c:pt>
                <c:pt idx="130">
                  <c:v>2.8</c:v>
                </c:pt>
                <c:pt idx="131">
                  <c:v>2.79</c:v>
                </c:pt>
                <c:pt idx="132">
                  <c:v>2.77</c:v>
                </c:pt>
                <c:pt idx="133">
                  <c:v>2.79</c:v>
                </c:pt>
                <c:pt idx="134">
                  <c:v>2.76</c:v>
                </c:pt>
                <c:pt idx="135">
                  <c:v>2.77</c:v>
                </c:pt>
                <c:pt idx="136">
                  <c:v>2.84</c:v>
                </c:pt>
                <c:pt idx="137">
                  <c:v>2.77</c:v>
                </c:pt>
                <c:pt idx="138">
                  <c:v>2.76</c:v>
                </c:pt>
                <c:pt idx="139">
                  <c:v>2.89</c:v>
                </c:pt>
                <c:pt idx="140">
                  <c:v>2.84</c:v>
                </c:pt>
                <c:pt idx="141">
                  <c:v>2.88</c:v>
                </c:pt>
                <c:pt idx="142">
                  <c:v>2.72</c:v>
                </c:pt>
                <c:pt idx="143">
                  <c:v>2.88</c:v>
                </c:pt>
                <c:pt idx="144">
                  <c:v>2.95</c:v>
                </c:pt>
                <c:pt idx="145">
                  <c:v>2.71</c:v>
                </c:pt>
                <c:pt idx="146">
                  <c:v>3.04</c:v>
                </c:pt>
                <c:pt idx="147">
                  <c:v>2.97</c:v>
                </c:pt>
                <c:pt idx="148">
                  <c:v>2.83</c:v>
                </c:pt>
                <c:pt idx="149">
                  <c:v>3</c:v>
                </c:pt>
                <c:pt idx="150">
                  <c:v>2.86</c:v>
                </c:pt>
                <c:pt idx="151">
                  <c:v>2.74</c:v>
                </c:pt>
                <c:pt idx="152">
                  <c:v>2.78</c:v>
                </c:pt>
                <c:pt idx="153">
                  <c:v>2.84</c:v>
                </c:pt>
                <c:pt idx="154">
                  <c:v>2.84</c:v>
                </c:pt>
                <c:pt idx="155">
                  <c:v>2.71</c:v>
                </c:pt>
                <c:pt idx="156">
                  <c:v>2.66</c:v>
                </c:pt>
                <c:pt idx="157">
                  <c:v>2.64</c:v>
                </c:pt>
                <c:pt idx="158">
                  <c:v>2.85</c:v>
                </c:pt>
                <c:pt idx="159">
                  <c:v>2.73</c:v>
                </c:pt>
                <c:pt idx="160">
                  <c:v>2.57</c:v>
                </c:pt>
                <c:pt idx="161">
                  <c:v>2.52</c:v>
                </c:pt>
                <c:pt idx="162">
                  <c:v>2.43</c:v>
                </c:pt>
                <c:pt idx="163">
                  <c:v>2.5</c:v>
                </c:pt>
                <c:pt idx="164">
                  <c:v>2.29</c:v>
                </c:pt>
                <c:pt idx="165">
                  <c:v>2.42</c:v>
                </c:pt>
                <c:pt idx="166">
                  <c:v>2.33</c:v>
                </c:pt>
                <c:pt idx="167">
                  <c:v>2.22</c:v>
                </c:pt>
                <c:pt idx="168">
                  <c:v>2.18</c:v>
                </c:pt>
                <c:pt idx="169">
                  <c:v>2.19</c:v>
                </c:pt>
                <c:pt idx="170">
                  <c:v>2.14</c:v>
                </c:pt>
                <c:pt idx="171">
                  <c:v>2.24</c:v>
                </c:pt>
                <c:pt idx="172">
                  <c:v>2.1</c:v>
                </c:pt>
                <c:pt idx="173">
                  <c:v>2.26</c:v>
                </c:pt>
                <c:pt idx="174">
                  <c:v>1.91</c:v>
                </c:pt>
                <c:pt idx="175">
                  <c:v>1.89</c:v>
                </c:pt>
                <c:pt idx="176">
                  <c:v>1.97</c:v>
                </c:pt>
                <c:pt idx="177">
                  <c:v>1.92</c:v>
                </c:pt>
                <c:pt idx="178">
                  <c:v>1.91</c:v>
                </c:pt>
                <c:pt idx="179">
                  <c:v>1.86</c:v>
                </c:pt>
                <c:pt idx="180">
                  <c:v>1.8</c:v>
                </c:pt>
                <c:pt idx="181">
                  <c:v>1.81</c:v>
                </c:pt>
                <c:pt idx="182">
                  <c:v>1.86</c:v>
                </c:pt>
                <c:pt idx="183">
                  <c:v>1.79</c:v>
                </c:pt>
                <c:pt idx="184">
                  <c:v>1.66</c:v>
                </c:pt>
                <c:pt idx="185">
                  <c:v>1.58</c:v>
                </c:pt>
                <c:pt idx="186">
                  <c:v>1.56</c:v>
                </c:pt>
                <c:pt idx="187">
                  <c:v>1.4</c:v>
                </c:pt>
                <c:pt idx="188">
                  <c:v>1.5</c:v>
                </c:pt>
                <c:pt idx="189">
                  <c:v>1.42</c:v>
                </c:pt>
                <c:pt idx="190">
                  <c:v>1.29</c:v>
                </c:pt>
                <c:pt idx="191">
                  <c:v>1.37</c:v>
                </c:pt>
                <c:pt idx="192">
                  <c:v>1.26</c:v>
                </c:pt>
                <c:pt idx="193">
                  <c:v>1.2</c:v>
                </c:pt>
                <c:pt idx="194">
                  <c:v>1.18</c:v>
                </c:pt>
                <c:pt idx="195">
                  <c:v>1.09</c:v>
                </c:pt>
                <c:pt idx="196">
                  <c:v>1.02</c:v>
                </c:pt>
                <c:pt idx="197">
                  <c:v>0.97</c:v>
                </c:pt>
                <c:pt idx="198">
                  <c:v>0.85</c:v>
                </c:pt>
                <c:pt idx="199">
                  <c:v>0.78</c:v>
                </c:pt>
                <c:pt idx="200">
                  <c:v>0.73</c:v>
                </c:pt>
                <c:pt idx="201">
                  <c:v>0.69</c:v>
                </c:pt>
                <c:pt idx="202">
                  <c:v>0.58</c:v>
                </c:pt>
                <c:pt idx="203">
                  <c:v>0.54</c:v>
                </c:pt>
                <c:pt idx="204">
                  <c:v>0.45</c:v>
                </c:pt>
                <c:pt idx="205">
                  <c:v>0.41</c:v>
                </c:pt>
                <c:pt idx="206">
                  <c:v>0.37</c:v>
                </c:pt>
                <c:pt idx="207">
                  <c:v>0.33</c:v>
                </c:pt>
                <c:pt idx="208">
                  <c:v>0.3</c:v>
                </c:pt>
                <c:pt idx="209">
                  <c:v>0.26</c:v>
                </c:pt>
                <c:pt idx="210">
                  <c:v>0.23</c:v>
                </c:pt>
                <c:pt idx="211">
                  <c:v>0.2</c:v>
                </c:pt>
                <c:pt idx="212">
                  <c:v>0.16</c:v>
                </c:pt>
                <c:pt idx="213">
                  <c:v>0.11</c:v>
                </c:pt>
                <c:pt idx="214">
                  <c:v>0.08</c:v>
                </c:pt>
                <c:pt idx="215">
                  <c:v>0.04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0.02</c:v>
                </c:pt>
                <c:pt idx="362">
                  <c:v>0.03</c:v>
                </c:pt>
                <c:pt idx="363">
                  <c:v>0.05</c:v>
                </c:pt>
                <c:pt idx="364">
                  <c:v>0.07</c:v>
                </c:pt>
                <c:pt idx="365">
                  <c:v>0.08</c:v>
                </c:pt>
                <c:pt idx="366">
                  <c:v>0.1</c:v>
                </c:pt>
                <c:pt idx="367">
                  <c:v>0.12</c:v>
                </c:pt>
                <c:pt idx="368">
                  <c:v>0.13</c:v>
                </c:pt>
                <c:pt idx="369">
                  <c:v>0.15</c:v>
                </c:pt>
                <c:pt idx="370">
                  <c:v>0.17</c:v>
                </c:pt>
                <c:pt idx="371">
                  <c:v>0.19</c:v>
                </c:pt>
                <c:pt idx="372">
                  <c:v>0.19</c:v>
                </c:pt>
                <c:pt idx="373">
                  <c:v>0.24</c:v>
                </c:pt>
                <c:pt idx="374">
                  <c:v>0.29</c:v>
                </c:pt>
                <c:pt idx="375">
                  <c:v>0.33</c:v>
                </c:pt>
                <c:pt idx="376">
                  <c:v>0.38</c:v>
                </c:pt>
                <c:pt idx="377">
                  <c:v>0.42</c:v>
                </c:pt>
                <c:pt idx="378">
                  <c:v>0.48</c:v>
                </c:pt>
                <c:pt idx="379">
                  <c:v>0.52</c:v>
                </c:pt>
                <c:pt idx="380">
                  <c:v>0.62</c:v>
                </c:pt>
                <c:pt idx="381">
                  <c:v>0.62</c:v>
                </c:pt>
                <c:pt idx="382">
                  <c:v>0.64</c:v>
                </c:pt>
                <c:pt idx="383">
                  <c:v>0.72</c:v>
                </c:pt>
                <c:pt idx="384">
                  <c:v>0.77</c:v>
                </c:pt>
                <c:pt idx="385">
                  <c:v>0.82</c:v>
                </c:pt>
                <c:pt idx="386">
                  <c:v>0.94</c:v>
                </c:pt>
                <c:pt idx="387">
                  <c:v>1</c:v>
                </c:pt>
                <c:pt idx="388">
                  <c:v>0.96</c:v>
                </c:pt>
                <c:pt idx="389">
                  <c:v>1.15</c:v>
                </c:pt>
                <c:pt idx="390">
                  <c:v>1.14</c:v>
                </c:pt>
                <c:pt idx="391">
                  <c:v>1.21</c:v>
                </c:pt>
                <c:pt idx="392">
                  <c:v>1.26</c:v>
                </c:pt>
                <c:pt idx="393">
                  <c:v>1.38</c:v>
                </c:pt>
                <c:pt idx="394">
                  <c:v>1.45</c:v>
                </c:pt>
                <c:pt idx="395">
                  <c:v>1.46</c:v>
                </c:pt>
                <c:pt idx="396">
                  <c:v>1.57</c:v>
                </c:pt>
                <c:pt idx="397">
                  <c:v>1.63</c:v>
                </c:pt>
                <c:pt idx="398">
                  <c:v>1.64</c:v>
                </c:pt>
                <c:pt idx="399">
                  <c:v>1.77</c:v>
                </c:pt>
                <c:pt idx="400">
                  <c:v>1.92</c:v>
                </c:pt>
                <c:pt idx="401">
                  <c:v>2</c:v>
                </c:pt>
                <c:pt idx="402">
                  <c:v>2.02</c:v>
                </c:pt>
                <c:pt idx="403">
                  <c:v>2.05</c:v>
                </c:pt>
                <c:pt idx="404">
                  <c:v>2.12</c:v>
                </c:pt>
                <c:pt idx="405">
                  <c:v>2.15</c:v>
                </c:pt>
                <c:pt idx="406">
                  <c:v>2.29</c:v>
                </c:pt>
                <c:pt idx="407">
                  <c:v>2.32</c:v>
                </c:pt>
                <c:pt idx="408">
                  <c:v>2.44</c:v>
                </c:pt>
                <c:pt idx="409">
                  <c:v>2.5</c:v>
                </c:pt>
                <c:pt idx="410">
                  <c:v>2.41</c:v>
                </c:pt>
                <c:pt idx="411">
                  <c:v>2.55</c:v>
                </c:pt>
                <c:pt idx="412">
                  <c:v>2.58</c:v>
                </c:pt>
                <c:pt idx="413">
                  <c:v>2.73</c:v>
                </c:pt>
                <c:pt idx="414">
                  <c:v>2.82</c:v>
                </c:pt>
                <c:pt idx="415">
                  <c:v>2.9</c:v>
                </c:pt>
                <c:pt idx="416">
                  <c:v>3</c:v>
                </c:pt>
                <c:pt idx="417">
                  <c:v>2.95</c:v>
                </c:pt>
                <c:pt idx="418">
                  <c:v>3.03</c:v>
                </c:pt>
                <c:pt idx="419">
                  <c:v>3.12</c:v>
                </c:pt>
                <c:pt idx="420">
                  <c:v>3.19</c:v>
                </c:pt>
                <c:pt idx="421">
                  <c:v>3.18</c:v>
                </c:pt>
                <c:pt idx="422">
                  <c:v>3.17</c:v>
                </c:pt>
                <c:pt idx="423">
                  <c:v>3.35</c:v>
                </c:pt>
                <c:pt idx="424">
                  <c:v>3.08</c:v>
                </c:pt>
                <c:pt idx="425">
                  <c:v>3.17</c:v>
                </c:pt>
                <c:pt idx="426">
                  <c:v>3.28</c:v>
                </c:pt>
                <c:pt idx="427">
                  <c:v>3.41</c:v>
                </c:pt>
                <c:pt idx="428">
                  <c:v>3.37</c:v>
                </c:pt>
                <c:pt idx="429">
                  <c:v>3.62</c:v>
                </c:pt>
                <c:pt idx="430">
                  <c:v>3.49</c:v>
                </c:pt>
                <c:pt idx="431">
                  <c:v>3.49</c:v>
                </c:pt>
                <c:pt idx="432">
                  <c:v>3.48</c:v>
                </c:pt>
                <c:pt idx="433">
                  <c:v>3.66</c:v>
                </c:pt>
                <c:pt idx="434">
                  <c:v>3.48</c:v>
                </c:pt>
                <c:pt idx="435">
                  <c:v>3.31</c:v>
                </c:pt>
                <c:pt idx="436">
                  <c:v>3.43</c:v>
                </c:pt>
                <c:pt idx="437">
                  <c:v>3.46</c:v>
                </c:pt>
                <c:pt idx="438">
                  <c:v>3.43</c:v>
                </c:pt>
                <c:pt idx="439">
                  <c:v>3.41</c:v>
                </c:pt>
                <c:pt idx="440">
                  <c:v>3.37</c:v>
                </c:pt>
                <c:pt idx="441">
                  <c:v>3.19</c:v>
                </c:pt>
                <c:pt idx="442">
                  <c:v>3.37</c:v>
                </c:pt>
                <c:pt idx="443">
                  <c:v>3.34</c:v>
                </c:pt>
                <c:pt idx="444">
                  <c:v>3.28</c:v>
                </c:pt>
                <c:pt idx="445">
                  <c:v>3.13</c:v>
                </c:pt>
                <c:pt idx="446">
                  <c:v>3.29</c:v>
                </c:pt>
                <c:pt idx="447">
                  <c:v>3.07</c:v>
                </c:pt>
                <c:pt idx="448">
                  <c:v>2.98</c:v>
                </c:pt>
                <c:pt idx="449">
                  <c:v>3.05</c:v>
                </c:pt>
                <c:pt idx="450">
                  <c:v>2.87</c:v>
                </c:pt>
                <c:pt idx="451">
                  <c:v>2.86</c:v>
                </c:pt>
                <c:pt idx="452">
                  <c:v>2.79</c:v>
                </c:pt>
                <c:pt idx="453">
                  <c:v>2.75</c:v>
                </c:pt>
                <c:pt idx="454">
                  <c:v>2.85</c:v>
                </c:pt>
                <c:pt idx="455">
                  <c:v>2.58</c:v>
                </c:pt>
                <c:pt idx="456">
                  <c:v>2.62</c:v>
                </c:pt>
                <c:pt idx="457">
                  <c:v>2.53</c:v>
                </c:pt>
                <c:pt idx="458">
                  <c:v>2.39</c:v>
                </c:pt>
                <c:pt idx="459">
                  <c:v>2.58</c:v>
                </c:pt>
                <c:pt idx="460">
                  <c:v>2.46</c:v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>2.11</c:v>
                </c:pt>
                <c:pt idx="475">
                  <c:v>1.96</c:v>
                </c:pt>
                <c:pt idx="476">
                  <c:v>1.87</c:v>
                </c:pt>
                <c:pt idx="477">
                  <c:v>1.79</c:v>
                </c:pt>
                <c:pt idx="478">
                  <c:v>1.64</c:v>
                </c:pt>
                <c:pt idx="479">
                  <c:v>1.61</c:v>
                </c:pt>
                <c:pt idx="480">
                  <c:v>1.49</c:v>
                </c:pt>
                <c:pt idx="481">
                  <c:v>1.46</c:v>
                </c:pt>
                <c:pt idx="482">
                  <c:v>1.31</c:v>
                </c:pt>
                <c:pt idx="483">
                  <c:v>1.33</c:v>
                </c:pt>
                <c:pt idx="484">
                  <c:v>1.1</c:v>
                </c:pt>
                <c:pt idx="485">
                  <c:v>1.14</c:v>
                </c:pt>
                <c:pt idx="486">
                  <c:v>1.02</c:v>
                </c:pt>
                <c:pt idx="487">
                  <c:v>0.98</c:v>
                </c:pt>
                <c:pt idx="488">
                  <c:v>0.89</c:v>
                </c:pt>
                <c:pt idx="489">
                  <c:v>0.82</c:v>
                </c:pt>
                <c:pt idx="490">
                  <c:v>0.75</c:v>
                </c:pt>
                <c:pt idx="491">
                  <c:v>0.67</c:v>
                </c:pt>
                <c:pt idx="492">
                  <c:v>0.6</c:v>
                </c:pt>
                <c:pt idx="493">
                  <c:v>0.56</c:v>
                </c:pt>
                <c:pt idx="494">
                  <c:v>0.51</c:v>
                </c:pt>
                <c:pt idx="495">
                  <c:v>0.46</c:v>
                </c:pt>
                <c:pt idx="496">
                  <c:v>0.41</c:v>
                </c:pt>
                <c:pt idx="497">
                  <c:v>0.34</c:v>
                </c:pt>
                <c:pt idx="498">
                  <c:v>0.29</c:v>
                </c:pt>
                <c:pt idx="499">
                  <c:v>0.26</c:v>
                </c:pt>
                <c:pt idx="500">
                  <c:v>0.2</c:v>
                </c:pt>
                <c:pt idx="501">
                  <c:v>0.16</c:v>
                </c:pt>
                <c:pt idx="502">
                  <c:v>0.11</c:v>
                </c:pt>
                <c:pt idx="503">
                  <c:v>0.05</c:v>
                </c:pt>
                <c:pt idx="504">
                  <c:v>0.01</c:v>
                </c:pt>
                <c:pt idx="505">
                  <c:v>0.01</c:v>
                </c:pt>
                <c:pt idx="506">
                  <c:v>0.01</c:v>
                </c:pt>
                <c:pt idx="507">
                  <c:v>0.01</c:v>
                </c:pt>
                <c:pt idx="508">
                  <c:v>0.01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0.02</c:v>
                </c:pt>
                <c:pt idx="650">
                  <c:v>0.04</c:v>
                </c:pt>
                <c:pt idx="651">
                  <c:v>0.06</c:v>
                </c:pt>
                <c:pt idx="652">
                  <c:v>0.08</c:v>
                </c:pt>
                <c:pt idx="653">
                  <c:v>0.1</c:v>
                </c:pt>
                <c:pt idx="654">
                  <c:v>0.12</c:v>
                </c:pt>
                <c:pt idx="655">
                  <c:v>0.14</c:v>
                </c:pt>
                <c:pt idx="656">
                  <c:v>0.15</c:v>
                </c:pt>
                <c:pt idx="657">
                  <c:v>0.18</c:v>
                </c:pt>
                <c:pt idx="658">
                  <c:v>0.19</c:v>
                </c:pt>
                <c:pt idx="659">
                  <c:v>0.22</c:v>
                </c:pt>
                <c:pt idx="660">
                  <c:v>0.23</c:v>
                </c:pt>
                <c:pt idx="661">
                  <c:v>0.3</c:v>
                </c:pt>
                <c:pt idx="662">
                  <c:v>0.36</c:v>
                </c:pt>
                <c:pt idx="663">
                  <c:v>0.4</c:v>
                </c:pt>
                <c:pt idx="664">
                  <c:v>0.45</c:v>
                </c:pt>
                <c:pt idx="665">
                  <c:v>0.52</c:v>
                </c:pt>
                <c:pt idx="666">
                  <c:v>0.6</c:v>
                </c:pt>
                <c:pt idx="667">
                  <c:v>0.63</c:v>
                </c:pt>
                <c:pt idx="668">
                  <c:v>0.7</c:v>
                </c:pt>
                <c:pt idx="669">
                  <c:v>0.74</c:v>
                </c:pt>
                <c:pt idx="670">
                  <c:v>0.81</c:v>
                </c:pt>
                <c:pt idx="671">
                  <c:v>0.88</c:v>
                </c:pt>
                <c:pt idx="672">
                  <c:v>0.96</c:v>
                </c:pt>
                <c:pt idx="673">
                  <c:v>0.98</c:v>
                </c:pt>
                <c:pt idx="674">
                  <c:v>1.08</c:v>
                </c:pt>
                <c:pt idx="675">
                  <c:v>1.19</c:v>
                </c:pt>
                <c:pt idx="676">
                  <c:v>1.18</c:v>
                </c:pt>
                <c:pt idx="677">
                  <c:v>1.38</c:v>
                </c:pt>
                <c:pt idx="678">
                  <c:v>1.44</c:v>
                </c:pt>
                <c:pt idx="679">
                  <c:v>1.42</c:v>
                </c:pt>
                <c:pt idx="680">
                  <c:v>1.61</c:v>
                </c:pt>
                <c:pt idx="681">
                  <c:v>1.61</c:v>
                </c:pt>
                <c:pt idx="682">
                  <c:v>1.76</c:v>
                </c:pt>
                <c:pt idx="683">
                  <c:v>1.91</c:v>
                </c:pt>
                <c:pt idx="684">
                  <c:v>1.91</c:v>
                </c:pt>
                <c:pt idx="685">
                  <c:v>2</c:v>
                </c:pt>
                <c:pt idx="686">
                  <c:v>2.06</c:v>
                </c:pt>
                <c:pt idx="687">
                  <c:v>2.07</c:v>
                </c:pt>
                <c:pt idx="688">
                  <c:v>2.1</c:v>
                </c:pt>
                <c:pt idx="689">
                  <c:v>2.16</c:v>
                </c:pt>
                <c:pt idx="690">
                  <c:v>2.36</c:v>
                </c:pt>
                <c:pt idx="691">
                  <c:v>2.39</c:v>
                </c:pt>
                <c:pt idx="692">
                  <c:v>2.44</c:v>
                </c:pt>
                <c:pt idx="693">
                  <c:v>2.48</c:v>
                </c:pt>
                <c:pt idx="694">
                  <c:v>2.63</c:v>
                </c:pt>
                <c:pt idx="695">
                  <c:v>2.63</c:v>
                </c:pt>
                <c:pt idx="696">
                  <c:v>2.76</c:v>
                </c:pt>
                <c:pt idx="697">
                  <c:v>2.74</c:v>
                </c:pt>
                <c:pt idx="698">
                  <c:v>2.93</c:v>
                </c:pt>
                <c:pt idx="699">
                  <c:v>2.81</c:v>
                </c:pt>
                <c:pt idx="700">
                  <c:v>2.77</c:v>
                </c:pt>
                <c:pt idx="701">
                  <c:v>2.9</c:v>
                </c:pt>
                <c:pt idx="702">
                  <c:v>2.82</c:v>
                </c:pt>
                <c:pt idx="703">
                  <c:v>2.94</c:v>
                </c:pt>
                <c:pt idx="704">
                  <c:v>2.85</c:v>
                </c:pt>
                <c:pt idx="705">
                  <c:v>3.01</c:v>
                </c:pt>
                <c:pt idx="706">
                  <c:v>3</c:v>
                </c:pt>
                <c:pt idx="707">
                  <c:v>2.98</c:v>
                </c:pt>
                <c:pt idx="708">
                  <c:v>3.06</c:v>
                </c:pt>
                <c:pt idx="709">
                  <c:v>3.22</c:v>
                </c:pt>
                <c:pt idx="710">
                  <c:v>2.91</c:v>
                </c:pt>
                <c:pt idx="711">
                  <c:v>2.96</c:v>
                </c:pt>
                <c:pt idx="712">
                  <c:v>2.92</c:v>
                </c:pt>
                <c:pt idx="713">
                  <c:v>3.11</c:v>
                </c:pt>
                <c:pt idx="714">
                  <c:v>2.95</c:v>
                </c:pt>
                <c:pt idx="715">
                  <c:v>2.94</c:v>
                </c:pt>
                <c:pt idx="716">
                  <c:v>3.1</c:v>
                </c:pt>
                <c:pt idx="717">
                  <c:v>2.92</c:v>
                </c:pt>
                <c:pt idx="718">
                  <c:v>3.1</c:v>
                </c:pt>
                <c:pt idx="719">
                  <c:v>2.93</c:v>
                </c:pt>
                <c:pt idx="720">
                  <c:v>2.98</c:v>
                </c:pt>
                <c:pt idx="721">
                  <c:v>2.96</c:v>
                </c:pt>
                <c:pt idx="722">
                  <c:v>2.87</c:v>
                </c:pt>
                <c:pt idx="723">
                  <c:v>2.79</c:v>
                </c:pt>
                <c:pt idx="724">
                  <c:v>2.51</c:v>
                </c:pt>
                <c:pt idx="725">
                  <c:v>2.66</c:v>
                </c:pt>
                <c:pt idx="726">
                  <c:v>2.57</c:v>
                </c:pt>
                <c:pt idx="727">
                  <c:v>2.58</c:v>
                </c:pt>
                <c:pt idx="728">
                  <c:v>2.53</c:v>
                </c:pt>
                <c:pt idx="729">
                  <c:v>2.25</c:v>
                </c:pt>
                <c:pt idx="730">
                  <c:v>2.27</c:v>
                </c:pt>
                <c:pt idx="731">
                  <c:v>2.29</c:v>
                </c:pt>
                <c:pt idx="732">
                  <c:v>2.33</c:v>
                </c:pt>
                <c:pt idx="733">
                  <c:v>2.05</c:v>
                </c:pt>
                <c:pt idx="734">
                  <c:v>2.01</c:v>
                </c:pt>
                <c:pt idx="735">
                  <c:v>1.82</c:v>
                </c:pt>
                <c:pt idx="736">
                  <c:v>1.79</c:v>
                </c:pt>
                <c:pt idx="737">
                  <c:v>1.68</c:v>
                </c:pt>
                <c:pt idx="738">
                  <c:v>1.58</c:v>
                </c:pt>
                <c:pt idx="739">
                  <c:v>1.45</c:v>
                </c:pt>
                <c:pt idx="740">
                  <c:v>1.39</c:v>
                </c:pt>
                <c:pt idx="741">
                  <c:v>1.23</c:v>
                </c:pt>
                <c:pt idx="742">
                  <c:v>1.2</c:v>
                </c:pt>
                <c:pt idx="743">
                  <c:v>1.08</c:v>
                </c:pt>
                <c:pt idx="744">
                  <c:v>0.98</c:v>
                </c:pt>
                <c:pt idx="745">
                  <c:v>0.99</c:v>
                </c:pt>
                <c:pt idx="746">
                  <c:v>1</c:v>
                </c:pt>
                <c:pt idx="747">
                  <c:v>1.01</c:v>
                </c:pt>
                <c:pt idx="748">
                  <c:v>1.08</c:v>
                </c:pt>
                <c:pt idx="749">
                  <c:v>1.08</c:v>
                </c:pt>
                <c:pt idx="750">
                  <c:v>1.12</c:v>
                </c:pt>
                <c:pt idx="751">
                  <c:v>1.28</c:v>
                </c:pt>
                <c:pt idx="752">
                  <c:v>1.23</c:v>
                </c:pt>
                <c:pt idx="753">
                  <c:v>1.25</c:v>
                </c:pt>
                <c:pt idx="754">
                  <c:v>1.29</c:v>
                </c:pt>
                <c:pt idx="755">
                  <c:v>1.31</c:v>
                </c:pt>
                <c:pt idx="756">
                  <c:v>1.42</c:v>
                </c:pt>
                <c:pt idx="757">
                  <c:v>1.32</c:v>
                </c:pt>
                <c:pt idx="758">
                  <c:v>1.21</c:v>
                </c:pt>
                <c:pt idx="759">
                  <c:v>1.19</c:v>
                </c:pt>
                <c:pt idx="760">
                  <c:v>1.13</c:v>
                </c:pt>
                <c:pt idx="761">
                  <c:v>1.04</c:v>
                </c:pt>
                <c:pt idx="762">
                  <c:v>0.94</c:v>
                </c:pt>
                <c:pt idx="763">
                  <c:v>0.89</c:v>
                </c:pt>
                <c:pt idx="764">
                  <c:v>0.83</c:v>
                </c:pt>
                <c:pt idx="765">
                  <c:v>0.75</c:v>
                </c:pt>
                <c:pt idx="766">
                  <c:v>0.66</c:v>
                </c:pt>
                <c:pt idx="767">
                  <c:v>0.61</c:v>
                </c:pt>
                <c:pt idx="768">
                  <c:v>0.51</c:v>
                </c:pt>
                <c:pt idx="769">
                  <c:v>0.5</c:v>
                </c:pt>
                <c:pt idx="770">
                  <c:v>0.46</c:v>
                </c:pt>
                <c:pt idx="771">
                  <c:v>0.45</c:v>
                </c:pt>
                <c:pt idx="772">
                  <c:v>0.44</c:v>
                </c:pt>
                <c:pt idx="773">
                  <c:v>0.38</c:v>
                </c:pt>
                <c:pt idx="774">
                  <c:v>0.37</c:v>
                </c:pt>
                <c:pt idx="775">
                  <c:v>0.31</c:v>
                </c:pt>
                <c:pt idx="776">
                  <c:v>0.3</c:v>
                </c:pt>
                <c:pt idx="777">
                  <c:v>0.27</c:v>
                </c:pt>
                <c:pt idx="778">
                  <c:v>0.25</c:v>
                </c:pt>
                <c:pt idx="779">
                  <c:v>0.22</c:v>
                </c:pt>
                <c:pt idx="780">
                  <c:v>0.2</c:v>
                </c:pt>
                <c:pt idx="781">
                  <c:v>0.18</c:v>
                </c:pt>
                <c:pt idx="782">
                  <c:v>0.16</c:v>
                </c:pt>
                <c:pt idx="783">
                  <c:v>0.15</c:v>
                </c:pt>
                <c:pt idx="784">
                  <c:v>0.12</c:v>
                </c:pt>
                <c:pt idx="785">
                  <c:v>0.11</c:v>
                </c:pt>
                <c:pt idx="786">
                  <c:v>0.09</c:v>
                </c:pt>
                <c:pt idx="787">
                  <c:v>0.08</c:v>
                </c:pt>
                <c:pt idx="788">
                  <c:v>0.06</c:v>
                </c:pt>
                <c:pt idx="789">
                  <c:v>0.05</c:v>
                </c:pt>
                <c:pt idx="790">
                  <c:v>0.03</c:v>
                </c:pt>
                <c:pt idx="791">
                  <c:v>0.02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21.53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8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Sau: theo giờ (kWh)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Sạch</c:v>
                </c:pt>
              </c:strCache>
            </c:strRef>
          </c:tx>
          <c:spPr>
            <a:solidFill>
              <a:srgbClr val="F2A516"/>
            </a:solidFill>
            <a:ln w="19050" cap="flat">
              <a:solidFill>
                <a:srgbClr val="F2A5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516"/>
              </a:solidFill>
              <a:ln w="9525" cap="flat">
                <a:solidFill>
                  <a:srgbClr val="F2A5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Sheet1!$A$2:$A$73</c:f>
              <c:multiLvlStrCache>
                <c:ptCount val="72"/>
                <c:lvl>
                  <c:pt idx="0">
                    <c:v>21/02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22/02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23/02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</c:lvl>
              </c:multiLvlStrCache>
            </c:multiLvlStrRef>
          </c:cat>
          <c:val>
            <c:numRef>
              <c:f>Sheet1!$B$2:$B$73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0.4</c:v>
                </c:pt>
                <c:pt idx="8">
                  <c:v>1.13</c:v>
                </c:pt>
                <c:pt idx="9">
                  <c:v>1.99</c:v>
                </c:pt>
                <c:pt idx="10">
                  <c:v>2.62</c:v>
                </c:pt>
                <c:pt idx="11">
                  <c:v>2.81</c:v>
                </c:pt>
                <c:pt idx="12">
                  <c:v>2.86</c:v>
                </c:pt>
                <c:pt idx="13">
                  <c:v>2.51</c:v>
                </c:pt>
                <c:pt idx="14">
                  <c:v>2.05</c:v>
                </c:pt>
                <c:pt idx="15">
                  <c:v>1.59</c:v>
                </c:pt>
                <c:pt idx="16">
                  <c:v>0.91</c:v>
                </c:pt>
                <c:pt idx="17">
                  <c:v>0.24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0.45</c:v>
                </c:pt>
                <c:pt idx="32">
                  <c:v>1.13</c:v>
                </c:pt>
                <c:pt idx="33">
                  <c:v>1.96</c:v>
                </c:pt>
                <c:pt idx="34">
                  <c:v>2.75</c:v>
                </c:pt>
                <c:pt idx="35">
                  <c:v>3.32</c:v>
                </c:pt>
                <c:pt idx="36">
                  <c:v>3.41</c:v>
                </c:pt>
                <c:pt idx="37">
                  <c:v>2.96</c:v>
                </c:pt>
                <c:pt idx="38">
                  <c:v>2.39</c:v>
                </c:pt>
                <c:pt idx="39">
                  <c:v>1.83</c:v>
                </c:pt>
                <c:pt idx="40">
                  <c:v>1.08</c:v>
                </c:pt>
                <c:pt idx="41">
                  <c:v>0.33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0.55</c:v>
                </c:pt>
                <c:pt idx="56">
                  <c:v>1.38</c:v>
                </c:pt>
                <c:pt idx="57">
                  <c:v>2.27</c:v>
                </c:pt>
                <c:pt idx="58">
                  <c:v>2.88</c:v>
                </c:pt>
                <c:pt idx="59">
                  <c:v>3.01</c:v>
                </c:pt>
                <c:pt idx="60">
                  <c:v>2.61</c:v>
                </c:pt>
                <c:pt idx="61">
                  <c:v>1.63</c:v>
                </c:pt>
                <c:pt idx="62">
                  <c:v>1.13</c:v>
                </c:pt>
                <c:pt idx="63">
                  <c:v>1</c:v>
                </c:pt>
                <c:pt idx="64">
                  <c:v>0.37</c:v>
                </c:pt>
                <c:pt idx="65">
                  <c:v>0.1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4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Tương quan với PV (giờ ban ngày)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Bức xạ</c:v>
                  </c:pt>
                  <c:pt idx="1">
                    <c:v>Độ ẩm</c:v>
                  </c:pt>
                  <c:pt idx="2">
                    <c:v>Nhiệt độ</c:v>
                  </c:pt>
                  <c:pt idx="3">
                    <c:v>Gió</c:v>
                  </c:pt>
                  <c:pt idx="4">
                    <c:v>Mây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</c:v>
                </c:pt>
                <c:pt idx="1">
                  <c:v>-0.51</c:v>
                </c:pt>
                <c:pt idx="2">
                  <c:v>0.33</c:v>
                </c:pt>
                <c:pt idx="3">
                  <c:v>0.29</c:v>
                </c:pt>
                <c:pt idx="4">
                  <c:v>-0.17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568"/>
                </a:solidFill>
                <a:latin typeface="+mn-lt"/>
              </a:rPr>
              <a:t>Sản lượng tháng (kWh) · năm 6.949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</c:v>
                </c:pt>
              </c:strCache>
            </c:strRef>
          </c:tx>
          <c:spPr>
            <a:solidFill>
              <a:srgbClr val="F2A5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460</c:v>
                </c:pt>
                <c:pt idx="1">
                  <c:v>515</c:v>
                </c:pt>
                <c:pt idx="2">
                  <c:v>641</c:v>
                </c:pt>
                <c:pt idx="3">
                  <c:v>708</c:v>
                </c:pt>
                <c:pt idx="4">
                  <c:v>687</c:v>
                </c:pt>
                <c:pt idx="5">
                  <c:v>621</c:v>
                </c:pt>
                <c:pt idx="6">
                  <c:v>678</c:v>
                </c:pt>
                <c:pt idx="7">
                  <c:v>658</c:v>
                </c:pt>
                <c:pt idx="8">
                  <c:v>554</c:v>
                </c:pt>
                <c:pt idx="9">
                  <c:v>530</c:v>
                </c:pt>
                <c:pt idx="10">
                  <c:v>447</c:v>
                </c:pt>
                <c:pt idx="11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bước, mỗi bước một việc. Màu cam = dữ liệu PV (nội sinh), xanh = thời tiết (ngoại sinh), đỏ = xử lý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Inverter cho biến mục tiêu; thời tiết lấy theo tọa độ mái nhà. Hai nguồn ghép bằng cột thời gian sau khi đưa về cùng múi giờ.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Tuần 15/03–21/03. Sản lượng gần như là bản sao của bức xạ: thời tiết là biến ngoại sinh mạnh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quy tắc đơn giản, chạy theo thứ tự. Ban đêm luôn gán 0 dựa trên góc cao mặt trời, nên không cần dữ liệu đêm từ inverter.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Gộp về 1 giờ để khớp tần suất thời tiết. Khoảng trống ngắn nội suy tuyến tính; khoảng dài (mất mạng nhiều ngày) ước lượng bằng hồi quy tuyến tính theo GHI.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Khi huấn luyện, dùng thời tiết thực đo thay cho dự báo (giả định dự báo hoàn hảo). Khi chạy thật, thay bằng dự báo thời tiết của Open-Meteo.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Cột mục tiêu đặt tên OT và để cuối cùng, đúng quy ước Dataset_Custom của repo. Chạy với --data custom --features MS --enc_in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Bức xạ quyết định gần như toàn bộ; độ ẩm (đại diện cho mây và mưa) đứng thứ hai. Mùa vụ rõ: cao điểm tháng 4–7.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Dữ liệu điện mặt trời: từ inverter đến TimeXer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Luồng thu thập và xử lý · dự báo sản lượng 24 giờ tới</a:t>
            </a:r>
            <a:endParaRPr lang="en-US" sz="1800" dirty="0"/>
          </a:p>
        </p:txBody>
      </p:sp>
      <p:sp>
        <p:nvSpPr>
          <p:cNvPr id="4" name="Solar circle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ola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738835"/>
            <a:ext cx="351130" cy="351130"/>
          </a:xfrm>
          <a:prstGeom prst="rect">
            <a:avLst/>
          </a:prstGeom>
        </p:spPr>
      </p:pic>
      <p:sp>
        <p:nvSpPr>
          <p:cNvPr id="6" name="Weather circle"/>
          <p:cNvSpPr/>
          <p:nvPr/>
        </p:nvSpPr>
        <p:spPr>
          <a:xfrm>
            <a:off x="1417320" y="548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Weath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15" y="738835"/>
            <a:ext cx="351130" cy="351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Tổng quan luồng dữ liệu</a:t>
            </a:r>
            <a:endParaRPr lang="en-US" sz="3200" dirty="0"/>
          </a:p>
        </p:txBody>
      </p:sp>
      <p:sp>
        <p:nvSpPr>
          <p:cNvPr id="4" name="Step 1 card"/>
          <p:cNvSpPr/>
          <p:nvPr/>
        </p:nvSpPr>
        <p:spPr>
          <a:xfrm>
            <a:off x="457200" y="1463040"/>
            <a:ext cx="1481328" cy="26517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832104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927555"/>
            <a:ext cx="351130" cy="351130"/>
          </a:xfrm>
          <a:prstGeom prst="rect">
            <a:avLst/>
          </a:prstGeom>
        </p:spPr>
      </p:pic>
      <p:sp>
        <p:nvSpPr>
          <p:cNvPr id="7" name="Step 1 num"/>
          <p:cNvSpPr txBox="1"/>
          <p:nvPr/>
        </p:nvSpPr>
        <p:spPr>
          <a:xfrm>
            <a:off x="457200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tep 1 head"/>
          <p:cNvSpPr txBox="1"/>
          <p:nvPr/>
        </p:nvSpPr>
        <p:spPr>
          <a:xfrm>
            <a:off x="548640" y="28803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Thu thập</a:t>
            </a:r>
            <a:endParaRPr lang="en-US" sz="1600" dirty="0"/>
          </a:p>
        </p:txBody>
      </p:sp>
      <p:sp>
        <p:nvSpPr>
          <p:cNvPr id="9" name="Step 1 desc"/>
          <p:cNvSpPr txBox="1"/>
          <p:nvPr/>
        </p:nvSpPr>
        <p:spPr>
          <a:xfrm>
            <a:off x="548640" y="32918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Inverter + thời tiết</a:t>
            </a:r>
            <a:endParaRPr lang="en-US" sz="1300" dirty="0"/>
          </a:p>
        </p:txBody>
      </p:sp>
      <p:sp>
        <p:nvSpPr>
          <p:cNvPr id="10" name="Arrow 1"/>
          <p:cNvSpPr/>
          <p:nvPr/>
        </p:nvSpPr>
        <p:spPr>
          <a:xfrm>
            <a:off x="1975104" y="2002536"/>
            <a:ext cx="128016" cy="201168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1" name="Step 2 card"/>
          <p:cNvSpPr/>
          <p:nvPr/>
        </p:nvSpPr>
        <p:spPr>
          <a:xfrm>
            <a:off x="2139696" y="1463040"/>
            <a:ext cx="1481328" cy="26517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2" name="Step 2 circle"/>
          <p:cNvSpPr/>
          <p:nvPr/>
        </p:nvSpPr>
        <p:spPr>
          <a:xfrm>
            <a:off x="2514600" y="17373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795" y="1927555"/>
            <a:ext cx="351130" cy="351130"/>
          </a:xfrm>
          <a:prstGeom prst="rect">
            <a:avLst/>
          </a:prstGeom>
        </p:spPr>
      </p:pic>
      <p:sp>
        <p:nvSpPr>
          <p:cNvPr id="14" name="Step 2 num"/>
          <p:cNvSpPr txBox="1"/>
          <p:nvPr/>
        </p:nvSpPr>
        <p:spPr>
          <a:xfrm>
            <a:off x="2139696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tep 2 head"/>
          <p:cNvSpPr txBox="1"/>
          <p:nvPr/>
        </p:nvSpPr>
        <p:spPr>
          <a:xfrm>
            <a:off x="2231136" y="28803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Làm sạch</a:t>
            </a:r>
            <a:endParaRPr lang="en-US" sz="1600" dirty="0"/>
          </a:p>
        </p:txBody>
      </p:sp>
      <p:sp>
        <p:nvSpPr>
          <p:cNvPr id="16" name="Step 2 desc"/>
          <p:cNvSpPr txBox="1"/>
          <p:nvPr/>
        </p:nvSpPr>
        <p:spPr>
          <a:xfrm>
            <a:off x="2231136" y="32918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Bỏ trùng, spike, đứng giá</a:t>
            </a:r>
            <a:endParaRPr lang="en-US" sz="1300" dirty="0"/>
          </a:p>
        </p:txBody>
      </p:sp>
      <p:sp>
        <p:nvSpPr>
          <p:cNvPr id="17" name="Arrow 2"/>
          <p:cNvSpPr/>
          <p:nvPr/>
        </p:nvSpPr>
        <p:spPr>
          <a:xfrm>
            <a:off x="3657600" y="2002536"/>
            <a:ext cx="128016" cy="201168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8" name="Step 3 card"/>
          <p:cNvSpPr/>
          <p:nvPr/>
        </p:nvSpPr>
        <p:spPr>
          <a:xfrm>
            <a:off x="3822192" y="1463040"/>
            <a:ext cx="1481328" cy="26517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9" name="Step 3 circle"/>
          <p:cNvSpPr/>
          <p:nvPr/>
        </p:nvSpPr>
        <p:spPr>
          <a:xfrm>
            <a:off x="4197096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291" y="1927555"/>
            <a:ext cx="351130" cy="351130"/>
          </a:xfrm>
          <a:prstGeom prst="rect">
            <a:avLst/>
          </a:prstGeom>
        </p:spPr>
      </p:pic>
      <p:sp>
        <p:nvSpPr>
          <p:cNvPr id="21" name="Step 3 num"/>
          <p:cNvSpPr txBox="1"/>
          <p:nvPr/>
        </p:nvSpPr>
        <p:spPr>
          <a:xfrm>
            <a:off x="3822192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Step 3 head"/>
          <p:cNvSpPr txBox="1"/>
          <p:nvPr/>
        </p:nvSpPr>
        <p:spPr>
          <a:xfrm>
            <a:off x="3913632" y="28803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Gộp giờ</a:t>
            </a:r>
            <a:endParaRPr lang="en-US" sz="1600" dirty="0"/>
          </a:p>
        </p:txBody>
      </p:sp>
      <p:sp>
        <p:nvSpPr>
          <p:cNvPr id="23" name="Step 3 desc"/>
          <p:cNvSpPr txBox="1"/>
          <p:nvPr/>
        </p:nvSpPr>
        <p:spPr>
          <a:xfrm>
            <a:off x="3913632" y="32918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 phút → 1 giờ, lấp trống</a:t>
            </a:r>
            <a:endParaRPr lang="en-US" sz="1300" dirty="0"/>
          </a:p>
        </p:txBody>
      </p:sp>
      <p:sp>
        <p:nvSpPr>
          <p:cNvPr id="24" name="Arrow 3"/>
          <p:cNvSpPr/>
          <p:nvPr/>
        </p:nvSpPr>
        <p:spPr>
          <a:xfrm>
            <a:off x="5340096" y="2002536"/>
            <a:ext cx="128016" cy="201168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25" name="Step 4 card"/>
          <p:cNvSpPr/>
          <p:nvPr/>
        </p:nvSpPr>
        <p:spPr>
          <a:xfrm>
            <a:off x="5504688" y="1463040"/>
            <a:ext cx="1481328" cy="26517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6" name="Step 4 circle"/>
          <p:cNvSpPr/>
          <p:nvPr/>
        </p:nvSpPr>
        <p:spPr>
          <a:xfrm>
            <a:off x="5879592" y="1737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787" y="1927555"/>
            <a:ext cx="351130" cy="351130"/>
          </a:xfrm>
          <a:prstGeom prst="rect">
            <a:avLst/>
          </a:prstGeom>
        </p:spPr>
      </p:pic>
      <p:sp>
        <p:nvSpPr>
          <p:cNvPr id="28" name="Step 4 num"/>
          <p:cNvSpPr txBox="1"/>
          <p:nvPr/>
        </p:nvSpPr>
        <p:spPr>
          <a:xfrm>
            <a:off x="5504688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4 head"/>
          <p:cNvSpPr txBox="1"/>
          <p:nvPr/>
        </p:nvSpPr>
        <p:spPr>
          <a:xfrm>
            <a:off x="5596128" y="28803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Dịch +24h</a:t>
            </a:r>
            <a:endParaRPr lang="en-US" sz="1600" dirty="0"/>
          </a:p>
        </p:txBody>
      </p:sp>
      <p:sp>
        <p:nvSpPr>
          <p:cNvPr id="30" name="Step 4 desc"/>
          <p:cNvSpPr txBox="1"/>
          <p:nvPr/>
        </p:nvSpPr>
        <p:spPr>
          <a:xfrm>
            <a:off x="5596128" y="32918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Thời tiết thành dự báo</a:t>
            </a:r>
            <a:endParaRPr lang="en-US" sz="1300" dirty="0"/>
          </a:p>
        </p:txBody>
      </p:sp>
      <p:sp>
        <p:nvSpPr>
          <p:cNvPr id="31" name="Arrow 4"/>
          <p:cNvSpPr/>
          <p:nvPr/>
        </p:nvSpPr>
        <p:spPr>
          <a:xfrm>
            <a:off x="7022592" y="2002536"/>
            <a:ext cx="128016" cy="201168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32" name="Step 5 card"/>
          <p:cNvSpPr/>
          <p:nvPr/>
        </p:nvSpPr>
        <p:spPr>
          <a:xfrm>
            <a:off x="7187184" y="1463040"/>
            <a:ext cx="1481328" cy="26517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3" name="Step 5 circle"/>
          <p:cNvSpPr/>
          <p:nvPr/>
        </p:nvSpPr>
        <p:spPr>
          <a:xfrm>
            <a:off x="7562088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4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283" y="1927555"/>
            <a:ext cx="351130" cy="351130"/>
          </a:xfrm>
          <a:prstGeom prst="rect">
            <a:avLst/>
          </a:prstGeom>
        </p:spPr>
      </p:pic>
      <p:sp>
        <p:nvSpPr>
          <p:cNvPr id="35" name="Step 5 num"/>
          <p:cNvSpPr txBox="1"/>
          <p:nvPr/>
        </p:nvSpPr>
        <p:spPr>
          <a:xfrm>
            <a:off x="7187184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Step 5 head"/>
          <p:cNvSpPr txBox="1"/>
          <p:nvPr/>
        </p:nvSpPr>
        <p:spPr>
          <a:xfrm>
            <a:off x="7278624" y="28803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Xuất CSV</a:t>
            </a:r>
            <a:endParaRPr lang="en-US" sz="1600" dirty="0"/>
          </a:p>
        </p:txBody>
      </p:sp>
      <p:sp>
        <p:nvSpPr>
          <p:cNvPr id="37" name="Step 5 desc"/>
          <p:cNvSpPr txBox="1"/>
          <p:nvPr/>
        </p:nvSpPr>
        <p:spPr>
          <a:xfrm>
            <a:off x="7278624" y="32918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Chia 70/10/20</a:t>
            </a:r>
            <a:endParaRPr lang="en-US" sz="1300" dirty="0"/>
          </a:p>
        </p:txBody>
      </p:sp>
      <p:sp>
        <p:nvSpPr>
          <p:cNvPr id="39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Bước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Hai nguồn, một khóa thời gian</a:t>
            </a:r>
            <a:endParaRPr lang="en-US" sz="3200" dirty="0"/>
          </a:p>
        </p:txBody>
      </p:sp>
      <p:sp>
        <p:nvSpPr>
          <p:cNvPr id="4" name="Inverter card"/>
          <p:cNvSpPr/>
          <p:nvPr/>
        </p:nvSpPr>
        <p:spPr>
          <a:xfrm>
            <a:off x="457200" y="137160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Inverter circle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nvert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66621"/>
            <a:ext cx="307238" cy="307238"/>
          </a:xfrm>
          <a:prstGeom prst="rect">
            <a:avLst/>
          </a:prstGeom>
        </p:spPr>
      </p:pic>
      <p:sp>
        <p:nvSpPr>
          <p:cNvPr id="7" name="Inverter head"/>
          <p:cNvSpPr txBox="1"/>
          <p:nvPr/>
        </p:nvSpPr>
        <p:spPr>
          <a:xfrm>
            <a:off x="155448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Inverter</a:t>
            </a:r>
            <a:endParaRPr lang="en-US" sz="2000" dirty="0"/>
          </a:p>
        </p:txBody>
      </p:sp>
      <p:sp>
        <p:nvSpPr>
          <p:cNvPr id="8" name="Inverter sub"/>
          <p:cNvSpPr txBox="1"/>
          <p:nvPr/>
        </p:nvSpPr>
        <p:spPr>
          <a:xfrm>
            <a:off x="155448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nội sinh · biến cần dự báo</a:t>
            </a:r>
            <a:endParaRPr lang="en-US" sz="1200" dirty="0"/>
          </a:p>
        </p:txBody>
      </p:sp>
      <p:sp>
        <p:nvSpPr>
          <p:cNvPr id="9" name="Inverter key 0"/>
          <p:cNvSpPr txBox="1"/>
          <p:nvPr/>
        </p:nvSpPr>
        <p:spPr>
          <a:xfrm>
            <a:off x="73152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Biến</a:t>
            </a:r>
            <a:endParaRPr lang="en-US" sz="1300" dirty="0"/>
          </a:p>
        </p:txBody>
      </p:sp>
      <p:sp>
        <p:nvSpPr>
          <p:cNvPr id="10" name="Inverter val 0"/>
          <p:cNvSpPr txBox="1"/>
          <p:nvPr/>
        </p:nvSpPr>
        <p:spPr>
          <a:xfrm>
            <a:off x="164592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Công suất AC (W)</a:t>
            </a:r>
            <a:endParaRPr lang="en-US" sz="1400" dirty="0"/>
          </a:p>
        </p:txBody>
      </p:sp>
      <p:sp>
        <p:nvSpPr>
          <p:cNvPr id="11" name="Inverter key 1"/>
          <p:cNvSpPr txBox="1"/>
          <p:nvPr/>
        </p:nvSpPr>
        <p:spPr>
          <a:xfrm>
            <a:off x="73152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Tần suất</a:t>
            </a:r>
            <a:endParaRPr lang="en-US" sz="1300" dirty="0"/>
          </a:p>
        </p:txBody>
      </p:sp>
      <p:sp>
        <p:nvSpPr>
          <p:cNvPr id="12" name="Inverter val 1"/>
          <p:cNvSpPr txBox="1"/>
          <p:nvPr/>
        </p:nvSpPr>
        <p:spPr>
          <a:xfrm>
            <a:off x="164592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phút</a:t>
            </a:r>
            <a:endParaRPr lang="en-US" sz="1400" dirty="0"/>
          </a:p>
        </p:txBody>
      </p:sp>
      <p:sp>
        <p:nvSpPr>
          <p:cNvPr id="13" name="Inverter key 2"/>
          <p:cNvSpPr txBox="1"/>
          <p:nvPr/>
        </p:nvSpPr>
        <p:spPr>
          <a:xfrm>
            <a:off x="73152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Nguồn</a:t>
            </a:r>
            <a:endParaRPr lang="en-US" sz="1300" dirty="0"/>
          </a:p>
        </p:txBody>
      </p:sp>
      <p:sp>
        <p:nvSpPr>
          <p:cNvPr id="14" name="Inverter val 2"/>
          <p:cNvSpPr txBox="1"/>
          <p:nvPr/>
        </p:nvSpPr>
        <p:spPr>
          <a:xfrm>
            <a:off x="164592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Xuất CSV từ app inverter</a:t>
            </a:r>
            <a:endParaRPr lang="en-US" sz="1400" dirty="0"/>
          </a:p>
        </p:txBody>
      </p:sp>
      <p:sp>
        <p:nvSpPr>
          <p:cNvPr id="15" name="Thời tiết card"/>
          <p:cNvSpPr/>
          <p:nvPr/>
        </p:nvSpPr>
        <p:spPr>
          <a:xfrm>
            <a:off x="4754880" y="137160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Thời tiết circle"/>
          <p:cNvSpPr/>
          <p:nvPr/>
        </p:nvSpPr>
        <p:spPr>
          <a:xfrm>
            <a:off x="502920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Thời tiế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621" y="1766621"/>
            <a:ext cx="307238" cy="307238"/>
          </a:xfrm>
          <a:prstGeom prst="rect">
            <a:avLst/>
          </a:prstGeom>
        </p:spPr>
      </p:pic>
      <p:sp>
        <p:nvSpPr>
          <p:cNvPr id="18" name="Thời tiết head"/>
          <p:cNvSpPr txBox="1"/>
          <p:nvPr/>
        </p:nvSpPr>
        <p:spPr>
          <a:xfrm>
            <a:off x="58521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Thời tiết</a:t>
            </a:r>
            <a:endParaRPr lang="en-US" sz="2000" dirty="0"/>
          </a:p>
        </p:txBody>
      </p:sp>
      <p:sp>
        <p:nvSpPr>
          <p:cNvPr id="19" name="Thời tiết sub"/>
          <p:cNvSpPr txBox="1"/>
          <p:nvPr/>
        </p:nvSpPr>
        <p:spPr>
          <a:xfrm>
            <a:off x="58521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ngoại sinh · biến hỗ trợ</a:t>
            </a:r>
            <a:endParaRPr lang="en-US" sz="1200" dirty="0"/>
          </a:p>
        </p:txBody>
      </p:sp>
      <p:sp>
        <p:nvSpPr>
          <p:cNvPr id="20" name="Thời tiết key 0"/>
          <p:cNvSpPr txBox="1"/>
          <p:nvPr/>
        </p:nvSpPr>
        <p:spPr>
          <a:xfrm>
            <a:off x="502920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Biến</a:t>
            </a:r>
            <a:endParaRPr lang="en-US" sz="1300" dirty="0"/>
          </a:p>
        </p:txBody>
      </p:sp>
      <p:sp>
        <p:nvSpPr>
          <p:cNvPr id="21" name="Thời tiết val 0"/>
          <p:cNvSpPr txBox="1"/>
          <p:nvPr/>
        </p:nvSpPr>
        <p:spPr>
          <a:xfrm>
            <a:off x="594360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Bức xạ, mây, nhiệt, ẩm, gió</a:t>
            </a:r>
            <a:endParaRPr lang="en-US" sz="1400" dirty="0"/>
          </a:p>
        </p:txBody>
      </p:sp>
      <p:sp>
        <p:nvSpPr>
          <p:cNvPr id="22" name="Thời tiết key 1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Tần suất</a:t>
            </a:r>
            <a:endParaRPr lang="en-US" sz="1300" dirty="0"/>
          </a:p>
        </p:txBody>
      </p:sp>
      <p:sp>
        <p:nvSpPr>
          <p:cNvPr id="23" name="Thời tiết val 1"/>
          <p:cNvSpPr txBox="1"/>
          <p:nvPr/>
        </p:nvSpPr>
        <p:spPr>
          <a:xfrm>
            <a:off x="594360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giờ</a:t>
            </a:r>
            <a:endParaRPr lang="en-US" sz="1400" dirty="0"/>
          </a:p>
        </p:txBody>
      </p:sp>
      <p:sp>
        <p:nvSpPr>
          <p:cNvPr id="24" name="Thời tiết key 2"/>
          <p:cNvSpPr txBox="1"/>
          <p:nvPr/>
        </p:nvSpPr>
        <p:spPr>
          <a:xfrm>
            <a:off x="502920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Nguồn</a:t>
            </a:r>
            <a:endParaRPr lang="en-US" sz="1300" dirty="0"/>
          </a:p>
        </p:txBody>
      </p:sp>
      <p:sp>
        <p:nvSpPr>
          <p:cNvPr id="25" name="Thời tiết val 2"/>
          <p:cNvSpPr txBox="1"/>
          <p:nvPr/>
        </p:nvSpPr>
        <p:spPr>
          <a:xfrm>
            <a:off x="5943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API (miễn phí)</a:t>
            </a:r>
            <a:endParaRPr lang="en-US" sz="1400" dirty="0"/>
          </a:p>
        </p:txBody>
      </p:sp>
      <p:sp>
        <p:nvSpPr>
          <p:cNvPr id="26" name="Plus"/>
          <p:cNvSpPr txBox="1"/>
          <p:nvPr/>
        </p:nvSpPr>
        <p:spPr>
          <a:xfrm>
            <a:off x="438912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+</a:t>
            </a:r>
            <a:endParaRPr lang="en-US" sz="2800" dirty="0"/>
          </a:p>
        </p:txBody>
      </p:sp>
      <p:sp>
        <p:nvSpPr>
          <p:cNvPr id="27" name="Join pill"/>
          <p:cNvSpPr/>
          <p:nvPr/>
        </p:nvSpPr>
        <p:spPr>
          <a:xfrm>
            <a:off x="2286000" y="3931920"/>
            <a:ext cx="457200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8" name="Join text"/>
          <p:cNvSpPr txBox="1"/>
          <p:nvPr/>
        </p:nvSpPr>
        <p:spPr>
          <a:xfrm>
            <a:off x="228600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Ghép theo thời điểm (giờ địa phương)</a:t>
            </a:r>
            <a:endParaRPr lang="en-US" sz="1500" dirty="0"/>
          </a:p>
        </p:txBody>
      </p:sp>
      <p:sp>
        <p:nvSpPr>
          <p:cNvPr id="30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Sản lượng bám theo bức xạ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Dữ liệu minh họa: thời tiết TMY2 Miami (NREL, kèm pvlib) · PV mô phỏng 5 kWp bằng pvlib · lỗi logger được giả lập</a:t>
            </a:r>
            <a:endParaRPr lang="en-US" sz="1000" dirty="0"/>
          </a:p>
        </p:txBody>
      </p:sp>
      <p:graphicFrame>
        <p:nvGraphicFramePr>
          <p:cNvPr id="5" name="PV week chart" descr=""/>
          <p:cNvGraphicFramePr/>
          <p:nvPr/>
        </p:nvGraphicFramePr>
        <p:xfrm>
          <a:off x="365760" y="1280160"/>
          <a:ext cx="58521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GHI week chart" descr=""/>
          <p:cNvGraphicFramePr/>
          <p:nvPr/>
        </p:nvGraphicFramePr>
        <p:xfrm>
          <a:off x="365760" y="2971800"/>
          <a:ext cx="58521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orr card"/>
          <p:cNvSpPr/>
          <p:nvPr/>
        </p:nvSpPr>
        <p:spPr>
          <a:xfrm>
            <a:off x="6492240" y="1371600"/>
            <a:ext cx="2194560" cy="32004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Corr value"/>
          <p:cNvSpPr txBox="1"/>
          <p:nvPr/>
        </p:nvSpPr>
        <p:spPr>
          <a:xfrm>
            <a:off x="64922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0,99</a:t>
            </a:r>
            <a:endParaRPr lang="en-US" sz="4400" dirty="0"/>
          </a:p>
        </p:txBody>
      </p:sp>
      <p:sp>
        <p:nvSpPr>
          <p:cNvPr id="9" name="Corr label"/>
          <p:cNvSpPr txBox="1"/>
          <p:nvPr/>
        </p:nvSpPr>
        <p:spPr>
          <a:xfrm>
            <a:off x="66751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hệ số tương quan PV – bức xạ</a:t>
            </a:r>
            <a:endParaRPr lang="en-US" sz="1300" dirty="0"/>
          </a:p>
        </p:txBody>
      </p:sp>
      <p:sp>
        <p:nvSpPr>
          <p:cNvPr id="10" name="Corr takeaway"/>
          <p:cNvSpPr txBox="1"/>
          <p:nvPr/>
        </p:nvSpPr>
        <p:spPr>
          <a:xfrm>
            <a:off x="667512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Ngày mây (18–19/03) → sản lượng giảm một nửa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Bước 2 · Hình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Làm sạch log inverter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Dữ liệu minh họa: thời tiết TMY2 Miami (NREL, kèm pvlib) · PV mô phỏng 5 kWp bằng pvlib · lỗi logger được giả lập</a:t>
            </a:r>
            <a:endParaRPr lang="en-US" sz="1000" dirty="0"/>
          </a:p>
        </p:txBody>
      </p:sp>
      <p:sp>
        <p:nvSpPr>
          <p:cNvPr id="5" name="Rules head"/>
          <p:cNvSpPr txBox="1"/>
          <p:nvPr/>
        </p:nvSpPr>
        <p:spPr>
          <a:xfrm>
            <a:off x="4572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Quy tắc</a:t>
            </a:r>
            <a:endParaRPr lang="en-US" sz="1200" dirty="0"/>
          </a:p>
        </p:txBody>
      </p:sp>
      <p:sp>
        <p:nvSpPr>
          <p:cNvPr id="6" name="Count head"/>
          <p:cNvSpPr txBox="1"/>
          <p:nvPr/>
        </p:nvSpPr>
        <p:spPr>
          <a:xfrm>
            <a:off x="292608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Số điểm</a:t>
            </a:r>
            <a:endParaRPr lang="en-US" sz="1200" dirty="0"/>
          </a:p>
        </p:txBody>
      </p:sp>
      <p:sp>
        <p:nvSpPr>
          <p:cNvPr id="7" name="Rule 0 bg"/>
          <p:cNvSpPr/>
          <p:nvPr/>
        </p:nvSpPr>
        <p:spPr>
          <a:xfrm>
            <a:off x="457200" y="1691640"/>
            <a:ext cx="32918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8" name="Rule 0 text"/>
          <p:cNvSpPr txBox="1"/>
          <p:nvPr/>
        </p:nvSpPr>
        <p:spPr>
          <a:xfrm>
            <a:off x="594360" y="1764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Trùng thời điểm</a:t>
            </a:r>
            <a:endParaRPr lang="en-US" sz="1400" dirty="0"/>
          </a:p>
        </p:txBody>
      </p:sp>
      <p:sp>
        <p:nvSpPr>
          <p:cNvPr id="9" name="Rule 0 action"/>
          <p:cNvSpPr txBox="1"/>
          <p:nvPr/>
        </p:nvSpPr>
        <p:spPr>
          <a:xfrm>
            <a:off x="594360" y="20025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bỏ</a:t>
            </a:r>
            <a:endParaRPr lang="en-US" sz="1200" dirty="0"/>
          </a:p>
        </p:txBody>
      </p:sp>
      <p:sp>
        <p:nvSpPr>
          <p:cNvPr id="10" name="Rule 0 count"/>
          <p:cNvSpPr txBox="1"/>
          <p:nvPr/>
        </p:nvSpPr>
        <p:spPr>
          <a:xfrm>
            <a:off x="2743200" y="178308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200</a:t>
            </a:r>
            <a:endParaRPr lang="en-US" sz="1800" dirty="0"/>
          </a:p>
        </p:txBody>
      </p:sp>
      <p:sp>
        <p:nvSpPr>
          <p:cNvPr id="11" name="Rule 1 bg"/>
          <p:cNvSpPr/>
          <p:nvPr/>
        </p:nvSpPr>
        <p:spPr>
          <a:xfrm>
            <a:off x="457200" y="2404872"/>
            <a:ext cx="32918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2" name="Rule 1 text"/>
          <p:cNvSpPr txBox="1"/>
          <p:nvPr/>
        </p:nvSpPr>
        <p:spPr>
          <a:xfrm>
            <a:off x="594360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Ngoài 0 – 1,2 × kWp</a:t>
            </a:r>
            <a:endParaRPr lang="en-US" sz="1400" dirty="0"/>
          </a:p>
        </p:txBody>
      </p:sp>
      <p:sp>
        <p:nvSpPr>
          <p:cNvPr id="13" name="Rule 1 action"/>
          <p:cNvSpPr txBox="1"/>
          <p:nvPr/>
        </p:nvSpPr>
        <p:spPr>
          <a:xfrm>
            <a:off x="594360" y="27157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bỏ</a:t>
            </a:r>
            <a:endParaRPr lang="en-US" sz="1200" dirty="0"/>
          </a:p>
        </p:txBody>
      </p:sp>
      <p:sp>
        <p:nvSpPr>
          <p:cNvPr id="14" name="Rule 1 count"/>
          <p:cNvSpPr txBox="1"/>
          <p:nvPr/>
        </p:nvSpPr>
        <p:spPr>
          <a:xfrm>
            <a:off x="2743200" y="2496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</a:t>
            </a:r>
            <a:endParaRPr lang="en-US" sz="1800" dirty="0"/>
          </a:p>
        </p:txBody>
      </p:sp>
      <p:sp>
        <p:nvSpPr>
          <p:cNvPr id="15" name="Rule 2 bg"/>
          <p:cNvSpPr/>
          <p:nvPr/>
        </p:nvSpPr>
        <p:spPr>
          <a:xfrm>
            <a:off x="457200" y="3118104"/>
            <a:ext cx="32918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16" name="Rule 2 text"/>
          <p:cNvSpPr txBox="1"/>
          <p:nvPr/>
        </p:nvSpPr>
        <p:spPr>
          <a:xfrm>
            <a:off x="594360" y="3191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Đứng giá ≥ 1 giờ</a:t>
            </a:r>
            <a:endParaRPr lang="en-US" sz="1400" dirty="0"/>
          </a:p>
        </p:txBody>
      </p:sp>
      <p:sp>
        <p:nvSpPr>
          <p:cNvPr id="17" name="Rule 2 action"/>
          <p:cNvSpPr txBox="1"/>
          <p:nvPr/>
        </p:nvSpPr>
        <p:spPr>
          <a:xfrm>
            <a:off x="594360" y="34290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bỏ</a:t>
            </a:r>
            <a:endParaRPr lang="en-US" sz="1200" dirty="0"/>
          </a:p>
        </p:txBody>
      </p:sp>
      <p:sp>
        <p:nvSpPr>
          <p:cNvPr id="18" name="Rule 2 count"/>
          <p:cNvSpPr txBox="1"/>
          <p:nvPr/>
        </p:nvSpPr>
        <p:spPr>
          <a:xfrm>
            <a:off x="2743200" y="320954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72</a:t>
            </a:r>
            <a:endParaRPr lang="en-US" sz="1800" dirty="0"/>
          </a:p>
        </p:txBody>
      </p:sp>
      <p:sp>
        <p:nvSpPr>
          <p:cNvPr id="19" name="Rule 3 bg"/>
          <p:cNvSpPr/>
          <p:nvPr/>
        </p:nvSpPr>
        <p:spPr>
          <a:xfrm>
            <a:off x="457200" y="3831336"/>
            <a:ext cx="329184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/>
        </p:spPr>
      </p:sp>
      <p:sp>
        <p:nvSpPr>
          <p:cNvPr id="20" name="Rule 3 text"/>
          <p:cNvSpPr txBox="1"/>
          <p:nvPr/>
        </p:nvSpPr>
        <p:spPr>
          <a:xfrm>
            <a:off x="594360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 đêm</a:t>
            </a:r>
            <a:endParaRPr lang="en-US" sz="1400" dirty="0"/>
          </a:p>
        </p:txBody>
      </p:sp>
      <p:sp>
        <p:nvSpPr>
          <p:cNvPr id="21" name="Rule 3 action"/>
          <p:cNvSpPr txBox="1"/>
          <p:nvPr/>
        </p:nvSpPr>
        <p:spPr>
          <a:xfrm>
            <a:off x="594360" y="41422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→ gán 0</a:t>
            </a:r>
            <a:endParaRPr lang="en-US" sz="1200" dirty="0"/>
          </a:p>
        </p:txBody>
      </p:sp>
      <p:sp>
        <p:nvSpPr>
          <p:cNvPr id="22" name="Rule 3 count"/>
          <p:cNvSpPr txBox="1"/>
          <p:nvPr/>
        </p:nvSpPr>
        <p:spPr>
          <a:xfrm>
            <a:off x="2743200" y="39227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—</a:t>
            </a:r>
            <a:endParaRPr lang="en-US" sz="1800" dirty="0"/>
          </a:p>
        </p:txBody>
      </p:sp>
      <p:graphicFrame>
        <p:nvGraphicFramePr>
          <p:cNvPr id="23" name="Raw chart" descr=""/>
          <p:cNvGraphicFramePr/>
          <p:nvPr/>
        </p:nvGraphicFramePr>
        <p:xfrm>
          <a:off x="4023360" y="1280160"/>
          <a:ext cx="47548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lean chart" descr=""/>
          <p:cNvGraphicFramePr/>
          <p:nvPr/>
        </p:nvGraphicFramePr>
        <p:xfrm>
          <a:off x="4023360" y="2971800"/>
          <a:ext cx="47548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pike tag"/>
          <p:cNvSpPr txBox="1"/>
          <p:nvPr/>
        </p:nvSpPr>
        <p:spPr>
          <a:xfrm>
            <a:off x="7406640" y="1645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spike 21,5 kW ↑</a:t>
            </a:r>
            <a:endParaRPr lang="en-US" sz="1000" dirty="0"/>
          </a:p>
        </p:txBody>
      </p:sp>
      <p:sp>
        <p:nvSpPr>
          <p:cNvPr id="26" name="Gap tag"/>
          <p:cNvSpPr txBox="1"/>
          <p:nvPr/>
        </p:nvSpPr>
        <p:spPr>
          <a:xfrm>
            <a:off x="6126480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mất tín hiệu 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Bước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phút → 1 giờ, lấp chỗ trống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Dữ liệu minh họa: thời tiết TMY2 Miami (NREL, kèm pvlib) · PV mô phỏng 5 kWp bằng pvlib · lỗi logger được giả lập</a:t>
            </a:r>
            <a:endParaRPr lang="en-US" sz="1000" dirty="0"/>
          </a:p>
        </p:txBody>
      </p:sp>
      <p:sp>
        <p:nvSpPr>
          <p:cNvPr id="5" name="Stat 0 card"/>
          <p:cNvSpPr/>
          <p:nvPr/>
        </p:nvSpPr>
        <p:spPr>
          <a:xfrm>
            <a:off x="45720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6" name="Stat 0 value"/>
          <p:cNvSpPr txBox="1"/>
          <p:nvPr/>
        </p:nvSpPr>
        <p:spPr>
          <a:xfrm>
            <a:off x="548640" y="1783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102.788</a:t>
            </a:r>
            <a:endParaRPr lang="en-US" sz="3000" dirty="0"/>
          </a:p>
        </p:txBody>
      </p:sp>
      <p:sp>
        <p:nvSpPr>
          <p:cNvPr id="7" name="Stat 0 unit"/>
          <p:cNvSpPr txBox="1"/>
          <p:nvPr/>
        </p:nvSpPr>
        <p:spPr>
          <a:xfrm>
            <a:off x="54864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điểm 5 phút</a:t>
            </a:r>
            <a:endParaRPr lang="en-US" sz="1600" dirty="0"/>
          </a:p>
        </p:txBody>
      </p:sp>
      <p:sp>
        <p:nvSpPr>
          <p:cNvPr id="8" name="Stat 0 desc"/>
          <p:cNvSpPr txBox="1"/>
          <p:nvPr/>
        </p:nvSpPr>
        <p:spPr>
          <a:xfrm>
            <a:off x="640080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đầu vào sau bỏ trùng</a:t>
            </a:r>
            <a:endParaRPr lang="en-US" sz="1300" dirty="0"/>
          </a:p>
        </p:txBody>
      </p:sp>
      <p:sp>
        <p:nvSpPr>
          <p:cNvPr id="9" name="Stat arrow 0"/>
          <p:cNvSpPr txBox="1"/>
          <p:nvPr/>
        </p:nvSpPr>
        <p:spPr>
          <a:xfrm>
            <a:off x="2313432" y="187452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tat 1 card"/>
          <p:cNvSpPr/>
          <p:nvPr/>
        </p:nvSpPr>
        <p:spPr>
          <a:xfrm>
            <a:off x="256032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1" name="Stat 1 value"/>
          <p:cNvSpPr txBox="1"/>
          <p:nvPr/>
        </p:nvSpPr>
        <p:spPr>
          <a:xfrm>
            <a:off x="2651760" y="1783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8.760</a:t>
            </a:r>
            <a:endParaRPr lang="en-US" sz="3000" dirty="0"/>
          </a:p>
        </p:txBody>
      </p:sp>
      <p:sp>
        <p:nvSpPr>
          <p:cNvPr id="12" name="Stat 1 unit"/>
          <p:cNvSpPr txBox="1"/>
          <p:nvPr/>
        </p:nvSpPr>
        <p:spPr>
          <a:xfrm>
            <a:off x="265176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giờ</a:t>
            </a:r>
            <a:endParaRPr lang="en-US" sz="1600" dirty="0"/>
          </a:p>
        </p:txBody>
      </p:sp>
      <p:sp>
        <p:nvSpPr>
          <p:cNvPr id="13" name="Stat 1 desc"/>
          <p:cNvSpPr txBox="1"/>
          <p:nvPr/>
        </p:nvSpPr>
        <p:spPr>
          <a:xfrm>
            <a:off x="2743200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lấy trung bình mỗi giờ (cần ≥ 50% điểm)</a:t>
            </a:r>
            <a:endParaRPr lang="en-US" sz="1300" dirty="0"/>
          </a:p>
        </p:txBody>
      </p:sp>
      <p:sp>
        <p:nvSpPr>
          <p:cNvPr id="14" name="Stat arrow 1"/>
          <p:cNvSpPr txBox="1"/>
          <p:nvPr/>
        </p:nvSpPr>
        <p:spPr>
          <a:xfrm>
            <a:off x="4416552" y="187452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tat 2 card"/>
          <p:cNvSpPr/>
          <p:nvPr/>
        </p:nvSpPr>
        <p:spPr>
          <a:xfrm>
            <a:off x="466344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6" name="Stat 2 value"/>
          <p:cNvSpPr txBox="1"/>
          <p:nvPr/>
        </p:nvSpPr>
        <p:spPr>
          <a:xfrm>
            <a:off x="4754880" y="1783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40 + 61</a:t>
            </a:r>
            <a:endParaRPr lang="en-US" sz="3000" dirty="0"/>
          </a:p>
        </p:txBody>
      </p:sp>
      <p:sp>
        <p:nvSpPr>
          <p:cNvPr id="17" name="Stat 2 unit"/>
          <p:cNvSpPr txBox="1"/>
          <p:nvPr/>
        </p:nvSpPr>
        <p:spPr>
          <a:xfrm>
            <a:off x="475488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giờ được lấp</a:t>
            </a:r>
            <a:endParaRPr lang="en-US" sz="1600" dirty="0"/>
          </a:p>
        </p:txBody>
      </p:sp>
      <p:sp>
        <p:nvSpPr>
          <p:cNvPr id="18" name="Stat 2 desc"/>
          <p:cNvSpPr txBox="1"/>
          <p:nvPr/>
        </p:nvSpPr>
        <p:spPr>
          <a:xfrm>
            <a:off x="4846320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≤ 3 giờ: nội suy · &gt; 3 giờ: ước lượng từ GHI</a:t>
            </a:r>
            <a:endParaRPr lang="en-US" sz="1300" dirty="0"/>
          </a:p>
        </p:txBody>
      </p:sp>
      <p:sp>
        <p:nvSpPr>
          <p:cNvPr id="19" name="Stat arrow 2"/>
          <p:cNvSpPr txBox="1"/>
          <p:nvPr/>
        </p:nvSpPr>
        <p:spPr>
          <a:xfrm>
            <a:off x="6519672" y="187452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tat 3 card"/>
          <p:cNvSpPr/>
          <p:nvPr/>
        </p:nvSpPr>
        <p:spPr>
          <a:xfrm>
            <a:off x="6766560" y="1463040"/>
            <a:ext cx="1874520" cy="292608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1" name="Stat 3 value"/>
          <p:cNvSpPr txBox="1"/>
          <p:nvPr/>
        </p:nvSpPr>
        <p:spPr>
          <a:xfrm>
            <a:off x="6858000" y="1783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Stat 3 unit"/>
          <p:cNvSpPr txBox="1"/>
          <p:nvPr/>
        </p:nvSpPr>
        <p:spPr>
          <a:xfrm>
            <a:off x="685800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ô trống</a:t>
            </a:r>
            <a:endParaRPr lang="en-US" sz="1600" dirty="0"/>
          </a:p>
        </p:txBody>
      </p:sp>
      <p:sp>
        <p:nvSpPr>
          <p:cNvPr id="23" name="Stat 3 desc"/>
          <p:cNvSpPr txBox="1"/>
          <p:nvPr/>
        </p:nvSpPr>
        <p:spPr>
          <a:xfrm>
            <a:off x="6949440" y="3063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chuỗi liên tục cho cửa sổ trượt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Bước 4 · Hình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Dịch thời tiết lên trước 24 giờ</a:t>
            </a:r>
            <a:endParaRPr lang="en-US" sz="3200" dirty="0"/>
          </a:p>
        </p:txBody>
      </p:sp>
      <p:sp>
        <p:nvSpPr>
          <p:cNvPr id="4" name="Row 0 name"/>
          <p:cNvSpPr txBox="1"/>
          <p:nvPr/>
        </p:nvSpPr>
        <p:spPr>
          <a:xfrm>
            <a:off x="45720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Sản lượng PV</a:t>
            </a:r>
            <a:endParaRPr lang="en-US" sz="1400" dirty="0"/>
          </a:p>
        </p:txBody>
      </p:sp>
      <p:sp>
        <p:nvSpPr>
          <p:cNvPr id="5" name="Row 0 sub"/>
          <p:cNvSpPr txBox="1"/>
          <p:nvPr/>
        </p:nvSpPr>
        <p:spPr>
          <a:xfrm>
            <a:off x="45720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nội sinh</a:t>
            </a:r>
            <a:endParaRPr lang="en-US" sz="1100" dirty="0"/>
          </a:p>
        </p:txBody>
      </p:sp>
      <p:sp>
        <p:nvSpPr>
          <p:cNvPr id="6" name="Row 0 past"/>
          <p:cNvSpPr/>
          <p:nvPr/>
        </p:nvSpPr>
        <p:spPr>
          <a:xfrm>
            <a:off x="2194560" y="1600200"/>
            <a:ext cx="38404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7" name="Row 1 name"/>
          <p:cNvSpPr txBox="1"/>
          <p:nvPr/>
        </p:nvSpPr>
        <p:spPr>
          <a:xfrm>
            <a:off x="45720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Thời tiết gốc</a:t>
            </a:r>
            <a:endParaRPr lang="en-US" sz="1400" dirty="0"/>
          </a:p>
        </p:txBody>
      </p:sp>
      <p:sp>
        <p:nvSpPr>
          <p:cNvPr id="8" name="Row 1 sub"/>
          <p:cNvSpPr txBox="1"/>
          <p:nvPr/>
        </p:nvSpPr>
        <p:spPr>
          <a:xfrm>
            <a:off x="457200" y="2624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chỉ có quá khứ</a:t>
            </a:r>
            <a:endParaRPr lang="en-US" sz="1100" dirty="0"/>
          </a:p>
        </p:txBody>
      </p:sp>
      <p:sp>
        <p:nvSpPr>
          <p:cNvPr id="9" name="Row 1 past"/>
          <p:cNvSpPr/>
          <p:nvPr/>
        </p:nvSpPr>
        <p:spPr>
          <a:xfrm>
            <a:off x="2194560" y="2377440"/>
            <a:ext cx="38404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0" name="Row 2 name"/>
          <p:cNvSpPr txBox="1"/>
          <p:nvPr/>
        </p:nvSpPr>
        <p:spPr>
          <a:xfrm>
            <a:off x="457200" y="3136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Thời tiết +24h</a:t>
            </a:r>
            <a:endParaRPr lang="en-US" sz="1400" dirty="0"/>
          </a:p>
        </p:txBody>
      </p:sp>
      <p:sp>
        <p:nvSpPr>
          <p:cNvPr id="11" name="Row 2 sub"/>
          <p:cNvSpPr txBox="1"/>
          <p:nvPr/>
        </p:nvSpPr>
        <p:spPr>
          <a:xfrm>
            <a:off x="457200" y="3401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đưa vào TimeXer</a:t>
            </a:r>
            <a:endParaRPr lang="en-US" sz="1100" dirty="0"/>
          </a:p>
        </p:txBody>
      </p:sp>
      <p:sp>
        <p:nvSpPr>
          <p:cNvPr id="12" name="Row 2 past"/>
          <p:cNvSpPr/>
          <p:nvPr/>
        </p:nvSpPr>
        <p:spPr>
          <a:xfrm>
            <a:off x="3474720" y="3154680"/>
            <a:ext cx="25603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3" name="Row 2 future"/>
          <p:cNvSpPr/>
          <p:nvPr/>
        </p:nvSpPr>
        <p:spPr>
          <a:xfrm>
            <a:off x="6035040" y="315468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14" name="Row 2 future label"/>
          <p:cNvSpPr txBox="1"/>
          <p:nvPr/>
        </p:nvSpPr>
        <p:spPr>
          <a:xfrm>
            <a:off x="60350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dự báo</a:t>
            </a:r>
            <a:endParaRPr lang="en-US" sz="1200" dirty="0"/>
          </a:p>
        </p:txBody>
      </p:sp>
      <p:sp>
        <p:nvSpPr>
          <p:cNvPr id="15" name="Target box"/>
          <p:cNvSpPr/>
          <p:nvPr/>
        </p:nvSpPr>
        <p:spPr>
          <a:xfrm>
            <a:off x="6035040" y="160020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rgbClr val="F2A516"/>
            </a:solidFill>
            <a:prstDash val="dash"/>
          </a:ln>
        </p:spPr>
      </p:sp>
      <p:sp>
        <p:nvSpPr>
          <p:cNvPr id="16" name="Target label"/>
          <p:cNvSpPr txBox="1"/>
          <p:nvPr/>
        </p:nvSpPr>
        <p:spPr>
          <a:xfrm>
            <a:off x="603504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cần dự báo</a:t>
            </a:r>
            <a:endParaRPr lang="en-US" sz="1200" dirty="0"/>
          </a:p>
        </p:txBody>
      </p:sp>
      <p:sp>
        <p:nvSpPr>
          <p:cNvPr id="17" name="Now line"/>
          <p:cNvSpPr/>
          <p:nvPr/>
        </p:nvSpPr>
        <p:spPr>
          <a:xfrm>
            <a:off x="6035040" y="1417320"/>
            <a:ext cx="0" cy="2240280"/>
          </a:xfrm>
          <a:prstGeom prst="line">
            <a:avLst/>
          </a:prstGeom>
          <a:noFill/>
          <a:ln w="19050">
            <a:solidFill>
              <a:srgbClr val="1B2433"/>
            </a:solidFill>
            <a:prstDash val="solid"/>
          </a:ln>
        </p:spPr>
      </p:sp>
      <p:sp>
        <p:nvSpPr>
          <p:cNvPr id="18" name="Now label"/>
          <p:cNvSpPr txBox="1"/>
          <p:nvPr/>
        </p:nvSpPr>
        <p:spPr>
          <a:xfrm>
            <a:off x="5486400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 (bây giờ)</a:t>
            </a:r>
            <a:endParaRPr lang="en-US" sz="1200" dirty="0"/>
          </a:p>
        </p:txBody>
      </p:sp>
      <p:sp>
        <p:nvSpPr>
          <p:cNvPr id="19" name="Past span"/>
          <p:cNvSpPr txBox="1"/>
          <p:nvPr/>
        </p:nvSpPr>
        <p:spPr>
          <a:xfrm>
            <a:off x="219456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168 giờ quá khứ</a:t>
            </a:r>
            <a:endParaRPr lang="en-US" sz="1200" dirty="0"/>
          </a:p>
        </p:txBody>
      </p:sp>
      <p:sp>
        <p:nvSpPr>
          <p:cNvPr id="20" name="Future span"/>
          <p:cNvSpPr txBox="1"/>
          <p:nvPr/>
        </p:nvSpPr>
        <p:spPr>
          <a:xfrm>
            <a:off x="603504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24 giờ tới</a:t>
            </a:r>
            <a:endParaRPr lang="en-US" sz="1200" dirty="0"/>
          </a:p>
        </p:txBody>
      </p:sp>
      <p:sp>
        <p:nvSpPr>
          <p:cNvPr id="21" name="Takeaway bg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2" name="Takeaway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TimeXer chỉ đọc quá khứ → dịch thời tiết để cửa sổ chứa luôn dự báo 24 giờ tới</a:t>
            </a:r>
            <a:endParaRPr lang="en-US" sz="1400" dirty="0"/>
          </a:p>
        </p:txBody>
      </p:sp>
      <p:sp>
        <p:nvSpPr>
          <p:cNvPr id="2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Bước 5 · Hình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Đầu ra: một file CSV cho TimeXer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Dữ liệu minh họa: thời tiết TMY2 Miami (NREL, kèm pvlib) · PV mô phỏng 5 kWp bằng pvlib · lỗi logger được giả lập</a:t>
            </a:r>
            <a:endParaRPr lang="en-US" sz="1000" dirty="0"/>
          </a:p>
        </p:txBody>
      </p:sp>
      <p:graphicFrame>
        <p:nvGraphicFramePr>
          <p:cNvPr id="9" name="CSV s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ghi_lead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cloud_lead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temp_lead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rh_lead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wind_lead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1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10/02 09:00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13,9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10/02 10:00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2,65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10/02 11:00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2,77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10/02 12:00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436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16,1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2,72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10/02 13:00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386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17,2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2,66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6" name="Units"/>
          <p:cNvSpPr txBox="1"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Đơn vị: GHI W/m² · mây % · nhiệt °C · ẩm % · gió m/s · OT kWh</a:t>
            </a:r>
            <a:endParaRPr lang="en-US" sz="1100" dirty="0"/>
          </a:p>
        </p:txBody>
      </p:sp>
      <p:sp>
        <p:nvSpPr>
          <p:cNvPr id="7" name="Split 0"/>
          <p:cNvSpPr/>
          <p:nvPr/>
        </p:nvSpPr>
        <p:spPr>
          <a:xfrm>
            <a:off x="457200" y="3520440"/>
            <a:ext cx="5723956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plit 0 label"/>
          <p:cNvSpPr txBox="1"/>
          <p:nvPr/>
        </p:nvSpPr>
        <p:spPr>
          <a:xfrm>
            <a:off x="457200" y="3520440"/>
            <a:ext cx="572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Train 70%</a:t>
            </a:r>
            <a:endParaRPr lang="en-US" sz="1300" dirty="0"/>
          </a:p>
        </p:txBody>
      </p:sp>
      <p:sp>
        <p:nvSpPr>
          <p:cNvPr id="9" name="Split 1"/>
          <p:cNvSpPr/>
          <p:nvPr/>
        </p:nvSpPr>
        <p:spPr>
          <a:xfrm>
            <a:off x="6217732" y="3520440"/>
            <a:ext cx="786761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Split 1 label"/>
          <p:cNvSpPr txBox="1"/>
          <p:nvPr/>
        </p:nvSpPr>
        <p:spPr>
          <a:xfrm>
            <a:off x="6217732" y="3520440"/>
            <a:ext cx="786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 10%</a:t>
            </a:r>
            <a:endParaRPr lang="en-US" sz="1300" dirty="0"/>
          </a:p>
        </p:txBody>
      </p:sp>
      <p:sp>
        <p:nvSpPr>
          <p:cNvPr id="11" name="Split 2"/>
          <p:cNvSpPr/>
          <p:nvPr/>
        </p:nvSpPr>
        <p:spPr>
          <a:xfrm>
            <a:off x="7041068" y="3520440"/>
            <a:ext cx="1609156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Split 2 label"/>
          <p:cNvSpPr txBox="1"/>
          <p:nvPr/>
        </p:nvSpPr>
        <p:spPr>
          <a:xfrm>
            <a:off x="7041068" y="3520440"/>
            <a:ext cx="1609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 20%</a:t>
            </a:r>
            <a:endParaRPr lang="en-US" sz="1300" dirty="0"/>
          </a:p>
        </p:txBody>
      </p:sp>
      <p:sp>
        <p:nvSpPr>
          <p:cNvPr id="13" name="Split ranges"/>
          <p:cNvSpPr txBox="1"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Train: 6.115 giờ (01/01–12/09)   ·   Val: 874 giờ (12/09–19/10)   ·   Test: 1.747 giờ (19/10–30/12)</a:t>
            </a:r>
            <a:endParaRPr lang="en-US" sz="1100" dirty="0"/>
          </a:p>
        </p:txBody>
      </p:sp>
      <p:sp>
        <p:nvSpPr>
          <p:cNvPr id="14" name="Split rule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Chia theo thời gian, không xáo trộn · chuẩn hóa chỉ fit trên train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Hình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Bộ dữ liệu sau xử lý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Dữ liệu minh họa: thời tiết TMY2 Miami (NREL, kèm pvlib) · PV mô phỏng 5 kWp bằng pvlib · lỗi logger được giả lập</a:t>
            </a:r>
            <a:endParaRPr lang="en-US" sz="1000" dirty="0"/>
          </a:p>
        </p:txBody>
      </p:sp>
      <p:graphicFrame>
        <p:nvGraphicFramePr>
          <p:cNvPr id="5" name="Corr chart" descr=""/>
          <p:cNvGraphicFramePr/>
          <p:nvPr/>
        </p:nvGraphicFramePr>
        <p:xfrm>
          <a:off x="365760" y="128016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Monthly chart" descr=""/>
          <p:cNvGraphicFramePr/>
          <p:nvPr/>
        </p:nvGraphicFramePr>
        <p:xfrm>
          <a:off x="4663440" y="128016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Chạy lại toàn bộ luồng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solar/prepare_solar_data.py --source openmeteo --pv-csv inverter.csv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scripts/forecast_exogenous/Solar/TimeXer.sh</a:t>
            </a:r>
            <a:endParaRPr lang="en-US" sz="1800" dirty="0"/>
          </a:p>
        </p:txBody>
      </p:sp>
      <p:sp>
        <p:nvSpPr>
          <p:cNvPr id="4" name="Terminal circle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ermin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738835"/>
            <a:ext cx="351130" cy="3511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lar Pipeline">
  <a:themeElements>
    <a:clrScheme name="Solar Pipeline">
      <a:dk1>
        <a:srgbClr val="1B2433"/>
      </a:dk1>
      <a:lt1>
        <a:srgbClr val="FFFFFF"/>
      </a:lt1>
      <a:dk2>
        <a:srgbClr val="4A5568"/>
      </a:dk2>
      <a:lt2>
        <a:srgbClr val="F3F5F8"/>
      </a:lt2>
      <a:accent1>
        <a:srgbClr val="F2A516"/>
      </a:accent1>
      <a:accent2>
        <a:srgbClr val="2A9D8F"/>
      </a:accent2>
      <a:accent3>
        <a:srgbClr val="E76F51"/>
      </a:accent3>
      <a:accent4>
        <a:srgbClr val="A0AEC0"/>
      </a:accent4>
      <a:accent5>
        <a:srgbClr val="264653"/>
      </a:accent5>
      <a:accent6>
        <a:srgbClr val="E9C46A"/>
      </a:accent6>
      <a:hlink>
        <a:srgbClr val="2A9D8F"/>
      </a:hlink>
      <a:folHlink>
        <a:srgbClr val="4A5568"/>
      </a:folHlink>
    </a:clrScheme>
    <a:fontScheme name="Solar 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Luồng thu thập và xử lý dữ liệu điện mặt trời</dc:title>
  <dc:subject>PptxGenJS Presentation</dc:subject>
  <dc:creator>PptxGenJS</dc:creator>
  <cp:lastModifiedBy>PptxGenJS</cp:lastModifiedBy>
  <cp:revision>1</cp:revision>
  <dcterms:created xsi:type="dcterms:W3CDTF">2026-10-03T02:25:44Z</dcterms:created>
  <dcterms:modified xsi:type="dcterms:W3CDTF">2026-10-03T02:25:44Z</dcterms:modified>
</cp:coreProperties>
</file>